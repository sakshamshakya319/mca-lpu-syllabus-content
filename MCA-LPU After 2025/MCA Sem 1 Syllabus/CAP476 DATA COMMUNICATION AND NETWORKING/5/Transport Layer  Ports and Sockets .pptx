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279" r:id="rId5"/>
    <p:sldId id="260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80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erpetua" panose="020205020604010203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81D161-50C7-3A80-8465-9539A52114B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12">
            <a:extLst>
              <a:ext uri="{FF2B5EF4-FFF2-40B4-BE49-F238E27FC236}">
                <a16:creationId xmlns:a16="http://schemas.microsoft.com/office/drawing/2014/main" id="{97250E3A-87D8-3FA5-6FA7-0BAAF8EED54E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0DF34-B790-74D1-6AA1-C0D2AA5309B8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7BB077-36C8-6B8A-5C0B-60F36C244C7A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49FE3-BDFA-A93A-7DF1-A1A6013F6208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36505177-0792-BF34-E08D-4FC4A7FB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820D6-1B31-40C1-B2D6-2DD7EA585181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E864550-5AB8-ABFD-F8E7-7E1799BC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3EB18985-564E-42E9-2A4C-2F2D50E4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B6D596F-3590-49F0-A6EB-357C09F1337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41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C5991918-7D92-3D8D-2F17-28FC62222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90376-10EB-4A53-9EA7-CC077124F010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A1E3F79-7B7C-639A-B800-F9E84E05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9C6228D0-25BE-CCBC-89D5-6745DF6D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D95F83-6012-48BB-BDBB-2411C4383A7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792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8F3C47-DBF7-FA70-167F-49872BA6A06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9">
            <a:extLst>
              <a:ext uri="{FF2B5EF4-FFF2-40B4-BE49-F238E27FC236}">
                <a16:creationId xmlns:a16="http://schemas.microsoft.com/office/drawing/2014/main" id="{C8BCC88E-8B2B-5E1C-5D14-640EEEC41258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AB21C-04E3-4A50-84C6-C6365CB10041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262A56-C3AF-BEF4-A92D-1BFC76C783FF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80F539-DDBA-5EE3-B509-81E5B723EA3F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4AFA4B1-6E3F-BADF-D9E2-BC4D70D5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388C3-B95D-4AE5-8CCC-6D6C287D7442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A378F4C-8483-79CE-3D89-A985794F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4E59E04-AE0C-EFCA-D4A1-3202381D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7407A-BB98-4FD7-AC2F-D655444432E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583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FCAF6A3B-92C7-A3AA-2754-2AC2BE11B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4BC13-5A5C-4C2C-A22E-3E221BF35A7C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B594180-61C4-987E-1EC7-512ACB5A0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E31959AF-96D4-13B3-3C87-3407E44D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69959-999D-45DF-AC04-48F7DD113A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76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5658AC77-A047-99B1-48C5-797D617E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3B1DD-61D5-4871-BDB4-DBC4C8764F83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B3E4B4B-0F85-ACDE-1506-7F55DE52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9DA4F2BD-99F5-3348-07AC-4A877A8A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9AC75-21EE-4439-9574-AD129D2DFFB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45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3ADAEF51-84DA-B8BE-592D-DDBFE9F8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D0169-5D75-4E54-B337-80FD54CAA950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BFA392B-9E22-A591-D51E-C4E13AFD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831FE6BC-21A9-D0E9-6202-E3A5C8F9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FAD55-C565-4624-AADB-37A2AD02C61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96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1AD3BC14-DE8B-FD89-928D-C7057313D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CDBBD-D21E-4F5C-AEF9-3664C3E695DC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26F8B8-3321-9121-D996-5D67E0A2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428954D-183D-15DC-3ACE-A0EB2700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4AB8D-F153-4AD4-ABC1-2FF9CBE0384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28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95B129-6F90-B5AB-5752-228F6C52C2B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8">
            <a:extLst>
              <a:ext uri="{FF2B5EF4-FFF2-40B4-BE49-F238E27FC236}">
                <a16:creationId xmlns:a16="http://schemas.microsoft.com/office/drawing/2014/main" id="{C74A21DC-5214-0A1D-A411-EF51AD3ADF8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13A0469-3B78-692B-4311-58652DFEE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FB8AB-7ABB-4C76-992F-0FDBBF4265E2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0C847B5-4968-383D-53C2-E2440480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9BAA431-1690-DFA2-59DB-F5ED9E30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F6FCA-CE48-40CE-9B70-CB5EDB8E97C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74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FC1C68-7ABC-2F1C-C9A4-110DC8AC5B72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F7EF6-377E-E299-E37D-4D16BB8FACAB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FCD61E-429A-2293-BE4E-2D0352A276AC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B6B3371-64C4-13DD-74F9-DEF5DF3A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5EB08-74EF-42BD-B4B1-EA5D69B2F27F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D11C444-A605-4FB6-37C8-5AC09BCD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BF683F4-48C7-4872-ECE3-D0AF39EC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AF7D9-CD1A-48EB-9B09-16BBCA70DD4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42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A7526A3-7688-A842-025F-A87B7814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3899E-C3E0-462C-B6C2-6F369B22483D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45A8B1A-8E57-A7E4-0DCC-78104D09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C4A682A7-9193-4BBE-EAAD-9E607911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3F54D-78AB-4F91-961A-824875921D0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85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83EAAFB5-C160-0BE1-FC60-554CFD66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535C3-C3C5-43BD-A6AE-7B015053D479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643BFA9-6283-1915-BFCE-5B3E9F07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9AF7878A-D5E3-1F07-1574-958FDCB2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34521B-8792-4546-894C-5CE3BE1257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826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59E5DF-0B41-9753-2394-9755159CD39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2F5514AE-41B4-9118-6C3A-F70C12EE346B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Title Placeholder 21">
            <a:extLst>
              <a:ext uri="{FF2B5EF4-FFF2-40B4-BE49-F238E27FC236}">
                <a16:creationId xmlns:a16="http://schemas.microsoft.com/office/drawing/2014/main" id="{B7981E3E-5F62-B03E-112B-CF9AC6D4E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>
            <a:extLst>
              <a:ext uri="{FF2B5EF4-FFF2-40B4-BE49-F238E27FC236}">
                <a16:creationId xmlns:a16="http://schemas.microsoft.com/office/drawing/2014/main" id="{1C42C52E-3E23-8540-B28F-815F50F14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9E8CF14-8ED9-1B33-775E-B7EA8BB96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B8B7E87F-C83C-4F7B-89EA-41153EE6C449}" type="datetimeFigureOut">
              <a:rPr lang="en-US"/>
              <a:pPr>
                <a:defRPr/>
              </a:pPr>
              <a:t>10/24/2025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E9B9F-F177-FE7F-AE9A-402DD1FE7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73E5F31-60EE-F91D-99D9-78EE21A4C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F7885919-14EA-4085-825C-523C37B7503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6" r:id="rId2"/>
    <p:sldLayoutId id="2147483684" r:id="rId3"/>
    <p:sldLayoutId id="2147483677" r:id="rId4"/>
    <p:sldLayoutId id="2147483678" r:id="rId5"/>
    <p:sldLayoutId id="2147483679" r:id="rId6"/>
    <p:sldLayoutId id="2147483680" r:id="rId7"/>
    <p:sldLayoutId id="2147483685" r:id="rId8"/>
    <p:sldLayoutId id="2147483686" r:id="rId9"/>
    <p:sldLayoutId id="2147483681" r:id="rId10"/>
    <p:sldLayoutId id="214748368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9pPr>
    </p:titleStyle>
    <p:bodyStyle>
      <a:lvl1pPr marL="273050" indent="-273050" algn="l" rtl="0" fontAlgn="base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fontAlgn="base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ubtitle 2">
            <a:extLst>
              <a:ext uri="{FF2B5EF4-FFF2-40B4-BE49-F238E27FC236}">
                <a16:creationId xmlns:a16="http://schemas.microsoft.com/office/drawing/2014/main" id="{025E9907-2992-9B28-AFEE-A66D6217C78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1438"/>
            <a:ext cx="6400800" cy="1563687"/>
          </a:xfrm>
        </p:spPr>
        <p:txBody>
          <a:bodyPr/>
          <a:lstStyle/>
          <a:p>
            <a:endParaRPr lang="en-IN" altLang="en-US" b="1"/>
          </a:p>
          <a:p>
            <a:r>
              <a:rPr lang="en-IN" altLang="en-US" b="1"/>
              <a:t>School of Computer Applications</a:t>
            </a:r>
          </a:p>
          <a:p>
            <a:r>
              <a:rPr lang="en-IN" altLang="en-US" b="1"/>
              <a:t>Lovely Professional University</a:t>
            </a:r>
          </a:p>
        </p:txBody>
      </p:sp>
      <p:sp>
        <p:nvSpPr>
          <p:cNvPr id="6147" name="Title 1">
            <a:extLst>
              <a:ext uri="{FF2B5EF4-FFF2-40B4-BE49-F238E27FC236}">
                <a16:creationId xmlns:a16="http://schemas.microsoft.com/office/drawing/2014/main" id="{790D11D0-E359-2BE1-5D7C-C78DF137AA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r>
              <a:rPr lang="en-IN" altLang="en-US" b="1"/>
              <a:t>Unit-5</a:t>
            </a:r>
            <a:br>
              <a:rPr lang="en-IN" altLang="en-US" b="1"/>
            </a:br>
            <a:r>
              <a:rPr lang="en-IN" altLang="en-US" b="1"/>
              <a:t>PORTS and SOCKETS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2" descr="Difference between Socket and Port? - GeeksforGeeks">
            <a:extLst>
              <a:ext uri="{FF2B5EF4-FFF2-40B4-BE49-F238E27FC236}">
                <a16:creationId xmlns:a16="http://schemas.microsoft.com/office/drawing/2014/main" id="{3C5D262F-2179-8034-7DE2-62E8C7297328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801813"/>
            <a:ext cx="7772400" cy="4651375"/>
          </a:xfr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2" descr="What are sockets and how are they different from ports? - Quora">
            <a:extLst>
              <a:ext uri="{FF2B5EF4-FFF2-40B4-BE49-F238E27FC236}">
                <a16:creationId xmlns:a16="http://schemas.microsoft.com/office/drawing/2014/main" id="{695F685D-BEF7-5190-231D-67C7FB793300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125" y="1843088"/>
            <a:ext cx="4552950" cy="3781425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2" descr="Socket vs Port - Detailed Explanation and Difference - IP ...">
            <a:extLst>
              <a:ext uri="{FF2B5EF4-FFF2-40B4-BE49-F238E27FC236}">
                <a16:creationId xmlns:a16="http://schemas.microsoft.com/office/drawing/2014/main" id="{40E6DE4B-2741-6BE8-6C77-1CCBF5168D04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268413"/>
            <a:ext cx="5961063" cy="3605212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279ACB3D-EFFF-4CC5-450B-4A36154F004F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6413" y="439738"/>
            <a:ext cx="8351837" cy="598963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143D86DD-6914-8714-6FB9-35583F403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911225"/>
            <a:ext cx="8674100" cy="423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A4C393F1-6AAB-747D-FDD0-953D11E44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500063"/>
            <a:ext cx="8848725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E7EA37B9-167C-86D2-5860-2DECE141B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642938"/>
            <a:ext cx="8594725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099E9563-BC88-9E76-1F0C-E75DF026F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500063"/>
            <a:ext cx="8697913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99E98847-6629-41E8-78A5-01B323309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357188"/>
            <a:ext cx="885825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F33C9085-8652-6B42-24D9-B11CF8588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500063"/>
            <a:ext cx="8850313" cy="585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38214249-2B74-B122-CBF6-480B9A486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500063"/>
            <a:ext cx="8477250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9F4CEB74-2B9F-8B36-418D-A172E6FF7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400050"/>
            <a:ext cx="8489950" cy="610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3D71371A-E80F-BD88-903C-ED7D21DB2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428625"/>
            <a:ext cx="874077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7784" y="2780928"/>
            <a:ext cx="4392488" cy="1152128"/>
          </a:xfrm>
        </p:spPr>
        <p:txBody>
          <a:bodyPr/>
          <a:lstStyle/>
          <a:p>
            <a:pPr marL="0" indent="0">
              <a:buNone/>
            </a:pPr>
            <a:r>
              <a:rPr lang="en-US" sz="5400" dirty="0" smtClean="0"/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131007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3214</TotalTime>
  <Words>10</Words>
  <Application>Microsoft Office PowerPoint</Application>
  <PresentationFormat>On-screen Show (4:3)</PresentationFormat>
  <Paragraphs>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Franklin Gothic Book</vt:lpstr>
      <vt:lpstr>Perpetua</vt:lpstr>
      <vt:lpstr>Wingdings 2</vt:lpstr>
      <vt:lpstr>Equity</vt:lpstr>
      <vt:lpstr>Unit-5 PORTS and SOCKETS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Unit-5 Transport Layer Protocols</dc:title>
  <dc:creator>HP-PC</dc:creator>
  <cp:lastModifiedBy>DELL</cp:lastModifiedBy>
  <cp:revision>19</cp:revision>
  <dcterms:created xsi:type="dcterms:W3CDTF">2019-04-09T04:25:23Z</dcterms:created>
  <dcterms:modified xsi:type="dcterms:W3CDTF">2025-10-24T03:59:56Z</dcterms:modified>
</cp:coreProperties>
</file>