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69" r:id="rId5"/>
    <p:sldId id="270" r:id="rId6"/>
    <p:sldId id="259" r:id="rId7"/>
    <p:sldId id="261" r:id="rId8"/>
    <p:sldId id="262" r:id="rId9"/>
    <p:sldId id="278" r:id="rId10"/>
    <p:sldId id="263" r:id="rId11"/>
    <p:sldId id="264" r:id="rId12"/>
    <p:sldId id="271" r:id="rId13"/>
    <p:sldId id="265" r:id="rId14"/>
    <p:sldId id="266" r:id="rId15"/>
    <p:sldId id="267" r:id="rId16"/>
    <p:sldId id="268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0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://192.168.192.150:901/" TargetMode="Externa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 panose="020F0502020204030204"/>
              </a:rPr>
              <a:t>STEPS TO CONFIGURE SAMBA SERVER</a:t>
            </a:r>
            <a:endParaRPr lang="en-US" sz="24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400" spc="-1" dirty="0">
              <a:solidFill>
                <a:schemeClr val="dk1"/>
              </a:solidFill>
              <a:latin typeface="Calibri" panose="020F0502020204030204"/>
            </a:endParaRP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 panose="020F0502020204030204"/>
              </a:rPr>
              <a:t>Submitted By – Sahil Prateek </a:t>
            </a:r>
            <a:r>
              <a:rPr lang="en-US" sz="2400" b="0" strike="noStrike" spc="-1" dirty="0" err="1">
                <a:solidFill>
                  <a:schemeClr val="dk1"/>
                </a:solidFill>
                <a:latin typeface="Calibri" panose="020F0502020204030204"/>
              </a:rPr>
              <a:t>Tigga</a:t>
            </a:r>
            <a:r>
              <a:rPr lang="en-US" sz="2400" b="0" strike="noStrike" spc="-1" dirty="0">
                <a:solidFill>
                  <a:schemeClr val="dk1"/>
                </a:solidFill>
                <a:latin typeface="Calibri" panose="020F0502020204030204"/>
              </a:rPr>
              <a:t>, Saksham Shakya</a:t>
            </a:r>
            <a:endParaRPr lang="en-US" sz="24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IN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13893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 panose="020F0302020204030204"/>
              </a:rPr>
              <a:t>SAMBA SERVER</a:t>
            </a:r>
            <a:endParaRPr lang="en-US" sz="60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838080" y="618120"/>
            <a:ext cx="10515240" cy="555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Mount CD1 and install following three packages:</a:t>
            </a:r>
            <a:endParaRPr lang="en-US" sz="2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400" b="0" strike="noStrike" spc="-1">
                <a:solidFill>
                  <a:schemeClr val="dk1"/>
                </a:solidFill>
                <a:latin typeface="Calibri" panose="020F0502020204030204"/>
              </a:rPr>
              <a:t>Samba-common                          //(to share on cross platform) </a:t>
            </a:r>
            <a:endParaRPr lang="en-US" sz="24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400" b="0" strike="noStrike" spc="-1">
                <a:solidFill>
                  <a:schemeClr val="dk1"/>
                </a:solidFill>
                <a:latin typeface="Calibri" panose="020F0502020204030204"/>
              </a:rPr>
              <a:t>Samba                     //(main samba config file)</a:t>
            </a:r>
            <a:endParaRPr lang="en-US" sz="24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400" b="0" strike="noStrike" spc="-1">
                <a:solidFill>
                  <a:schemeClr val="dk1"/>
                </a:solidFill>
                <a:latin typeface="Calibri" panose="020F0502020204030204"/>
              </a:rPr>
              <a:t>Samba-client                        //(for samba client)</a:t>
            </a:r>
            <a:endParaRPr lang="en-US" sz="24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800" b="0" strike="noStrike" spc="-1">
                <a:solidFill>
                  <a:schemeClr val="dk1"/>
                </a:solidFill>
                <a:latin typeface="Calibri" panose="020F0502020204030204"/>
              </a:rPr>
              <a:t>Create a new user  (for eg. Here its samba1), provide the user password and also samba password to the user as follows:</a:t>
            </a:r>
            <a:endParaRPr lang="en-US" sz="2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75435" y="521335"/>
            <a:ext cx="6221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redhat-config-packages  : to install SAMBA</a:t>
            </a:r>
            <a:endParaRPr lang="en-US"/>
          </a:p>
        </p:txBody>
      </p:sp>
      <p:pic>
        <p:nvPicPr>
          <p:cNvPr id="3" name="Picture 2" descr="installation of samba pack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0" y="1353820"/>
            <a:ext cx="10429875" cy="49930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068705" y="408940"/>
            <a:ext cx="6071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Start SAMBA Server: redhat-config-services</a:t>
            </a:r>
            <a:endParaRPr lang="en-US"/>
          </a:p>
        </p:txBody>
      </p:sp>
      <p:pic>
        <p:nvPicPr>
          <p:cNvPr id="3" name="Picture 2" descr="service configur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972185"/>
            <a:ext cx="9800590" cy="52254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/>
          <p:cNvPicPr/>
          <p:nvPr/>
        </p:nvPicPr>
        <p:blipFill>
          <a:blip r:embed="rId1"/>
          <a:srcRect t="5978"/>
          <a:stretch>
            <a:fillRect/>
          </a:stretch>
        </p:blipFill>
        <p:spPr>
          <a:xfrm>
            <a:off x="440055" y="408940"/>
            <a:ext cx="11132185" cy="565975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424940" y="708660"/>
            <a:ext cx="8921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Now create a directory,file and add content to that as follows</a:t>
            </a:r>
            <a:endParaRPr lang="en-US"/>
          </a:p>
        </p:txBody>
      </p:sp>
      <p:pic>
        <p:nvPicPr>
          <p:cNvPr id="3" name="Picture 2" descr="file crea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1438275"/>
            <a:ext cx="9745980" cy="4581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725295" y="5962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gedit /etc/samba/smb.conf - to edit</a:t>
            </a:r>
            <a:endParaRPr lang="en-US"/>
          </a:p>
        </p:txBody>
      </p:sp>
      <p:pic>
        <p:nvPicPr>
          <p:cNvPr id="3" name="Picture 2" descr="confi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435" y="1241425"/>
            <a:ext cx="10280015" cy="5330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2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77950" y="1670050"/>
            <a:ext cx="8415655" cy="4575810"/>
          </a:xfrm>
          <a:prstGeom prst="rect">
            <a:avLst/>
          </a:prstGeom>
          <a:ln w="0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1497965" y="656590"/>
            <a:ext cx="644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edit the highlighted part in the samba configuration 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calho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" y="1443990"/>
            <a:ext cx="11064240" cy="3970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p addre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" y="422910"/>
            <a:ext cx="11117580" cy="60121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lection of disc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6510" y="1104900"/>
            <a:ext cx="707898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2"/>
          <p:cNvSpPr/>
          <p:nvPr/>
        </p:nvSpPr>
        <p:spPr>
          <a:xfrm>
            <a:off x="1064260" y="470535"/>
            <a:ext cx="9168765" cy="15093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Times New Roman" panose="02020603050405020304"/>
                <a:ea typeface="Calibri" panose="020F0502020204030204"/>
              </a:rPr>
              <a:t>SAMBA – SWAT (Samba Web Admin Tool)</a:t>
            </a:r>
            <a:endParaRPr lang="en-IN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Times New Roman" panose="02020603050405020304"/>
                <a:ea typeface="Calibri" panose="020F0502020204030204"/>
              </a:rPr>
              <a:t>Follow the process of samba.</a:t>
            </a:r>
            <a:endParaRPr lang="en-IN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Times New Roman" panose="02020603050405020304"/>
                <a:ea typeface="Calibri" panose="020F0502020204030204"/>
              </a:rPr>
              <a:t>Mount CD3 and install samba-swat package</a:t>
            </a:r>
            <a:endParaRPr lang="en-IN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Times New Roman" panose="02020603050405020304"/>
                <a:ea typeface="Calibri" panose="020F0502020204030204"/>
              </a:rPr>
              <a:t>Make following changes to samba swat configuration file (xinetd.d/swat). Write IP address of samba server as the value of only_from.</a:t>
            </a:r>
            <a:endParaRPr lang="en-IN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" name="Picture 1" descr="swat edit and install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630" y="1755775"/>
            <a:ext cx="8206740" cy="44697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2"/>
          <p:cNvSpPr/>
          <p:nvPr/>
        </p:nvSpPr>
        <p:spPr>
          <a:xfrm rot="10800000" flipV="1">
            <a:off x="463550" y="0"/>
            <a:ext cx="7881620" cy="1188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Times New Roman" panose="02020603050405020304"/>
                <a:ea typeface="Calibri" panose="020F0502020204030204"/>
              </a:rPr>
              <a:t>Start the service of samba (smb) and samba swat (using xinetd) as follows:</a:t>
            </a:r>
            <a:endParaRPr lang="en-IN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3" name="Picture 2" descr="service st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880" y="1188085"/>
            <a:ext cx="9532620" cy="2727960"/>
          </a:xfrm>
          <a:prstGeom prst="rect">
            <a:avLst/>
          </a:prstGeom>
        </p:spPr>
      </p:pic>
      <p:sp>
        <p:nvSpPr>
          <p:cNvPr id="93" name="Rectangle 3"/>
          <p:cNvSpPr/>
          <p:nvPr/>
        </p:nvSpPr>
        <p:spPr>
          <a:xfrm>
            <a:off x="1198880" y="4498340"/>
            <a:ext cx="8484870" cy="94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Times New Roman" panose="02020603050405020304"/>
                <a:ea typeface="Calibri" panose="020F0502020204030204"/>
              </a:rPr>
              <a:t>Open browser and type the URL as </a:t>
            </a:r>
            <a:endParaRPr lang="en-IN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  <a:ea typeface="Calibri" panose="020F0502020204030204"/>
              </a:rPr>
              <a:t>http:// IPADDRESS of samba server : Port number</a:t>
            </a:r>
            <a:endParaRPr lang="en-IN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  <a:ea typeface="Calibri" panose="020F0502020204030204"/>
              </a:rPr>
              <a:t>For Eg: here its   </a:t>
            </a:r>
            <a:r>
              <a:rPr lang="en-US" sz="1400" b="0" strike="noStrike" spc="-1">
                <a:solidFill>
                  <a:srgbClr val="0563C1"/>
                </a:solidFill>
                <a:latin typeface="Times New Roman" panose="02020603050405020304"/>
                <a:ea typeface="Calibri" panose="020F0502020204030204"/>
                <a:hlinkClick r:id="rId2"/>
              </a:rPr>
              <a:t>http://192.168.192.150:901</a:t>
            </a:r>
            <a:endParaRPr lang="en-IN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  <a:ea typeface="Calibri" panose="020F0502020204030204"/>
              </a:rPr>
              <a:t>And press enter.  You will see a prompt box. Enter samba user name and samba password here and click on OK.</a:t>
            </a:r>
            <a:endParaRPr lang="en-IN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eb browser st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674370"/>
            <a:ext cx="8351520" cy="55092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elcome to samba  mess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430" y="502285"/>
            <a:ext cx="11264265" cy="5337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WhatsApp Image 2025-11-14 at 12.52.30_ae0968b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430" y="2039620"/>
            <a:ext cx="6309995" cy="426656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012825" y="288290"/>
            <a:ext cx="7379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Now in terminal type-  iptables -L -n | grep 901</a:t>
            </a:r>
            <a:br>
              <a:rPr lang="en-US"/>
            </a:br>
            <a:r>
              <a:rPr lang="en-US"/>
              <a:t>To</a:t>
            </a:r>
            <a:r>
              <a:rPr lang="en-US" altLang="en-US"/>
              <a:t> check whether any firewall rule exists related to port 901.</a:t>
            </a:r>
            <a:endParaRPr lang="en-US" altLang="en-US"/>
          </a:p>
          <a:p>
            <a:r>
              <a:rPr lang="en-US" altLang="en-US"/>
              <a:t>Then restart smb and xinetd.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631950" y="564515"/>
            <a:ext cx="8141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again type- gedit /etc/xinetd.d/swat    </a:t>
            </a:r>
            <a:br>
              <a:rPr lang="en-US"/>
            </a:br>
            <a:r>
              <a:rPr lang="en-US"/>
              <a:t>to edit the “only_from” and set it to 0.0.0.0/0</a:t>
            </a:r>
            <a:endParaRPr lang="en-US"/>
          </a:p>
        </p:txBody>
      </p:sp>
      <p:pic>
        <p:nvPicPr>
          <p:cNvPr id="3" name="Picture 2" descr="WhatsApp Image 2025-11-14 at 12.53.16_76874ad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45" y="1413510"/>
            <a:ext cx="6077585" cy="53016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431290" y="472440"/>
            <a:ext cx="91795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Now open any browser on the PC and type the ip address of the samba user created;eg-172.26.88.145</a:t>
            </a:r>
            <a:br>
              <a:rPr lang="en-US"/>
            </a:br>
            <a:r>
              <a:rPr lang="en-US"/>
              <a:t>Give the username and password of the samba user .</a:t>
            </a:r>
            <a:br>
              <a:rPr lang="en-US"/>
            </a:br>
            <a:r>
              <a:rPr lang="en-US"/>
              <a:t>This will finally open the “Samba server message” .</a:t>
            </a:r>
            <a:endParaRPr lang="en-US"/>
          </a:p>
          <a:p>
            <a:r>
              <a:rPr lang="en-US"/>
              <a:t>This show the crossplatform connection between the Linux Samba Server and the original PC.</a:t>
            </a:r>
            <a:endParaRPr lang="en-US"/>
          </a:p>
        </p:txBody>
      </p:sp>
      <p:pic>
        <p:nvPicPr>
          <p:cNvPr id="3" name="Picture 2" descr="WhatsApp Image 2025-11-14 at 12.52.25_a1b819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240" y="2197100"/>
            <a:ext cx="7378065" cy="415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1729</Words>
  <Application>WPS Presentation</Application>
  <PresentationFormat>Widescreen</PresentationFormat>
  <Paragraphs>48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Arial</vt:lpstr>
      <vt:lpstr>Calibri Light</vt:lpstr>
      <vt:lpstr>Times New Roman</vt:lpstr>
      <vt:lpstr>OpenSymbol</vt:lpstr>
      <vt:lpstr>Segoe Print</vt:lpstr>
      <vt:lpstr>Microsoft YaHei</vt:lpstr>
      <vt:lpstr>Arial Unicode MS</vt:lpstr>
      <vt:lpstr>Calibri</vt:lpstr>
      <vt:lpstr>Office Theme</vt:lpstr>
      <vt:lpstr>SAMBA SERVER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824 Sahil Tigga</cp:lastModifiedBy>
  <cp:revision>5</cp:revision>
  <dcterms:created xsi:type="dcterms:W3CDTF">2025-07-23T00:59:00Z</dcterms:created>
  <dcterms:modified xsi:type="dcterms:W3CDTF">2025-11-14T16:03:55Z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246906196DF94D54869B3B30EBE56FC5_11</vt:lpwstr>
  </property>
  <property fmtid="{D5CDD505-2E9C-101B-9397-08002B2CF9AE}" pid="3" name="KSOProductBuildVer">
    <vt:lpwstr>1033-12.2.0.23155</vt:lpwstr>
  </property>
</Properties>
</file>