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44325" y="2193942"/>
            <a:ext cx="15220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262" y="410897"/>
            <a:ext cx="8552898" cy="1369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4140" y="2089219"/>
            <a:ext cx="7640955" cy="3811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71891" y="6965614"/>
            <a:ext cx="2590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4325" y="2193942"/>
            <a:ext cx="152209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5">
                <a:latin typeface="Tahoma"/>
                <a:cs typeface="Tahoma"/>
              </a:rPr>
              <a:t>Unit-</a:t>
            </a:r>
            <a:r>
              <a:rPr dirty="0" sz="4400" spc="-50">
                <a:latin typeface="Tahoma"/>
                <a:cs typeface="Tahoma"/>
              </a:rPr>
              <a:t>3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41188" y="2864673"/>
            <a:ext cx="57283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Tahoma"/>
                <a:cs typeface="Tahoma"/>
              </a:rPr>
              <a:t>3.9</a:t>
            </a:r>
            <a:r>
              <a:rPr dirty="0" sz="4400" spc="-20">
                <a:latin typeface="Tahoma"/>
                <a:cs typeface="Tahoma"/>
              </a:rPr>
              <a:t> </a:t>
            </a:r>
            <a:r>
              <a:rPr dirty="0" sz="4400">
                <a:latin typeface="Tahoma"/>
                <a:cs typeface="Tahoma"/>
              </a:rPr>
              <a:t>Use</a:t>
            </a:r>
            <a:r>
              <a:rPr dirty="0" sz="4400" spc="-15">
                <a:latin typeface="Tahoma"/>
                <a:cs typeface="Tahoma"/>
              </a:rPr>
              <a:t> </a:t>
            </a:r>
            <a:r>
              <a:rPr dirty="0" sz="4400">
                <a:latin typeface="Tahoma"/>
                <a:cs typeface="Tahoma"/>
              </a:rPr>
              <a:t>Case</a:t>
            </a:r>
            <a:r>
              <a:rPr dirty="0" sz="4400" spc="-65">
                <a:latin typeface="Tahoma"/>
                <a:cs typeface="Tahoma"/>
              </a:rPr>
              <a:t> </a:t>
            </a:r>
            <a:r>
              <a:rPr dirty="0" sz="4400" spc="-10">
                <a:latin typeface="Tahoma"/>
                <a:cs typeface="Tahoma"/>
              </a:rPr>
              <a:t>Diagrams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98003" y="6965614"/>
            <a:ext cx="12318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1C1C1C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28073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32" y="2079686"/>
            <a:ext cx="7896225" cy="446341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54965" marR="79375" indent="-342900">
              <a:lnSpc>
                <a:spcPts val="2690"/>
              </a:lnSpc>
              <a:spcBef>
                <a:spcPts val="745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Getting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started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most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difficulty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part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any </a:t>
            </a:r>
            <a:r>
              <a:rPr dirty="0" sz="2800">
                <a:latin typeface="Tahoma"/>
                <a:cs typeface="Tahoma"/>
              </a:rPr>
              <a:t>new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process.</a:t>
            </a:r>
            <a:endParaRPr sz="2800">
              <a:latin typeface="Tahoma"/>
              <a:cs typeface="Tahoma"/>
            </a:endParaRPr>
          </a:p>
          <a:p>
            <a:pPr marL="354965" marR="219710" indent="-342900">
              <a:lnSpc>
                <a:spcPts val="2690"/>
              </a:lnSpc>
              <a:spcBef>
                <a:spcPts val="665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software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modelling,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first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thing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you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need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understand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what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you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going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>
                <a:latin typeface="Tahoma"/>
                <a:cs typeface="Tahoma"/>
              </a:rPr>
              <a:t>model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ultimately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develop.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ts val="3025"/>
              </a:lnSpc>
              <a:spcBef>
                <a:spcPts val="20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Creating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highest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form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details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about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system-</a:t>
            </a:r>
            <a:endParaRPr sz="2800">
              <a:latin typeface="Tahoma"/>
              <a:cs typeface="Tahoma"/>
            </a:endParaRPr>
          </a:p>
          <a:p>
            <a:pPr marL="354965" marR="5080">
              <a:lnSpc>
                <a:spcPts val="2690"/>
              </a:lnSpc>
              <a:spcBef>
                <a:spcPts val="310"/>
              </a:spcBef>
            </a:pPr>
            <a:r>
              <a:rPr dirty="0" sz="2800" spc="-10">
                <a:latin typeface="Tahoma"/>
                <a:cs typeface="Tahoma"/>
              </a:rPr>
              <a:t>-</a:t>
            </a:r>
            <a:r>
              <a:rPr dirty="0" sz="2800">
                <a:latin typeface="Tahoma"/>
                <a:cs typeface="Tahoma"/>
              </a:rPr>
              <a:t>use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case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diagram-</a:t>
            </a:r>
            <a:r>
              <a:rPr dirty="0" sz="2800" spc="-10">
                <a:latin typeface="Tahoma"/>
                <a:cs typeface="Tahoma"/>
              </a:rPr>
              <a:t>-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almost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natural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origin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software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design.</a:t>
            </a:r>
            <a:endParaRPr sz="2800">
              <a:latin typeface="Tahoma"/>
              <a:cs typeface="Tahoma"/>
            </a:endParaRPr>
          </a:p>
          <a:p>
            <a:pPr marL="354965" marR="223520" indent="-342900">
              <a:lnSpc>
                <a:spcPts val="2690"/>
              </a:lnSpc>
              <a:spcBef>
                <a:spcPts val="670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case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diagram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excellent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way</a:t>
            </a:r>
            <a:r>
              <a:rPr dirty="0" sz="2800" spc="-35">
                <a:latin typeface="Tahoma"/>
                <a:cs typeface="Tahoma"/>
              </a:rPr>
              <a:t> to </a:t>
            </a:r>
            <a:r>
              <a:rPr dirty="0" sz="2800">
                <a:latin typeface="Tahoma"/>
                <a:cs typeface="Tahoma"/>
              </a:rPr>
              <a:t>communicate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management,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customers,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>
                <a:latin typeface="Tahoma"/>
                <a:cs typeface="Tahoma"/>
              </a:rPr>
              <a:t>other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non-</a:t>
            </a:r>
            <a:r>
              <a:rPr dirty="0" sz="2800">
                <a:latin typeface="Tahoma"/>
                <a:cs typeface="Tahoma"/>
              </a:rPr>
              <a:t>development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people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what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system </a:t>
            </a:r>
            <a:r>
              <a:rPr dirty="0" sz="2800">
                <a:latin typeface="Tahoma"/>
                <a:cs typeface="Tahoma"/>
              </a:rPr>
              <a:t>will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do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when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completed.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82905">
              <a:lnSpc>
                <a:spcPct val="100000"/>
              </a:lnSpc>
              <a:spcBef>
                <a:spcPts val="100"/>
              </a:spcBef>
            </a:pPr>
            <a:r>
              <a:rPr dirty="0"/>
              <a:t>University</a:t>
            </a:r>
            <a:r>
              <a:rPr dirty="0" spc="-180"/>
              <a:t> </a:t>
            </a:r>
            <a:r>
              <a:rPr dirty="0"/>
              <a:t>Record</a:t>
            </a:r>
            <a:r>
              <a:rPr dirty="0" spc="-155"/>
              <a:t> </a:t>
            </a:r>
            <a:r>
              <a:rPr dirty="0"/>
              <a:t>System</a:t>
            </a:r>
            <a:r>
              <a:rPr dirty="0" spc="-140"/>
              <a:t> </a:t>
            </a:r>
            <a:r>
              <a:rPr dirty="0" spc="-10"/>
              <a:t>(URS)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75" y="2128531"/>
            <a:ext cx="7838440" cy="42875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354965" marR="553720" indent="-342900">
              <a:lnSpc>
                <a:spcPts val="2590"/>
              </a:lnSpc>
              <a:spcBef>
                <a:spcPts val="425"/>
              </a:spcBef>
              <a:buClr>
                <a:srgbClr val="FFCF01"/>
              </a:buClr>
              <a:buSzPct val="60416"/>
              <a:buFont typeface="Times New Roman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University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record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system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should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keep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information </a:t>
            </a:r>
            <a:r>
              <a:rPr dirty="0" sz="2400">
                <a:latin typeface="Tahoma"/>
                <a:cs typeface="Tahoma"/>
              </a:rPr>
              <a:t>about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academic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staff.</a:t>
            </a:r>
            <a:endParaRPr sz="2400">
              <a:latin typeface="Tahoma"/>
              <a:cs typeface="Tahoma"/>
            </a:endParaRPr>
          </a:p>
          <a:p>
            <a:pPr algn="just" marL="354965" marR="142240" indent="-342900">
              <a:lnSpc>
                <a:spcPts val="2590"/>
              </a:lnSpc>
              <a:spcBef>
                <a:spcPts val="580"/>
              </a:spcBef>
              <a:buClr>
                <a:srgbClr val="FFCF01"/>
              </a:buClr>
              <a:buSzPct val="60416"/>
              <a:buFont typeface="Times New Roman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Records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university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members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include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their </a:t>
            </a:r>
            <a:r>
              <a:rPr dirty="0" sz="2400">
                <a:latin typeface="Tahoma"/>
                <a:cs typeface="Tahoma"/>
              </a:rPr>
              <a:t>id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30">
                <a:latin typeface="Tahoma"/>
                <a:cs typeface="Tahoma"/>
              </a:rPr>
              <a:t>number,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surname,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given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name,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email,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address,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date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birth,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telephone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number.</a:t>
            </a:r>
            <a:endParaRPr sz="2400">
              <a:latin typeface="Tahoma"/>
              <a:cs typeface="Tahoma"/>
            </a:endParaRPr>
          </a:p>
          <a:p>
            <a:pPr lvl="1" marL="756285" marR="5080" indent="-287020">
              <a:lnSpc>
                <a:spcPts val="216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756285" algn="l"/>
                <a:tab pos="2552700" algn="l"/>
              </a:tabLst>
            </a:pPr>
            <a:r>
              <a:rPr dirty="0" sz="2000">
                <a:latin typeface="Tahoma"/>
                <a:cs typeface="Tahoma"/>
              </a:rPr>
              <a:t>Students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academic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staff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each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have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their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own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unique</a:t>
            </a:r>
            <a:r>
              <a:rPr dirty="0" sz="2000" spc="-25">
                <a:latin typeface="Tahoma"/>
                <a:cs typeface="Tahoma"/>
              </a:rPr>
              <a:t> ID </a:t>
            </a:r>
            <a:r>
              <a:rPr dirty="0" sz="2000">
                <a:latin typeface="Tahoma"/>
                <a:cs typeface="Tahoma"/>
              </a:rPr>
              <a:t>number: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studN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(students),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acadN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(academic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employee),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where </a:t>
            </a:r>
            <a:r>
              <a:rPr dirty="0" sz="2000">
                <a:latin typeface="Tahoma"/>
                <a:cs typeface="Tahoma"/>
              </a:rPr>
              <a:t>N 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integer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10">
                <a:latin typeface="Tahoma"/>
                <a:cs typeface="Tahoma"/>
              </a:rPr>
              <a:t>(N&gt;0).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50"/>
              </a:spcBef>
              <a:buClr>
                <a:srgbClr val="FFCF01"/>
              </a:buClr>
              <a:buSzPct val="60416"/>
              <a:buFont typeface="Times New Roman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addition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attributes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mentioned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above:</a:t>
            </a:r>
            <a:endParaRPr sz="2400">
              <a:latin typeface="Tahoma"/>
              <a:cs typeface="Tahoma"/>
            </a:endParaRPr>
          </a:p>
          <a:p>
            <a:pPr lvl="1" marL="756285" marR="46990" indent="-287020">
              <a:lnSpc>
                <a:spcPts val="2160"/>
              </a:lnSpc>
              <a:spcBef>
                <a:spcPts val="515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Students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will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also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have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list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subjects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they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enrolled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in.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A </a:t>
            </a:r>
            <a:r>
              <a:rPr dirty="0" sz="2000">
                <a:latin typeface="Tahoma"/>
                <a:cs typeface="Tahoma"/>
              </a:rPr>
              <a:t>student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cannot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enrolled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any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more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10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subjects.</a:t>
            </a:r>
            <a:endParaRPr sz="2000">
              <a:latin typeface="Tahoma"/>
              <a:cs typeface="Tahoma"/>
            </a:endParaRPr>
          </a:p>
          <a:p>
            <a:pPr lvl="1" marL="756285" marR="270510" indent="-287020">
              <a:lnSpc>
                <a:spcPts val="216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Academic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employees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will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have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salary,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list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subjects </a:t>
            </a:r>
            <a:r>
              <a:rPr dirty="0" sz="2000">
                <a:latin typeface="Tahoma"/>
                <a:cs typeface="Tahoma"/>
              </a:rPr>
              <a:t>they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teach.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academic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teach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more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3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subjects.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Some</a:t>
            </a:r>
            <a:r>
              <a:rPr dirty="0" spc="-65"/>
              <a:t> </a:t>
            </a:r>
            <a:r>
              <a:rPr dirty="0"/>
              <a:t>Actions</a:t>
            </a:r>
            <a:r>
              <a:rPr dirty="0" spc="-60"/>
              <a:t> </a:t>
            </a:r>
            <a:r>
              <a:rPr dirty="0"/>
              <a:t>Supported</a:t>
            </a:r>
            <a:r>
              <a:rPr dirty="0" spc="-90"/>
              <a:t> </a:t>
            </a:r>
            <a:r>
              <a:rPr dirty="0"/>
              <a:t>by</a:t>
            </a:r>
            <a:r>
              <a:rPr dirty="0" spc="-70"/>
              <a:t> </a:t>
            </a:r>
            <a:r>
              <a:rPr dirty="0" spc="-25"/>
              <a:t>URS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163572"/>
            <a:ext cx="7760334" cy="3903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 marR="514984" indent="-609600">
              <a:lnSpc>
                <a:spcPct val="100000"/>
              </a:lnSpc>
              <a:spcBef>
                <a:spcPts val="10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621665" algn="l"/>
              </a:tabLst>
            </a:pP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system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should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able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handle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following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commands.</a:t>
            </a:r>
            <a:endParaRPr sz="3200">
              <a:latin typeface="Tahoma"/>
              <a:cs typeface="Tahoma"/>
            </a:endParaRPr>
          </a:p>
          <a:p>
            <a:pPr lvl="1" marL="1003300" marR="989965" indent="-534035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1003300" algn="l"/>
              </a:tabLst>
            </a:pPr>
            <a:r>
              <a:rPr dirty="0" sz="2800">
                <a:latin typeface="Tahoma"/>
                <a:cs typeface="Tahoma"/>
              </a:rPr>
              <a:t>Add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remove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university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members </a:t>
            </a:r>
            <a:r>
              <a:rPr dirty="0" sz="2800">
                <a:latin typeface="Tahoma"/>
                <a:cs typeface="Tahoma"/>
              </a:rPr>
              <a:t>(students,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academic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staff)</a:t>
            </a:r>
            <a:endParaRPr sz="2800">
              <a:latin typeface="Tahoma"/>
              <a:cs typeface="Tahoma"/>
            </a:endParaRPr>
          </a:p>
          <a:p>
            <a:pPr lvl="1" marL="1002665" indent="-53276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1002665" algn="l"/>
              </a:tabLst>
            </a:pPr>
            <a:r>
              <a:rPr dirty="0" sz="2800">
                <a:latin typeface="Tahoma"/>
                <a:cs typeface="Tahoma"/>
              </a:rPr>
              <a:t>Add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Delete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subjects</a:t>
            </a:r>
            <a:endParaRPr sz="2800">
              <a:latin typeface="Tahoma"/>
              <a:cs typeface="Tahoma"/>
            </a:endParaRPr>
          </a:p>
          <a:p>
            <a:pPr lvl="1" marL="1002665" indent="-53276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1002665" algn="l"/>
                <a:tab pos="4575175" algn="l"/>
              </a:tabLst>
            </a:pP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Un-</a:t>
            </a:r>
            <a:r>
              <a:rPr dirty="0" sz="2800" spc="-10">
                <a:latin typeface="Tahoma"/>
                <a:cs typeface="Tahoma"/>
              </a:rPr>
              <a:t>assign</a:t>
            </a:r>
            <a:r>
              <a:rPr dirty="0" sz="2800">
                <a:latin typeface="Tahoma"/>
                <a:cs typeface="Tahoma"/>
              </a:rPr>
              <a:t>	subjects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students</a:t>
            </a:r>
            <a:endParaRPr sz="2800">
              <a:latin typeface="Tahoma"/>
              <a:cs typeface="Tahoma"/>
            </a:endParaRPr>
          </a:p>
          <a:p>
            <a:pPr lvl="1" marL="1003300" marR="5080" indent="-5340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1003300" algn="l"/>
              </a:tabLst>
            </a:pP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Un-</a:t>
            </a: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subjects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academic staff.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194183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25"/>
              <a:t> </a:t>
            </a:r>
            <a:r>
              <a:rPr dirty="0"/>
              <a:t>Case</a:t>
            </a:r>
            <a:r>
              <a:rPr dirty="0" spc="-2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114756"/>
            <a:ext cx="7443470" cy="419608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5600" marR="167640" indent="-343535">
              <a:lnSpc>
                <a:spcPts val="3460"/>
              </a:lnSpc>
              <a:spcBef>
                <a:spcPts val="53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Use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Case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diagrams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show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various </a:t>
            </a:r>
            <a:r>
              <a:rPr dirty="0" sz="3200">
                <a:latin typeface="Tahoma"/>
                <a:cs typeface="Tahoma"/>
              </a:rPr>
              <a:t>activities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users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can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perform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 spc="-1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  <a:p>
            <a:pPr lvl="1" marL="756285" marR="906780" indent="-287020">
              <a:lnSpc>
                <a:spcPts val="3020"/>
              </a:lnSpc>
              <a:spcBef>
                <a:spcPts val="66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756285" algn="l"/>
              </a:tabLst>
            </a:pPr>
            <a:r>
              <a:rPr dirty="0" sz="2800">
                <a:latin typeface="Tahoma"/>
                <a:cs typeface="Tahoma"/>
              </a:rPr>
              <a:t>System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something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performs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a </a:t>
            </a:r>
            <a:r>
              <a:rPr dirty="0" sz="2800" spc="-10">
                <a:latin typeface="Tahoma"/>
                <a:cs typeface="Tahoma"/>
              </a:rPr>
              <a:t>function.</a:t>
            </a:r>
            <a:endParaRPr sz="2800">
              <a:latin typeface="Tahoma"/>
              <a:cs typeface="Tahoma"/>
            </a:endParaRPr>
          </a:p>
          <a:p>
            <a:pPr marL="355600" marR="5080" indent="-343535">
              <a:lnSpc>
                <a:spcPts val="3460"/>
              </a:lnSpc>
              <a:spcBef>
                <a:spcPts val="77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They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model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dynamic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aspects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 spc="-1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  <a:p>
            <a:pPr marL="355600" marR="734060" indent="-343535">
              <a:lnSpc>
                <a:spcPts val="3460"/>
              </a:lnSpc>
              <a:spcBef>
                <a:spcPts val="76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Provides</a:t>
            </a:r>
            <a:r>
              <a:rPr dirty="0" sz="3200" spc="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235">
                <a:latin typeface="Tahoma"/>
                <a:cs typeface="Tahoma"/>
              </a:rPr>
              <a:t> </a:t>
            </a:r>
            <a:r>
              <a:rPr dirty="0" sz="3350" spc="-1620" i="1">
                <a:latin typeface="Verdana"/>
                <a:cs typeface="Verdana"/>
              </a:rPr>
              <a:t>u</a:t>
            </a:r>
            <a:r>
              <a:rPr dirty="0" sz="3350" spc="-1710" i="1">
                <a:latin typeface="Verdana"/>
                <a:cs typeface="Verdana"/>
              </a:rPr>
              <a:t>s</a:t>
            </a:r>
            <a:r>
              <a:rPr dirty="0" sz="3350" spc="-1739" i="1">
                <a:latin typeface="Verdana"/>
                <a:cs typeface="Verdana"/>
              </a:rPr>
              <a:t>e</a:t>
            </a:r>
            <a:r>
              <a:rPr dirty="0" sz="3350" spc="-2695" i="1">
                <a:latin typeface="Verdana"/>
                <a:cs typeface="Verdana"/>
              </a:rPr>
              <a:t>r</a:t>
            </a:r>
            <a:r>
              <a:rPr dirty="0" sz="3350" spc="-3025" i="1">
                <a:latin typeface="Verdana"/>
                <a:cs typeface="Verdana"/>
              </a:rPr>
              <a:t>’</a:t>
            </a:r>
            <a:r>
              <a:rPr dirty="0" sz="3350" spc="-185" i="1">
                <a:latin typeface="Verdana"/>
                <a:cs typeface="Verdana"/>
              </a:rPr>
              <a:t>s</a:t>
            </a:r>
            <a:r>
              <a:rPr dirty="0" sz="3200" spc="-60">
                <a:latin typeface="Tahoma"/>
                <a:cs typeface="Tahoma"/>
              </a:rPr>
              <a:t>p</a:t>
            </a:r>
            <a:r>
              <a:rPr dirty="0" sz="3200" spc="-35">
                <a:latin typeface="Tahoma"/>
                <a:cs typeface="Tahoma"/>
              </a:rPr>
              <a:t>e</a:t>
            </a:r>
            <a:r>
              <a:rPr dirty="0" sz="3200" spc="-50">
                <a:latin typeface="Tahoma"/>
                <a:cs typeface="Tahoma"/>
              </a:rPr>
              <a:t>r</a:t>
            </a:r>
            <a:r>
              <a:rPr dirty="0" sz="3200" spc="-35">
                <a:latin typeface="Tahoma"/>
                <a:cs typeface="Tahoma"/>
              </a:rPr>
              <a:t>s</a:t>
            </a:r>
            <a:r>
              <a:rPr dirty="0" sz="3200" spc="-60">
                <a:latin typeface="Tahoma"/>
                <a:cs typeface="Tahoma"/>
              </a:rPr>
              <a:t>p</a:t>
            </a:r>
            <a:r>
              <a:rPr dirty="0" sz="3200" spc="-35">
                <a:latin typeface="Tahoma"/>
                <a:cs typeface="Tahoma"/>
              </a:rPr>
              <a:t>e</a:t>
            </a:r>
            <a:r>
              <a:rPr dirty="0" sz="3200" spc="-50">
                <a:latin typeface="Tahoma"/>
                <a:cs typeface="Tahoma"/>
              </a:rPr>
              <a:t>c</a:t>
            </a:r>
            <a:r>
              <a:rPr dirty="0" sz="3200" spc="-65">
                <a:latin typeface="Tahoma"/>
                <a:cs typeface="Tahoma"/>
              </a:rPr>
              <a:t>t</a:t>
            </a:r>
            <a:r>
              <a:rPr dirty="0" sz="3200" spc="-45">
                <a:latin typeface="Tahoma"/>
                <a:cs typeface="Tahoma"/>
              </a:rPr>
              <a:t>i</a:t>
            </a:r>
            <a:r>
              <a:rPr dirty="0" sz="3200" spc="-80">
                <a:latin typeface="Tahoma"/>
                <a:cs typeface="Tahoma"/>
              </a:rPr>
              <a:t>v</a:t>
            </a:r>
            <a:r>
              <a:rPr dirty="0" sz="3200" spc="-45">
                <a:latin typeface="Tahoma"/>
                <a:cs typeface="Tahoma"/>
              </a:rPr>
              <a:t>e</a:t>
            </a:r>
            <a:r>
              <a:rPr dirty="0" sz="3200" spc="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 spc="-1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24" y="773567"/>
            <a:ext cx="78174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89780" algn="l"/>
              </a:tabLst>
            </a:pPr>
            <a:r>
              <a:rPr dirty="0" sz="4000">
                <a:latin typeface="Arial MT"/>
                <a:cs typeface="Arial MT"/>
              </a:rPr>
              <a:t>Use</a:t>
            </a:r>
            <a:r>
              <a:rPr dirty="0" sz="4000" spc="-85">
                <a:latin typeface="Arial MT"/>
                <a:cs typeface="Arial MT"/>
              </a:rPr>
              <a:t> </a:t>
            </a:r>
            <a:r>
              <a:rPr dirty="0" sz="4000">
                <a:latin typeface="Arial MT"/>
                <a:cs typeface="Arial MT"/>
              </a:rPr>
              <a:t>Case</a:t>
            </a:r>
            <a:r>
              <a:rPr dirty="0" sz="4000" spc="-85">
                <a:latin typeface="Arial MT"/>
                <a:cs typeface="Arial MT"/>
              </a:rPr>
              <a:t> </a:t>
            </a:r>
            <a:r>
              <a:rPr dirty="0" sz="4000" spc="-10">
                <a:latin typeface="Arial MT"/>
                <a:cs typeface="Arial MT"/>
              </a:rPr>
              <a:t>Diagram</a:t>
            </a:r>
            <a:r>
              <a:rPr dirty="0" sz="4000">
                <a:latin typeface="Arial MT"/>
                <a:cs typeface="Arial MT"/>
              </a:rPr>
              <a:t>	-</a:t>
            </a:r>
            <a:r>
              <a:rPr dirty="0" sz="4000" spc="-55">
                <a:latin typeface="Arial MT"/>
                <a:cs typeface="Arial MT"/>
              </a:rPr>
              <a:t> </a:t>
            </a:r>
            <a:r>
              <a:rPr dirty="0" sz="4000">
                <a:latin typeface="Arial MT"/>
                <a:cs typeface="Arial MT"/>
              </a:rPr>
              <a:t>URS</a:t>
            </a:r>
            <a:r>
              <a:rPr dirty="0" sz="4000" spc="-30">
                <a:latin typeface="Arial MT"/>
                <a:cs typeface="Arial MT"/>
              </a:rPr>
              <a:t> </a:t>
            </a:r>
            <a:r>
              <a:rPr dirty="0" sz="4000" spc="-10">
                <a:latin typeface="Arial MT"/>
                <a:cs typeface="Arial MT"/>
              </a:rPr>
              <a:t>System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47210" y="1814195"/>
            <a:ext cx="3926204" cy="5287010"/>
            <a:chOff x="3847210" y="1814195"/>
            <a:chExt cx="3926204" cy="5287010"/>
          </a:xfrm>
        </p:grpSpPr>
        <p:sp>
          <p:nvSpPr>
            <p:cNvPr id="4" name="object 4" descr=""/>
            <p:cNvSpPr/>
            <p:nvPr/>
          </p:nvSpPr>
          <p:spPr>
            <a:xfrm>
              <a:off x="3861815" y="1828800"/>
              <a:ext cx="2356485" cy="5257800"/>
            </a:xfrm>
            <a:custGeom>
              <a:avLst/>
              <a:gdLst/>
              <a:ahLst/>
              <a:cxnLst/>
              <a:rect l="l" t="t" r="r" b="b"/>
              <a:pathLst>
                <a:path w="2356485" h="5257800">
                  <a:moveTo>
                    <a:pt x="0" y="0"/>
                  </a:moveTo>
                  <a:lnTo>
                    <a:pt x="2356103" y="0"/>
                  </a:lnTo>
                  <a:lnTo>
                    <a:pt x="2356103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934" y="2416301"/>
              <a:ext cx="210312" cy="21183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397496" y="2613660"/>
              <a:ext cx="361315" cy="548640"/>
            </a:xfrm>
            <a:custGeom>
              <a:avLst/>
              <a:gdLst/>
              <a:ahLst/>
              <a:cxnLst/>
              <a:rect l="l" t="t" r="r" b="b"/>
              <a:pathLst>
                <a:path w="361315" h="548639">
                  <a:moveTo>
                    <a:pt x="179832" y="0"/>
                  </a:moveTo>
                  <a:lnTo>
                    <a:pt x="179832" y="365759"/>
                  </a:lnTo>
                </a:path>
                <a:path w="361315" h="548639">
                  <a:moveTo>
                    <a:pt x="89916" y="548640"/>
                  </a:moveTo>
                  <a:lnTo>
                    <a:pt x="179832" y="365759"/>
                  </a:lnTo>
                  <a:lnTo>
                    <a:pt x="271271" y="548640"/>
                  </a:lnTo>
                </a:path>
                <a:path w="361315" h="548639">
                  <a:moveTo>
                    <a:pt x="0" y="91440"/>
                  </a:moveTo>
                  <a:lnTo>
                    <a:pt x="361187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67199" y="3505200"/>
              <a:ext cx="1542415" cy="457200"/>
            </a:xfrm>
            <a:custGeom>
              <a:avLst/>
              <a:gdLst/>
              <a:ahLst/>
              <a:cxnLst/>
              <a:rect l="l" t="t" r="r" b="b"/>
              <a:pathLst>
                <a:path w="1542414" h="457200">
                  <a:moveTo>
                    <a:pt x="0" y="228600"/>
                  </a:moveTo>
                  <a:lnTo>
                    <a:pt x="12447" y="187847"/>
                  </a:lnTo>
                  <a:lnTo>
                    <a:pt x="48324" y="149352"/>
                  </a:lnTo>
                  <a:lnTo>
                    <a:pt x="105438" y="113791"/>
                  </a:lnTo>
                  <a:lnTo>
                    <a:pt x="141272" y="97324"/>
                  </a:lnTo>
                  <a:lnTo>
                    <a:pt x="181592" y="81844"/>
                  </a:lnTo>
                  <a:lnTo>
                    <a:pt x="226123" y="67436"/>
                  </a:lnTo>
                  <a:lnTo>
                    <a:pt x="274591" y="54186"/>
                  </a:lnTo>
                  <a:lnTo>
                    <a:pt x="326722" y="42178"/>
                  </a:lnTo>
                  <a:lnTo>
                    <a:pt x="382241" y="31495"/>
                  </a:lnTo>
                  <a:lnTo>
                    <a:pt x="440874" y="22225"/>
                  </a:lnTo>
                  <a:lnTo>
                    <a:pt x="502347" y="14449"/>
                  </a:lnTo>
                  <a:lnTo>
                    <a:pt x="566384" y="8254"/>
                  </a:lnTo>
                  <a:lnTo>
                    <a:pt x="632712" y="3725"/>
                  </a:lnTo>
                  <a:lnTo>
                    <a:pt x="701057" y="945"/>
                  </a:lnTo>
                  <a:lnTo>
                    <a:pt x="771143" y="0"/>
                  </a:lnTo>
                  <a:lnTo>
                    <a:pt x="841457" y="945"/>
                  </a:lnTo>
                  <a:lnTo>
                    <a:pt x="909976" y="3725"/>
                  </a:lnTo>
                  <a:lnTo>
                    <a:pt x="976432" y="8254"/>
                  </a:lnTo>
                  <a:lnTo>
                    <a:pt x="1040555" y="14449"/>
                  </a:lnTo>
                  <a:lnTo>
                    <a:pt x="1102075" y="22225"/>
                  </a:lnTo>
                  <a:lnTo>
                    <a:pt x="1160723" y="31496"/>
                  </a:lnTo>
                  <a:lnTo>
                    <a:pt x="1216229" y="42178"/>
                  </a:lnTo>
                  <a:lnTo>
                    <a:pt x="1268323" y="54186"/>
                  </a:lnTo>
                  <a:lnTo>
                    <a:pt x="1316735" y="67437"/>
                  </a:lnTo>
                  <a:lnTo>
                    <a:pt x="1361197" y="81844"/>
                  </a:lnTo>
                  <a:lnTo>
                    <a:pt x="1401438" y="97324"/>
                  </a:lnTo>
                  <a:lnTo>
                    <a:pt x="1437188" y="113792"/>
                  </a:lnTo>
                  <a:lnTo>
                    <a:pt x="1494138" y="149352"/>
                  </a:lnTo>
                  <a:lnTo>
                    <a:pt x="1529891" y="187847"/>
                  </a:lnTo>
                  <a:lnTo>
                    <a:pt x="1542287" y="228600"/>
                  </a:lnTo>
                  <a:lnTo>
                    <a:pt x="1539143" y="249442"/>
                  </a:lnTo>
                  <a:lnTo>
                    <a:pt x="1514799" y="289454"/>
                  </a:lnTo>
                  <a:lnTo>
                    <a:pt x="1468178" y="326699"/>
                  </a:lnTo>
                  <a:lnTo>
                    <a:pt x="1401438" y="360539"/>
                  </a:lnTo>
                  <a:lnTo>
                    <a:pt x="1361197" y="375982"/>
                  </a:lnTo>
                  <a:lnTo>
                    <a:pt x="1316735" y="390334"/>
                  </a:lnTo>
                  <a:lnTo>
                    <a:pt x="1268323" y="403515"/>
                  </a:lnTo>
                  <a:lnTo>
                    <a:pt x="1216229" y="415444"/>
                  </a:lnTo>
                  <a:lnTo>
                    <a:pt x="1160723" y="426042"/>
                  </a:lnTo>
                  <a:lnTo>
                    <a:pt x="1102075" y="435229"/>
                  </a:lnTo>
                  <a:lnTo>
                    <a:pt x="1040555" y="442925"/>
                  </a:lnTo>
                  <a:lnTo>
                    <a:pt x="976432" y="449050"/>
                  </a:lnTo>
                  <a:lnTo>
                    <a:pt x="909976" y="453524"/>
                  </a:lnTo>
                  <a:lnTo>
                    <a:pt x="841457" y="456267"/>
                  </a:lnTo>
                  <a:lnTo>
                    <a:pt x="771143" y="457200"/>
                  </a:lnTo>
                  <a:lnTo>
                    <a:pt x="701057" y="456267"/>
                  </a:lnTo>
                  <a:lnTo>
                    <a:pt x="632712" y="453524"/>
                  </a:lnTo>
                  <a:lnTo>
                    <a:pt x="566384" y="449050"/>
                  </a:lnTo>
                  <a:lnTo>
                    <a:pt x="502347" y="442925"/>
                  </a:lnTo>
                  <a:lnTo>
                    <a:pt x="440874" y="435229"/>
                  </a:lnTo>
                  <a:lnTo>
                    <a:pt x="382241" y="426042"/>
                  </a:lnTo>
                  <a:lnTo>
                    <a:pt x="326722" y="415444"/>
                  </a:lnTo>
                  <a:lnTo>
                    <a:pt x="274591" y="403515"/>
                  </a:lnTo>
                  <a:lnTo>
                    <a:pt x="226123" y="390334"/>
                  </a:lnTo>
                  <a:lnTo>
                    <a:pt x="181592" y="375982"/>
                  </a:lnTo>
                  <a:lnTo>
                    <a:pt x="141272" y="360539"/>
                  </a:lnTo>
                  <a:lnTo>
                    <a:pt x="105438" y="344085"/>
                  </a:lnTo>
                  <a:lnTo>
                    <a:pt x="48324" y="308462"/>
                  </a:lnTo>
                  <a:lnTo>
                    <a:pt x="12447" y="269754"/>
                  </a:lnTo>
                  <a:lnTo>
                    <a:pt x="0" y="2286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343399" y="4648200"/>
              <a:ext cx="1542415" cy="533400"/>
            </a:xfrm>
            <a:custGeom>
              <a:avLst/>
              <a:gdLst/>
              <a:ahLst/>
              <a:cxnLst/>
              <a:rect l="l" t="t" r="r" b="b"/>
              <a:pathLst>
                <a:path w="1542414" h="533400">
                  <a:moveTo>
                    <a:pt x="0" y="266700"/>
                  </a:moveTo>
                  <a:lnTo>
                    <a:pt x="12447" y="219021"/>
                  </a:lnTo>
                  <a:lnTo>
                    <a:pt x="48324" y="174039"/>
                  </a:lnTo>
                  <a:lnTo>
                    <a:pt x="105438" y="132531"/>
                  </a:lnTo>
                  <a:lnTo>
                    <a:pt x="141272" y="113323"/>
                  </a:lnTo>
                  <a:lnTo>
                    <a:pt x="181592" y="95276"/>
                  </a:lnTo>
                  <a:lnTo>
                    <a:pt x="226123" y="78486"/>
                  </a:lnTo>
                  <a:lnTo>
                    <a:pt x="274591" y="63050"/>
                  </a:lnTo>
                  <a:lnTo>
                    <a:pt x="326722" y="49066"/>
                  </a:lnTo>
                  <a:lnTo>
                    <a:pt x="382241" y="36632"/>
                  </a:lnTo>
                  <a:lnTo>
                    <a:pt x="440874" y="25844"/>
                  </a:lnTo>
                  <a:lnTo>
                    <a:pt x="502347" y="16799"/>
                  </a:lnTo>
                  <a:lnTo>
                    <a:pt x="566384" y="9595"/>
                  </a:lnTo>
                  <a:lnTo>
                    <a:pt x="632712" y="4329"/>
                  </a:lnTo>
                  <a:lnTo>
                    <a:pt x="701057" y="1098"/>
                  </a:lnTo>
                  <a:lnTo>
                    <a:pt x="771143" y="0"/>
                  </a:lnTo>
                  <a:lnTo>
                    <a:pt x="841457" y="1098"/>
                  </a:lnTo>
                  <a:lnTo>
                    <a:pt x="909976" y="4329"/>
                  </a:lnTo>
                  <a:lnTo>
                    <a:pt x="976432" y="9595"/>
                  </a:lnTo>
                  <a:lnTo>
                    <a:pt x="1040555" y="16799"/>
                  </a:lnTo>
                  <a:lnTo>
                    <a:pt x="1102075" y="25844"/>
                  </a:lnTo>
                  <a:lnTo>
                    <a:pt x="1160723" y="36632"/>
                  </a:lnTo>
                  <a:lnTo>
                    <a:pt x="1216229" y="49066"/>
                  </a:lnTo>
                  <a:lnTo>
                    <a:pt x="1268323" y="63050"/>
                  </a:lnTo>
                  <a:lnTo>
                    <a:pt x="1316735" y="78486"/>
                  </a:lnTo>
                  <a:lnTo>
                    <a:pt x="1361197" y="95276"/>
                  </a:lnTo>
                  <a:lnTo>
                    <a:pt x="1401438" y="113323"/>
                  </a:lnTo>
                  <a:lnTo>
                    <a:pt x="1437188" y="132531"/>
                  </a:lnTo>
                  <a:lnTo>
                    <a:pt x="1494138" y="174039"/>
                  </a:lnTo>
                  <a:lnTo>
                    <a:pt x="1529891" y="219021"/>
                  </a:lnTo>
                  <a:lnTo>
                    <a:pt x="1542287" y="266700"/>
                  </a:lnTo>
                  <a:lnTo>
                    <a:pt x="1539143" y="291054"/>
                  </a:lnTo>
                  <a:lnTo>
                    <a:pt x="1514799" y="337784"/>
                  </a:lnTo>
                  <a:lnTo>
                    <a:pt x="1468178" y="381260"/>
                  </a:lnTo>
                  <a:lnTo>
                    <a:pt x="1401438" y="420740"/>
                  </a:lnTo>
                  <a:lnTo>
                    <a:pt x="1361197" y="438751"/>
                  </a:lnTo>
                  <a:lnTo>
                    <a:pt x="1316735" y="455485"/>
                  </a:lnTo>
                  <a:lnTo>
                    <a:pt x="1268323" y="470851"/>
                  </a:lnTo>
                  <a:lnTo>
                    <a:pt x="1216229" y="484755"/>
                  </a:lnTo>
                  <a:lnTo>
                    <a:pt x="1160723" y="497106"/>
                  </a:lnTo>
                  <a:lnTo>
                    <a:pt x="1102075" y="507810"/>
                  </a:lnTo>
                  <a:lnTo>
                    <a:pt x="1040555" y="516776"/>
                  </a:lnTo>
                  <a:lnTo>
                    <a:pt x="976432" y="523910"/>
                  </a:lnTo>
                  <a:lnTo>
                    <a:pt x="909976" y="529120"/>
                  </a:lnTo>
                  <a:lnTo>
                    <a:pt x="841457" y="532314"/>
                  </a:lnTo>
                  <a:lnTo>
                    <a:pt x="771143" y="533400"/>
                  </a:lnTo>
                  <a:lnTo>
                    <a:pt x="701057" y="532314"/>
                  </a:lnTo>
                  <a:lnTo>
                    <a:pt x="632712" y="529120"/>
                  </a:lnTo>
                  <a:lnTo>
                    <a:pt x="566384" y="523910"/>
                  </a:lnTo>
                  <a:lnTo>
                    <a:pt x="502347" y="516776"/>
                  </a:lnTo>
                  <a:lnTo>
                    <a:pt x="440874" y="507810"/>
                  </a:lnTo>
                  <a:lnTo>
                    <a:pt x="382241" y="497106"/>
                  </a:lnTo>
                  <a:lnTo>
                    <a:pt x="326722" y="484755"/>
                  </a:lnTo>
                  <a:lnTo>
                    <a:pt x="274591" y="470851"/>
                  </a:lnTo>
                  <a:lnTo>
                    <a:pt x="226123" y="455485"/>
                  </a:lnTo>
                  <a:lnTo>
                    <a:pt x="181592" y="438751"/>
                  </a:lnTo>
                  <a:lnTo>
                    <a:pt x="141272" y="420740"/>
                  </a:lnTo>
                  <a:lnTo>
                    <a:pt x="105438" y="401545"/>
                  </a:lnTo>
                  <a:lnTo>
                    <a:pt x="48324" y="359975"/>
                  </a:lnTo>
                  <a:lnTo>
                    <a:pt x="12447" y="314780"/>
                  </a:lnTo>
                  <a:lnTo>
                    <a:pt x="0" y="2667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410967" y="2350770"/>
            <a:ext cx="363220" cy="760730"/>
            <a:chOff x="2410967" y="2350770"/>
            <a:chExt cx="363220" cy="76073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6405" y="2350770"/>
              <a:ext cx="211836" cy="21183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410967" y="2548127"/>
              <a:ext cx="363220" cy="548640"/>
            </a:xfrm>
            <a:custGeom>
              <a:avLst/>
              <a:gdLst/>
              <a:ahLst/>
              <a:cxnLst/>
              <a:rect l="l" t="t" r="r" b="b"/>
              <a:pathLst>
                <a:path w="363219" h="548639">
                  <a:moveTo>
                    <a:pt x="181356" y="0"/>
                  </a:moveTo>
                  <a:lnTo>
                    <a:pt x="181356" y="365760"/>
                  </a:lnTo>
                </a:path>
                <a:path w="363219" h="548639">
                  <a:moveTo>
                    <a:pt x="89916" y="548640"/>
                  </a:moveTo>
                  <a:lnTo>
                    <a:pt x="181356" y="365760"/>
                  </a:lnTo>
                  <a:lnTo>
                    <a:pt x="272796" y="548640"/>
                  </a:lnTo>
                </a:path>
                <a:path w="363219" h="548639">
                  <a:moveTo>
                    <a:pt x="0" y="91440"/>
                  </a:moveTo>
                  <a:lnTo>
                    <a:pt x="362712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983675" y="3155693"/>
            <a:ext cx="96774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system </a:t>
            </a:r>
            <a:r>
              <a:rPr dirty="0" sz="2400" spc="-20">
                <a:latin typeface="Tahoma"/>
                <a:cs typeface="Tahoma"/>
              </a:rPr>
              <a:t>user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17661" y="3536693"/>
            <a:ext cx="1282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academic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00594" y="5624194"/>
            <a:ext cx="1251585" cy="1248410"/>
            <a:chOff x="7300594" y="5624194"/>
            <a:chExt cx="1251585" cy="1248410"/>
          </a:xfrm>
        </p:grpSpPr>
        <p:sp>
          <p:nvSpPr>
            <p:cNvPr id="15" name="object 15" descr=""/>
            <p:cNvSpPr/>
            <p:nvPr/>
          </p:nvSpPr>
          <p:spPr>
            <a:xfrm>
              <a:off x="7883651" y="5638799"/>
              <a:ext cx="226060" cy="204470"/>
            </a:xfrm>
            <a:custGeom>
              <a:avLst/>
              <a:gdLst/>
              <a:ahLst/>
              <a:cxnLst/>
              <a:rect l="l" t="t" r="r" b="b"/>
              <a:pathLst>
                <a:path w="226059" h="204470">
                  <a:moveTo>
                    <a:pt x="0" y="102107"/>
                  </a:moveTo>
                  <a:lnTo>
                    <a:pt x="8834" y="62364"/>
                  </a:lnTo>
                  <a:lnTo>
                    <a:pt x="32956" y="29908"/>
                  </a:lnTo>
                  <a:lnTo>
                    <a:pt x="68794" y="8024"/>
                  </a:lnTo>
                  <a:lnTo>
                    <a:pt x="112775" y="0"/>
                  </a:lnTo>
                  <a:lnTo>
                    <a:pt x="156757" y="8024"/>
                  </a:lnTo>
                  <a:lnTo>
                    <a:pt x="192595" y="29908"/>
                  </a:lnTo>
                  <a:lnTo>
                    <a:pt x="216717" y="62364"/>
                  </a:lnTo>
                  <a:lnTo>
                    <a:pt x="225551" y="102107"/>
                  </a:lnTo>
                  <a:lnTo>
                    <a:pt x="216717" y="141851"/>
                  </a:lnTo>
                  <a:lnTo>
                    <a:pt x="192595" y="174307"/>
                  </a:lnTo>
                  <a:lnTo>
                    <a:pt x="156757" y="196191"/>
                  </a:lnTo>
                  <a:lnTo>
                    <a:pt x="112775" y="204215"/>
                  </a:lnTo>
                  <a:lnTo>
                    <a:pt x="68794" y="196191"/>
                  </a:lnTo>
                  <a:lnTo>
                    <a:pt x="32956" y="174307"/>
                  </a:lnTo>
                  <a:lnTo>
                    <a:pt x="8834" y="141851"/>
                  </a:lnTo>
                  <a:lnTo>
                    <a:pt x="0" y="102107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769351" y="5843015"/>
              <a:ext cx="452755" cy="612775"/>
            </a:xfrm>
            <a:custGeom>
              <a:avLst/>
              <a:gdLst/>
              <a:ahLst/>
              <a:cxnLst/>
              <a:rect l="l" t="t" r="r" b="b"/>
              <a:pathLst>
                <a:path w="452754" h="612775">
                  <a:moveTo>
                    <a:pt x="227076" y="0"/>
                  </a:moveTo>
                  <a:lnTo>
                    <a:pt x="227076" y="408432"/>
                  </a:lnTo>
                </a:path>
                <a:path w="452754" h="612775">
                  <a:moveTo>
                    <a:pt x="114300" y="612648"/>
                  </a:moveTo>
                  <a:lnTo>
                    <a:pt x="227076" y="408432"/>
                  </a:lnTo>
                  <a:lnTo>
                    <a:pt x="339851" y="612648"/>
                  </a:lnTo>
                </a:path>
                <a:path w="452754" h="612775">
                  <a:moveTo>
                    <a:pt x="0" y="102107"/>
                  </a:moveTo>
                  <a:lnTo>
                    <a:pt x="452628" y="10210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15199" y="6373367"/>
              <a:ext cx="1222375" cy="485140"/>
            </a:xfrm>
            <a:custGeom>
              <a:avLst/>
              <a:gdLst/>
              <a:ahLst/>
              <a:cxnLst/>
              <a:rect l="l" t="t" r="r" b="b"/>
              <a:pathLst>
                <a:path w="1222375" h="485140">
                  <a:moveTo>
                    <a:pt x="0" y="0"/>
                  </a:moveTo>
                  <a:lnTo>
                    <a:pt x="1222248" y="0"/>
                  </a:lnTo>
                  <a:lnTo>
                    <a:pt x="1222248" y="484632"/>
                  </a:lnTo>
                  <a:lnTo>
                    <a:pt x="0" y="484632"/>
                  </a:lnTo>
                  <a:lnTo>
                    <a:pt x="0" y="0"/>
                  </a:lnTo>
                  <a:close/>
                </a:path>
              </a:pathLst>
            </a:custGeom>
            <a:ln w="289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393861" y="6403263"/>
            <a:ext cx="10356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student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850514" y="2728595"/>
            <a:ext cx="4555490" cy="3092450"/>
            <a:chOff x="2850514" y="2728595"/>
            <a:chExt cx="4555490" cy="3092450"/>
          </a:xfrm>
        </p:grpSpPr>
        <p:sp>
          <p:nvSpPr>
            <p:cNvPr id="20" name="object 20" descr=""/>
            <p:cNvSpPr/>
            <p:nvPr/>
          </p:nvSpPr>
          <p:spPr>
            <a:xfrm>
              <a:off x="2865119" y="2743200"/>
              <a:ext cx="4526280" cy="2257425"/>
            </a:xfrm>
            <a:custGeom>
              <a:avLst/>
              <a:gdLst/>
              <a:ahLst/>
              <a:cxnLst/>
              <a:rect l="l" t="t" r="r" b="b"/>
              <a:pathLst>
                <a:path w="4526280" h="2257425">
                  <a:moveTo>
                    <a:pt x="0" y="92964"/>
                  </a:moveTo>
                  <a:lnTo>
                    <a:pt x="1357883" y="92964"/>
                  </a:lnTo>
                </a:path>
                <a:path w="4526280" h="2257425">
                  <a:moveTo>
                    <a:pt x="30480" y="152400"/>
                  </a:moveTo>
                  <a:lnTo>
                    <a:pt x="1434083" y="2257044"/>
                  </a:lnTo>
                </a:path>
                <a:path w="4526280" h="2257425">
                  <a:moveTo>
                    <a:pt x="4526280" y="0"/>
                  </a:moveTo>
                  <a:lnTo>
                    <a:pt x="3002280" y="990600"/>
                  </a:lnTo>
                </a:path>
                <a:path w="4526280" h="2257425">
                  <a:moveTo>
                    <a:pt x="4526280" y="228600"/>
                  </a:moveTo>
                  <a:lnTo>
                    <a:pt x="2926080" y="16002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267200" y="4038600"/>
              <a:ext cx="1542415" cy="533400"/>
            </a:xfrm>
            <a:custGeom>
              <a:avLst/>
              <a:gdLst/>
              <a:ahLst/>
              <a:cxnLst/>
              <a:rect l="l" t="t" r="r" b="b"/>
              <a:pathLst>
                <a:path w="1542414" h="533400">
                  <a:moveTo>
                    <a:pt x="0" y="266700"/>
                  </a:moveTo>
                  <a:lnTo>
                    <a:pt x="12447" y="219021"/>
                  </a:lnTo>
                  <a:lnTo>
                    <a:pt x="48324" y="174039"/>
                  </a:lnTo>
                  <a:lnTo>
                    <a:pt x="105438" y="132531"/>
                  </a:lnTo>
                  <a:lnTo>
                    <a:pt x="141272" y="113323"/>
                  </a:lnTo>
                  <a:lnTo>
                    <a:pt x="181592" y="95276"/>
                  </a:lnTo>
                  <a:lnTo>
                    <a:pt x="226123" y="78486"/>
                  </a:lnTo>
                  <a:lnTo>
                    <a:pt x="274591" y="63050"/>
                  </a:lnTo>
                  <a:lnTo>
                    <a:pt x="326722" y="49066"/>
                  </a:lnTo>
                  <a:lnTo>
                    <a:pt x="382241" y="36632"/>
                  </a:lnTo>
                  <a:lnTo>
                    <a:pt x="440874" y="25844"/>
                  </a:lnTo>
                  <a:lnTo>
                    <a:pt x="502347" y="16799"/>
                  </a:lnTo>
                  <a:lnTo>
                    <a:pt x="566384" y="9595"/>
                  </a:lnTo>
                  <a:lnTo>
                    <a:pt x="632712" y="4329"/>
                  </a:lnTo>
                  <a:lnTo>
                    <a:pt x="701057" y="1098"/>
                  </a:lnTo>
                  <a:lnTo>
                    <a:pt x="771143" y="0"/>
                  </a:lnTo>
                  <a:lnTo>
                    <a:pt x="841457" y="1098"/>
                  </a:lnTo>
                  <a:lnTo>
                    <a:pt x="909976" y="4329"/>
                  </a:lnTo>
                  <a:lnTo>
                    <a:pt x="976432" y="9595"/>
                  </a:lnTo>
                  <a:lnTo>
                    <a:pt x="1040555" y="16799"/>
                  </a:lnTo>
                  <a:lnTo>
                    <a:pt x="1102075" y="25844"/>
                  </a:lnTo>
                  <a:lnTo>
                    <a:pt x="1160723" y="36632"/>
                  </a:lnTo>
                  <a:lnTo>
                    <a:pt x="1216229" y="49066"/>
                  </a:lnTo>
                  <a:lnTo>
                    <a:pt x="1268323" y="63050"/>
                  </a:lnTo>
                  <a:lnTo>
                    <a:pt x="1316735" y="78486"/>
                  </a:lnTo>
                  <a:lnTo>
                    <a:pt x="1361197" y="95276"/>
                  </a:lnTo>
                  <a:lnTo>
                    <a:pt x="1401438" y="113323"/>
                  </a:lnTo>
                  <a:lnTo>
                    <a:pt x="1437188" y="132531"/>
                  </a:lnTo>
                  <a:lnTo>
                    <a:pt x="1494138" y="174039"/>
                  </a:lnTo>
                  <a:lnTo>
                    <a:pt x="1529891" y="219021"/>
                  </a:lnTo>
                  <a:lnTo>
                    <a:pt x="1542287" y="266700"/>
                  </a:lnTo>
                  <a:lnTo>
                    <a:pt x="1539143" y="291054"/>
                  </a:lnTo>
                  <a:lnTo>
                    <a:pt x="1514799" y="337784"/>
                  </a:lnTo>
                  <a:lnTo>
                    <a:pt x="1468178" y="381260"/>
                  </a:lnTo>
                  <a:lnTo>
                    <a:pt x="1401438" y="420740"/>
                  </a:lnTo>
                  <a:lnTo>
                    <a:pt x="1361197" y="438751"/>
                  </a:lnTo>
                  <a:lnTo>
                    <a:pt x="1316735" y="455485"/>
                  </a:lnTo>
                  <a:lnTo>
                    <a:pt x="1268323" y="470851"/>
                  </a:lnTo>
                  <a:lnTo>
                    <a:pt x="1216229" y="484755"/>
                  </a:lnTo>
                  <a:lnTo>
                    <a:pt x="1160723" y="497106"/>
                  </a:lnTo>
                  <a:lnTo>
                    <a:pt x="1102075" y="507810"/>
                  </a:lnTo>
                  <a:lnTo>
                    <a:pt x="1040555" y="516776"/>
                  </a:lnTo>
                  <a:lnTo>
                    <a:pt x="976432" y="523910"/>
                  </a:lnTo>
                  <a:lnTo>
                    <a:pt x="909976" y="529120"/>
                  </a:lnTo>
                  <a:lnTo>
                    <a:pt x="841457" y="532314"/>
                  </a:lnTo>
                  <a:lnTo>
                    <a:pt x="771143" y="533400"/>
                  </a:lnTo>
                  <a:lnTo>
                    <a:pt x="701057" y="532314"/>
                  </a:lnTo>
                  <a:lnTo>
                    <a:pt x="632712" y="529120"/>
                  </a:lnTo>
                  <a:lnTo>
                    <a:pt x="566384" y="523910"/>
                  </a:lnTo>
                  <a:lnTo>
                    <a:pt x="502347" y="516776"/>
                  </a:lnTo>
                  <a:lnTo>
                    <a:pt x="440874" y="507810"/>
                  </a:lnTo>
                  <a:lnTo>
                    <a:pt x="382241" y="497106"/>
                  </a:lnTo>
                  <a:lnTo>
                    <a:pt x="326722" y="484755"/>
                  </a:lnTo>
                  <a:lnTo>
                    <a:pt x="274591" y="470851"/>
                  </a:lnTo>
                  <a:lnTo>
                    <a:pt x="226123" y="455485"/>
                  </a:lnTo>
                  <a:lnTo>
                    <a:pt x="181592" y="438751"/>
                  </a:lnTo>
                  <a:lnTo>
                    <a:pt x="141272" y="420740"/>
                  </a:lnTo>
                  <a:lnTo>
                    <a:pt x="105438" y="401545"/>
                  </a:lnTo>
                  <a:lnTo>
                    <a:pt x="48324" y="359975"/>
                  </a:lnTo>
                  <a:lnTo>
                    <a:pt x="12447" y="314780"/>
                  </a:lnTo>
                  <a:lnTo>
                    <a:pt x="0" y="2667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895600" y="2895600"/>
              <a:ext cx="1295400" cy="304800"/>
            </a:xfrm>
            <a:custGeom>
              <a:avLst/>
              <a:gdLst/>
              <a:ahLst/>
              <a:cxnLst/>
              <a:rect l="l" t="t" r="r" b="b"/>
              <a:pathLst>
                <a:path w="1295400" h="304800">
                  <a:moveTo>
                    <a:pt x="0" y="0"/>
                  </a:moveTo>
                  <a:lnTo>
                    <a:pt x="1295400" y="3048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43400" y="5257800"/>
              <a:ext cx="1542415" cy="548640"/>
            </a:xfrm>
            <a:custGeom>
              <a:avLst/>
              <a:gdLst/>
              <a:ahLst/>
              <a:cxnLst/>
              <a:rect l="l" t="t" r="r" b="b"/>
              <a:pathLst>
                <a:path w="1542414" h="548639">
                  <a:moveTo>
                    <a:pt x="0" y="274319"/>
                  </a:moveTo>
                  <a:lnTo>
                    <a:pt x="11188" y="227698"/>
                  </a:lnTo>
                  <a:lnTo>
                    <a:pt x="43510" y="183573"/>
                  </a:lnTo>
                  <a:lnTo>
                    <a:pt x="95098" y="142615"/>
                  </a:lnTo>
                  <a:lnTo>
                    <a:pt x="164086" y="105496"/>
                  </a:lnTo>
                  <a:lnTo>
                    <a:pt x="204522" y="88587"/>
                  </a:lnTo>
                  <a:lnTo>
                    <a:pt x="248608" y="72889"/>
                  </a:lnTo>
                  <a:lnTo>
                    <a:pt x="296111" y="58487"/>
                  </a:lnTo>
                  <a:lnTo>
                    <a:pt x="346797" y="45465"/>
                  </a:lnTo>
                  <a:lnTo>
                    <a:pt x="400434" y="33907"/>
                  </a:lnTo>
                  <a:lnTo>
                    <a:pt x="456787" y="23896"/>
                  </a:lnTo>
                  <a:lnTo>
                    <a:pt x="515624" y="15517"/>
                  </a:lnTo>
                  <a:lnTo>
                    <a:pt x="576712" y="8854"/>
                  </a:lnTo>
                  <a:lnTo>
                    <a:pt x="639816" y="3991"/>
                  </a:lnTo>
                  <a:lnTo>
                    <a:pt x="704705" y="1011"/>
                  </a:lnTo>
                  <a:lnTo>
                    <a:pt x="771143" y="0"/>
                  </a:lnTo>
                  <a:lnTo>
                    <a:pt x="837798" y="1011"/>
                  </a:lnTo>
                  <a:lnTo>
                    <a:pt x="902856" y="3991"/>
                  </a:lnTo>
                  <a:lnTo>
                    <a:pt x="966087" y="8854"/>
                  </a:lnTo>
                  <a:lnTo>
                    <a:pt x="1027263" y="15517"/>
                  </a:lnTo>
                  <a:lnTo>
                    <a:pt x="1086153" y="23896"/>
                  </a:lnTo>
                  <a:lnTo>
                    <a:pt x="1142529" y="33907"/>
                  </a:lnTo>
                  <a:lnTo>
                    <a:pt x="1196162" y="45465"/>
                  </a:lnTo>
                  <a:lnTo>
                    <a:pt x="1246822" y="58487"/>
                  </a:lnTo>
                  <a:lnTo>
                    <a:pt x="1294279" y="72889"/>
                  </a:lnTo>
                  <a:lnTo>
                    <a:pt x="1338305" y="88587"/>
                  </a:lnTo>
                  <a:lnTo>
                    <a:pt x="1378670" y="105496"/>
                  </a:lnTo>
                  <a:lnTo>
                    <a:pt x="1415146" y="123533"/>
                  </a:lnTo>
                  <a:lnTo>
                    <a:pt x="1475508" y="162656"/>
                  </a:lnTo>
                  <a:lnTo>
                    <a:pt x="1517559" y="205282"/>
                  </a:lnTo>
                  <a:lnTo>
                    <a:pt x="1539463" y="250739"/>
                  </a:lnTo>
                  <a:lnTo>
                    <a:pt x="1542287" y="274319"/>
                  </a:lnTo>
                  <a:lnTo>
                    <a:pt x="1539463" y="297900"/>
                  </a:lnTo>
                  <a:lnTo>
                    <a:pt x="1517559" y="343357"/>
                  </a:lnTo>
                  <a:lnTo>
                    <a:pt x="1475508" y="385983"/>
                  </a:lnTo>
                  <a:lnTo>
                    <a:pt x="1415146" y="425106"/>
                  </a:lnTo>
                  <a:lnTo>
                    <a:pt x="1378670" y="443143"/>
                  </a:lnTo>
                  <a:lnTo>
                    <a:pt x="1338305" y="460052"/>
                  </a:lnTo>
                  <a:lnTo>
                    <a:pt x="1294279" y="475750"/>
                  </a:lnTo>
                  <a:lnTo>
                    <a:pt x="1246822" y="490152"/>
                  </a:lnTo>
                  <a:lnTo>
                    <a:pt x="1196162" y="503174"/>
                  </a:lnTo>
                  <a:lnTo>
                    <a:pt x="1142529" y="514732"/>
                  </a:lnTo>
                  <a:lnTo>
                    <a:pt x="1086153" y="524743"/>
                  </a:lnTo>
                  <a:lnTo>
                    <a:pt x="1027263" y="533122"/>
                  </a:lnTo>
                  <a:lnTo>
                    <a:pt x="966087" y="539785"/>
                  </a:lnTo>
                  <a:lnTo>
                    <a:pt x="902856" y="544648"/>
                  </a:lnTo>
                  <a:lnTo>
                    <a:pt x="837798" y="547628"/>
                  </a:lnTo>
                  <a:lnTo>
                    <a:pt x="771143" y="548639"/>
                  </a:lnTo>
                  <a:lnTo>
                    <a:pt x="704705" y="547628"/>
                  </a:lnTo>
                  <a:lnTo>
                    <a:pt x="639816" y="544648"/>
                  </a:lnTo>
                  <a:lnTo>
                    <a:pt x="576712" y="539785"/>
                  </a:lnTo>
                  <a:lnTo>
                    <a:pt x="515624" y="533122"/>
                  </a:lnTo>
                  <a:lnTo>
                    <a:pt x="456787" y="524743"/>
                  </a:lnTo>
                  <a:lnTo>
                    <a:pt x="400434" y="514732"/>
                  </a:lnTo>
                  <a:lnTo>
                    <a:pt x="346797" y="503174"/>
                  </a:lnTo>
                  <a:lnTo>
                    <a:pt x="296111" y="490152"/>
                  </a:lnTo>
                  <a:lnTo>
                    <a:pt x="248608" y="475750"/>
                  </a:lnTo>
                  <a:lnTo>
                    <a:pt x="204522" y="460052"/>
                  </a:lnTo>
                  <a:lnTo>
                    <a:pt x="164086" y="443143"/>
                  </a:lnTo>
                  <a:lnTo>
                    <a:pt x="127533" y="425106"/>
                  </a:lnTo>
                  <a:lnTo>
                    <a:pt x="67012" y="385983"/>
                  </a:lnTo>
                  <a:lnTo>
                    <a:pt x="24824" y="343357"/>
                  </a:lnTo>
                  <a:lnTo>
                    <a:pt x="2836" y="297900"/>
                  </a:lnTo>
                  <a:lnTo>
                    <a:pt x="0" y="27431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267200" y="2971800"/>
              <a:ext cx="1542415" cy="411480"/>
            </a:xfrm>
            <a:custGeom>
              <a:avLst/>
              <a:gdLst/>
              <a:ahLst/>
              <a:cxnLst/>
              <a:rect l="l" t="t" r="r" b="b"/>
              <a:pathLst>
                <a:path w="1542414" h="411479">
                  <a:moveTo>
                    <a:pt x="0" y="205739"/>
                  </a:moveTo>
                  <a:lnTo>
                    <a:pt x="12447" y="168982"/>
                  </a:lnTo>
                  <a:lnTo>
                    <a:pt x="48324" y="134293"/>
                  </a:lnTo>
                  <a:lnTo>
                    <a:pt x="105438" y="102277"/>
                  </a:lnTo>
                  <a:lnTo>
                    <a:pt x="141272" y="87459"/>
                  </a:lnTo>
                  <a:lnTo>
                    <a:pt x="181592" y="73534"/>
                  </a:lnTo>
                  <a:lnTo>
                    <a:pt x="226123" y="60578"/>
                  </a:lnTo>
                  <a:lnTo>
                    <a:pt x="274591" y="48667"/>
                  </a:lnTo>
                  <a:lnTo>
                    <a:pt x="326722" y="37875"/>
                  </a:lnTo>
                  <a:lnTo>
                    <a:pt x="382241" y="28278"/>
                  </a:lnTo>
                  <a:lnTo>
                    <a:pt x="440874" y="19951"/>
                  </a:lnTo>
                  <a:lnTo>
                    <a:pt x="502347" y="12969"/>
                  </a:lnTo>
                  <a:lnTo>
                    <a:pt x="566384" y="7408"/>
                  </a:lnTo>
                  <a:lnTo>
                    <a:pt x="632712" y="3342"/>
                  </a:lnTo>
                  <a:lnTo>
                    <a:pt x="701057" y="848"/>
                  </a:lnTo>
                  <a:lnTo>
                    <a:pt x="771143" y="0"/>
                  </a:lnTo>
                  <a:lnTo>
                    <a:pt x="841457" y="848"/>
                  </a:lnTo>
                  <a:lnTo>
                    <a:pt x="909976" y="3342"/>
                  </a:lnTo>
                  <a:lnTo>
                    <a:pt x="976432" y="7408"/>
                  </a:lnTo>
                  <a:lnTo>
                    <a:pt x="1040555" y="12969"/>
                  </a:lnTo>
                  <a:lnTo>
                    <a:pt x="1102075" y="19951"/>
                  </a:lnTo>
                  <a:lnTo>
                    <a:pt x="1160723" y="28278"/>
                  </a:lnTo>
                  <a:lnTo>
                    <a:pt x="1216229" y="37875"/>
                  </a:lnTo>
                  <a:lnTo>
                    <a:pt x="1268323" y="48667"/>
                  </a:lnTo>
                  <a:lnTo>
                    <a:pt x="1316735" y="60578"/>
                  </a:lnTo>
                  <a:lnTo>
                    <a:pt x="1361197" y="73534"/>
                  </a:lnTo>
                  <a:lnTo>
                    <a:pt x="1401438" y="87459"/>
                  </a:lnTo>
                  <a:lnTo>
                    <a:pt x="1437188" y="102277"/>
                  </a:lnTo>
                  <a:lnTo>
                    <a:pt x="1494138" y="134293"/>
                  </a:lnTo>
                  <a:lnTo>
                    <a:pt x="1529891" y="168982"/>
                  </a:lnTo>
                  <a:lnTo>
                    <a:pt x="1542287" y="205739"/>
                  </a:lnTo>
                  <a:lnTo>
                    <a:pt x="1539143" y="224566"/>
                  </a:lnTo>
                  <a:lnTo>
                    <a:pt x="1514799" y="260667"/>
                  </a:lnTo>
                  <a:lnTo>
                    <a:pt x="1468178" y="294228"/>
                  </a:lnTo>
                  <a:lnTo>
                    <a:pt x="1401438" y="324684"/>
                  </a:lnTo>
                  <a:lnTo>
                    <a:pt x="1361197" y="338572"/>
                  </a:lnTo>
                  <a:lnTo>
                    <a:pt x="1316735" y="351472"/>
                  </a:lnTo>
                  <a:lnTo>
                    <a:pt x="1268323" y="363314"/>
                  </a:lnTo>
                  <a:lnTo>
                    <a:pt x="1216229" y="374026"/>
                  </a:lnTo>
                  <a:lnTo>
                    <a:pt x="1160723" y="383539"/>
                  </a:lnTo>
                  <a:lnTo>
                    <a:pt x="1102075" y="391783"/>
                  </a:lnTo>
                  <a:lnTo>
                    <a:pt x="1040555" y="398685"/>
                  </a:lnTo>
                  <a:lnTo>
                    <a:pt x="976432" y="404177"/>
                  </a:lnTo>
                  <a:lnTo>
                    <a:pt x="909976" y="408187"/>
                  </a:lnTo>
                  <a:lnTo>
                    <a:pt x="841457" y="410645"/>
                  </a:lnTo>
                  <a:lnTo>
                    <a:pt x="771143" y="411479"/>
                  </a:lnTo>
                  <a:lnTo>
                    <a:pt x="701057" y="410645"/>
                  </a:lnTo>
                  <a:lnTo>
                    <a:pt x="632712" y="408187"/>
                  </a:lnTo>
                  <a:lnTo>
                    <a:pt x="566384" y="404177"/>
                  </a:lnTo>
                  <a:lnTo>
                    <a:pt x="502347" y="398685"/>
                  </a:lnTo>
                  <a:lnTo>
                    <a:pt x="440874" y="391783"/>
                  </a:lnTo>
                  <a:lnTo>
                    <a:pt x="382241" y="383539"/>
                  </a:lnTo>
                  <a:lnTo>
                    <a:pt x="326722" y="374026"/>
                  </a:lnTo>
                  <a:lnTo>
                    <a:pt x="274591" y="363314"/>
                  </a:lnTo>
                  <a:lnTo>
                    <a:pt x="226123" y="351472"/>
                  </a:lnTo>
                  <a:lnTo>
                    <a:pt x="181592" y="338572"/>
                  </a:lnTo>
                  <a:lnTo>
                    <a:pt x="141272" y="324684"/>
                  </a:lnTo>
                  <a:lnTo>
                    <a:pt x="105438" y="309879"/>
                  </a:lnTo>
                  <a:lnTo>
                    <a:pt x="48324" y="277800"/>
                  </a:lnTo>
                  <a:lnTo>
                    <a:pt x="12447" y="242899"/>
                  </a:lnTo>
                  <a:lnTo>
                    <a:pt x="0" y="20573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480047" y="3081006"/>
            <a:ext cx="1096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del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member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252595" y="2423795"/>
            <a:ext cx="1647825" cy="4601210"/>
            <a:chOff x="4252595" y="2423795"/>
            <a:chExt cx="1647825" cy="4601210"/>
          </a:xfrm>
        </p:grpSpPr>
        <p:sp>
          <p:nvSpPr>
            <p:cNvPr id="27" name="object 27" descr=""/>
            <p:cNvSpPr/>
            <p:nvPr/>
          </p:nvSpPr>
          <p:spPr>
            <a:xfrm>
              <a:off x="4267200" y="2438400"/>
              <a:ext cx="1542415" cy="381000"/>
            </a:xfrm>
            <a:custGeom>
              <a:avLst/>
              <a:gdLst/>
              <a:ahLst/>
              <a:cxnLst/>
              <a:rect l="l" t="t" r="r" b="b"/>
              <a:pathLst>
                <a:path w="1542414" h="381000">
                  <a:moveTo>
                    <a:pt x="0" y="190500"/>
                  </a:moveTo>
                  <a:lnTo>
                    <a:pt x="13930" y="154315"/>
                  </a:lnTo>
                  <a:lnTo>
                    <a:pt x="53984" y="120416"/>
                  </a:lnTo>
                  <a:lnTo>
                    <a:pt x="117556" y="89443"/>
                  </a:lnTo>
                  <a:lnTo>
                    <a:pt x="157347" y="75253"/>
                  </a:lnTo>
                  <a:lnTo>
                    <a:pt x="202040" y="62036"/>
                  </a:lnTo>
                  <a:lnTo>
                    <a:pt x="251310" y="49869"/>
                  </a:lnTo>
                  <a:lnTo>
                    <a:pt x="304831" y="38835"/>
                  </a:lnTo>
                  <a:lnTo>
                    <a:pt x="362277" y="29012"/>
                  </a:lnTo>
                  <a:lnTo>
                    <a:pt x="423322" y="20480"/>
                  </a:lnTo>
                  <a:lnTo>
                    <a:pt x="487642" y="13321"/>
                  </a:lnTo>
                  <a:lnTo>
                    <a:pt x="554909" y="7613"/>
                  </a:lnTo>
                  <a:lnTo>
                    <a:pt x="624799" y="3436"/>
                  </a:lnTo>
                  <a:lnTo>
                    <a:pt x="696986" y="872"/>
                  </a:lnTo>
                  <a:lnTo>
                    <a:pt x="771143" y="0"/>
                  </a:lnTo>
                  <a:lnTo>
                    <a:pt x="845539" y="872"/>
                  </a:lnTo>
                  <a:lnTo>
                    <a:pt x="917907" y="3436"/>
                  </a:lnTo>
                  <a:lnTo>
                    <a:pt x="987925" y="7613"/>
                  </a:lnTo>
                  <a:lnTo>
                    <a:pt x="1055274" y="13321"/>
                  </a:lnTo>
                  <a:lnTo>
                    <a:pt x="1119635" y="20480"/>
                  </a:lnTo>
                  <a:lnTo>
                    <a:pt x="1180686" y="29012"/>
                  </a:lnTo>
                  <a:lnTo>
                    <a:pt x="1238108" y="38835"/>
                  </a:lnTo>
                  <a:lnTo>
                    <a:pt x="1291580" y="49869"/>
                  </a:lnTo>
                  <a:lnTo>
                    <a:pt x="1340783" y="62036"/>
                  </a:lnTo>
                  <a:lnTo>
                    <a:pt x="1385396" y="75253"/>
                  </a:lnTo>
                  <a:lnTo>
                    <a:pt x="1425100" y="89443"/>
                  </a:lnTo>
                  <a:lnTo>
                    <a:pt x="1488497" y="120416"/>
                  </a:lnTo>
                  <a:lnTo>
                    <a:pt x="1528413" y="154315"/>
                  </a:lnTo>
                  <a:lnTo>
                    <a:pt x="1542287" y="190500"/>
                  </a:lnTo>
                  <a:lnTo>
                    <a:pt x="1538765" y="209076"/>
                  </a:lnTo>
                  <a:lnTo>
                    <a:pt x="1511550" y="244506"/>
                  </a:lnTo>
                  <a:lnTo>
                    <a:pt x="1459573" y="277145"/>
                  </a:lnTo>
                  <a:lnTo>
                    <a:pt x="1385396" y="306397"/>
                  </a:lnTo>
                  <a:lnTo>
                    <a:pt x="1340783" y="319566"/>
                  </a:lnTo>
                  <a:lnTo>
                    <a:pt x="1291580" y="331666"/>
                  </a:lnTo>
                  <a:lnTo>
                    <a:pt x="1238108" y="342620"/>
                  </a:lnTo>
                  <a:lnTo>
                    <a:pt x="1180686" y="352356"/>
                  </a:lnTo>
                  <a:lnTo>
                    <a:pt x="1119635" y="360798"/>
                  </a:lnTo>
                  <a:lnTo>
                    <a:pt x="1055274" y="367872"/>
                  </a:lnTo>
                  <a:lnTo>
                    <a:pt x="987925" y="373504"/>
                  </a:lnTo>
                  <a:lnTo>
                    <a:pt x="917907" y="377618"/>
                  </a:lnTo>
                  <a:lnTo>
                    <a:pt x="845539" y="380142"/>
                  </a:lnTo>
                  <a:lnTo>
                    <a:pt x="771143" y="381000"/>
                  </a:lnTo>
                  <a:lnTo>
                    <a:pt x="696986" y="380142"/>
                  </a:lnTo>
                  <a:lnTo>
                    <a:pt x="624799" y="377618"/>
                  </a:lnTo>
                  <a:lnTo>
                    <a:pt x="554909" y="373504"/>
                  </a:lnTo>
                  <a:lnTo>
                    <a:pt x="487642" y="367872"/>
                  </a:lnTo>
                  <a:lnTo>
                    <a:pt x="423322" y="360798"/>
                  </a:lnTo>
                  <a:lnTo>
                    <a:pt x="362277" y="352356"/>
                  </a:lnTo>
                  <a:lnTo>
                    <a:pt x="304831" y="342620"/>
                  </a:lnTo>
                  <a:lnTo>
                    <a:pt x="251310" y="331666"/>
                  </a:lnTo>
                  <a:lnTo>
                    <a:pt x="202040" y="319566"/>
                  </a:lnTo>
                  <a:lnTo>
                    <a:pt x="157347" y="306397"/>
                  </a:lnTo>
                  <a:lnTo>
                    <a:pt x="117556" y="292232"/>
                  </a:lnTo>
                  <a:lnTo>
                    <a:pt x="53984" y="261212"/>
                  </a:lnTo>
                  <a:lnTo>
                    <a:pt x="13930" y="227103"/>
                  </a:lnTo>
                  <a:lnTo>
                    <a:pt x="0" y="1905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43400" y="5867400"/>
              <a:ext cx="1524000" cy="548640"/>
            </a:xfrm>
            <a:custGeom>
              <a:avLst/>
              <a:gdLst/>
              <a:ahLst/>
              <a:cxnLst/>
              <a:rect l="l" t="t" r="r" b="b"/>
              <a:pathLst>
                <a:path w="1524000" h="548639">
                  <a:moveTo>
                    <a:pt x="0" y="274319"/>
                  </a:moveTo>
                  <a:lnTo>
                    <a:pt x="12283" y="225175"/>
                  </a:lnTo>
                  <a:lnTo>
                    <a:pt x="47697" y="178853"/>
                  </a:lnTo>
                  <a:lnTo>
                    <a:pt x="104083" y="136143"/>
                  </a:lnTo>
                  <a:lnTo>
                    <a:pt x="139466" y="116390"/>
                  </a:lnTo>
                  <a:lnTo>
                    <a:pt x="179284" y="97837"/>
                  </a:lnTo>
                  <a:lnTo>
                    <a:pt x="223265" y="80581"/>
                  </a:lnTo>
                  <a:lnTo>
                    <a:pt x="271142" y="64722"/>
                  </a:lnTo>
                  <a:lnTo>
                    <a:pt x="322643" y="50360"/>
                  </a:lnTo>
                  <a:lnTo>
                    <a:pt x="377500" y="37591"/>
                  </a:lnTo>
                  <a:lnTo>
                    <a:pt x="435442" y="26517"/>
                  </a:lnTo>
                  <a:lnTo>
                    <a:pt x="496201" y="17234"/>
                  </a:lnTo>
                  <a:lnTo>
                    <a:pt x="559505" y="9842"/>
                  </a:lnTo>
                  <a:lnTo>
                    <a:pt x="625086" y="4440"/>
                  </a:lnTo>
                  <a:lnTo>
                    <a:pt x="692674" y="1126"/>
                  </a:lnTo>
                  <a:lnTo>
                    <a:pt x="762000" y="0"/>
                  </a:lnTo>
                  <a:lnTo>
                    <a:pt x="831551" y="1126"/>
                  </a:lnTo>
                  <a:lnTo>
                    <a:pt x="899314" y="4440"/>
                  </a:lnTo>
                  <a:lnTo>
                    <a:pt x="965023" y="9842"/>
                  </a:lnTo>
                  <a:lnTo>
                    <a:pt x="1028413" y="17234"/>
                  </a:lnTo>
                  <a:lnTo>
                    <a:pt x="1089219" y="26517"/>
                  </a:lnTo>
                  <a:lnTo>
                    <a:pt x="1147176" y="37591"/>
                  </a:lnTo>
                  <a:lnTo>
                    <a:pt x="1202020" y="50360"/>
                  </a:lnTo>
                  <a:lnTo>
                    <a:pt x="1253484" y="64722"/>
                  </a:lnTo>
                  <a:lnTo>
                    <a:pt x="1301305" y="80581"/>
                  </a:lnTo>
                  <a:lnTo>
                    <a:pt x="1345217" y="97837"/>
                  </a:lnTo>
                  <a:lnTo>
                    <a:pt x="1384955" y="116390"/>
                  </a:lnTo>
                  <a:lnTo>
                    <a:pt x="1420255" y="136143"/>
                  </a:lnTo>
                  <a:lnTo>
                    <a:pt x="1476477" y="178853"/>
                  </a:lnTo>
                  <a:lnTo>
                    <a:pt x="1511766" y="225175"/>
                  </a:lnTo>
                  <a:lnTo>
                    <a:pt x="1524000" y="274319"/>
                  </a:lnTo>
                  <a:lnTo>
                    <a:pt x="1520897" y="299195"/>
                  </a:lnTo>
                  <a:lnTo>
                    <a:pt x="1496871" y="347027"/>
                  </a:lnTo>
                  <a:lnTo>
                    <a:pt x="1450850" y="391642"/>
                  </a:lnTo>
                  <a:lnTo>
                    <a:pt x="1384955" y="432249"/>
                  </a:lnTo>
                  <a:lnTo>
                    <a:pt x="1345217" y="450802"/>
                  </a:lnTo>
                  <a:lnTo>
                    <a:pt x="1301305" y="468058"/>
                  </a:lnTo>
                  <a:lnTo>
                    <a:pt x="1253484" y="483917"/>
                  </a:lnTo>
                  <a:lnTo>
                    <a:pt x="1202020" y="498279"/>
                  </a:lnTo>
                  <a:lnTo>
                    <a:pt x="1147176" y="511047"/>
                  </a:lnTo>
                  <a:lnTo>
                    <a:pt x="1089219" y="522122"/>
                  </a:lnTo>
                  <a:lnTo>
                    <a:pt x="1028413" y="531405"/>
                  </a:lnTo>
                  <a:lnTo>
                    <a:pt x="965023" y="538797"/>
                  </a:lnTo>
                  <a:lnTo>
                    <a:pt x="899314" y="544199"/>
                  </a:lnTo>
                  <a:lnTo>
                    <a:pt x="831551" y="547513"/>
                  </a:lnTo>
                  <a:lnTo>
                    <a:pt x="762000" y="548639"/>
                  </a:lnTo>
                  <a:lnTo>
                    <a:pt x="692674" y="547513"/>
                  </a:lnTo>
                  <a:lnTo>
                    <a:pt x="625086" y="544199"/>
                  </a:lnTo>
                  <a:lnTo>
                    <a:pt x="559505" y="538797"/>
                  </a:lnTo>
                  <a:lnTo>
                    <a:pt x="496201" y="531405"/>
                  </a:lnTo>
                  <a:lnTo>
                    <a:pt x="435442" y="522122"/>
                  </a:lnTo>
                  <a:lnTo>
                    <a:pt x="377500" y="511047"/>
                  </a:lnTo>
                  <a:lnTo>
                    <a:pt x="322643" y="498279"/>
                  </a:lnTo>
                  <a:lnTo>
                    <a:pt x="271142" y="483917"/>
                  </a:lnTo>
                  <a:lnTo>
                    <a:pt x="223266" y="468058"/>
                  </a:lnTo>
                  <a:lnTo>
                    <a:pt x="179284" y="450802"/>
                  </a:lnTo>
                  <a:lnTo>
                    <a:pt x="139466" y="432249"/>
                  </a:lnTo>
                  <a:lnTo>
                    <a:pt x="104083" y="412495"/>
                  </a:lnTo>
                  <a:lnTo>
                    <a:pt x="47697" y="369786"/>
                  </a:lnTo>
                  <a:lnTo>
                    <a:pt x="12283" y="323464"/>
                  </a:lnTo>
                  <a:lnTo>
                    <a:pt x="0" y="27431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43400" y="6477000"/>
              <a:ext cx="1542415" cy="533400"/>
            </a:xfrm>
            <a:custGeom>
              <a:avLst/>
              <a:gdLst/>
              <a:ahLst/>
              <a:cxnLst/>
              <a:rect l="l" t="t" r="r" b="b"/>
              <a:pathLst>
                <a:path w="1542414" h="533400">
                  <a:moveTo>
                    <a:pt x="0" y="266700"/>
                  </a:moveTo>
                  <a:lnTo>
                    <a:pt x="12447" y="219021"/>
                  </a:lnTo>
                  <a:lnTo>
                    <a:pt x="48324" y="174039"/>
                  </a:lnTo>
                  <a:lnTo>
                    <a:pt x="105438" y="132531"/>
                  </a:lnTo>
                  <a:lnTo>
                    <a:pt x="141272" y="113323"/>
                  </a:lnTo>
                  <a:lnTo>
                    <a:pt x="181592" y="95276"/>
                  </a:lnTo>
                  <a:lnTo>
                    <a:pt x="226123" y="78486"/>
                  </a:lnTo>
                  <a:lnTo>
                    <a:pt x="274591" y="63050"/>
                  </a:lnTo>
                  <a:lnTo>
                    <a:pt x="326722" y="49066"/>
                  </a:lnTo>
                  <a:lnTo>
                    <a:pt x="382241" y="36632"/>
                  </a:lnTo>
                  <a:lnTo>
                    <a:pt x="440874" y="25844"/>
                  </a:lnTo>
                  <a:lnTo>
                    <a:pt x="502347" y="16799"/>
                  </a:lnTo>
                  <a:lnTo>
                    <a:pt x="566384" y="9595"/>
                  </a:lnTo>
                  <a:lnTo>
                    <a:pt x="632712" y="4329"/>
                  </a:lnTo>
                  <a:lnTo>
                    <a:pt x="701057" y="1098"/>
                  </a:lnTo>
                  <a:lnTo>
                    <a:pt x="771143" y="0"/>
                  </a:lnTo>
                  <a:lnTo>
                    <a:pt x="841457" y="1098"/>
                  </a:lnTo>
                  <a:lnTo>
                    <a:pt x="909976" y="4329"/>
                  </a:lnTo>
                  <a:lnTo>
                    <a:pt x="976432" y="9595"/>
                  </a:lnTo>
                  <a:lnTo>
                    <a:pt x="1040555" y="16799"/>
                  </a:lnTo>
                  <a:lnTo>
                    <a:pt x="1102075" y="25844"/>
                  </a:lnTo>
                  <a:lnTo>
                    <a:pt x="1160723" y="36632"/>
                  </a:lnTo>
                  <a:lnTo>
                    <a:pt x="1216229" y="49066"/>
                  </a:lnTo>
                  <a:lnTo>
                    <a:pt x="1268323" y="63050"/>
                  </a:lnTo>
                  <a:lnTo>
                    <a:pt x="1316735" y="78486"/>
                  </a:lnTo>
                  <a:lnTo>
                    <a:pt x="1361197" y="95276"/>
                  </a:lnTo>
                  <a:lnTo>
                    <a:pt x="1401438" y="113323"/>
                  </a:lnTo>
                  <a:lnTo>
                    <a:pt x="1437188" y="132531"/>
                  </a:lnTo>
                  <a:lnTo>
                    <a:pt x="1494138" y="174039"/>
                  </a:lnTo>
                  <a:lnTo>
                    <a:pt x="1529891" y="219021"/>
                  </a:lnTo>
                  <a:lnTo>
                    <a:pt x="1542287" y="266700"/>
                  </a:lnTo>
                  <a:lnTo>
                    <a:pt x="1539143" y="291054"/>
                  </a:lnTo>
                  <a:lnTo>
                    <a:pt x="1514799" y="337784"/>
                  </a:lnTo>
                  <a:lnTo>
                    <a:pt x="1468178" y="381260"/>
                  </a:lnTo>
                  <a:lnTo>
                    <a:pt x="1401438" y="420740"/>
                  </a:lnTo>
                  <a:lnTo>
                    <a:pt x="1361197" y="438751"/>
                  </a:lnTo>
                  <a:lnTo>
                    <a:pt x="1316735" y="455485"/>
                  </a:lnTo>
                  <a:lnTo>
                    <a:pt x="1268323" y="470851"/>
                  </a:lnTo>
                  <a:lnTo>
                    <a:pt x="1216229" y="484755"/>
                  </a:lnTo>
                  <a:lnTo>
                    <a:pt x="1160723" y="497106"/>
                  </a:lnTo>
                  <a:lnTo>
                    <a:pt x="1102075" y="507810"/>
                  </a:lnTo>
                  <a:lnTo>
                    <a:pt x="1040555" y="516776"/>
                  </a:lnTo>
                  <a:lnTo>
                    <a:pt x="976432" y="523910"/>
                  </a:lnTo>
                  <a:lnTo>
                    <a:pt x="909976" y="529120"/>
                  </a:lnTo>
                  <a:lnTo>
                    <a:pt x="841457" y="532314"/>
                  </a:lnTo>
                  <a:lnTo>
                    <a:pt x="771143" y="533400"/>
                  </a:lnTo>
                  <a:lnTo>
                    <a:pt x="701057" y="532314"/>
                  </a:lnTo>
                  <a:lnTo>
                    <a:pt x="632712" y="529120"/>
                  </a:lnTo>
                  <a:lnTo>
                    <a:pt x="566384" y="523910"/>
                  </a:lnTo>
                  <a:lnTo>
                    <a:pt x="502347" y="516776"/>
                  </a:lnTo>
                  <a:lnTo>
                    <a:pt x="440874" y="507810"/>
                  </a:lnTo>
                  <a:lnTo>
                    <a:pt x="382241" y="497106"/>
                  </a:lnTo>
                  <a:lnTo>
                    <a:pt x="326722" y="484755"/>
                  </a:lnTo>
                  <a:lnTo>
                    <a:pt x="274591" y="470851"/>
                  </a:lnTo>
                  <a:lnTo>
                    <a:pt x="226123" y="455485"/>
                  </a:lnTo>
                  <a:lnTo>
                    <a:pt x="181592" y="438751"/>
                  </a:lnTo>
                  <a:lnTo>
                    <a:pt x="141272" y="420740"/>
                  </a:lnTo>
                  <a:lnTo>
                    <a:pt x="105438" y="401545"/>
                  </a:lnTo>
                  <a:lnTo>
                    <a:pt x="48324" y="359975"/>
                  </a:lnTo>
                  <a:lnTo>
                    <a:pt x="12447" y="314780"/>
                  </a:lnTo>
                  <a:lnTo>
                    <a:pt x="0" y="2667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467873" y="2006587"/>
            <a:ext cx="1162685" cy="734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105"/>
              </a:spcBef>
            </a:pPr>
            <a:r>
              <a:rPr dirty="0" sz="2000" spc="-25" b="1">
                <a:solidFill>
                  <a:srgbClr val="FF0000"/>
                </a:solidFill>
                <a:latin typeface="Arial"/>
                <a:cs typeface="Arial"/>
              </a:rPr>
              <a:t>URS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600">
                <a:latin typeface="Tahoma"/>
                <a:cs typeface="Tahoma"/>
              </a:rPr>
              <a:t>add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member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499841" y="3614355"/>
            <a:ext cx="10604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add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05324" y="4224011"/>
            <a:ext cx="1309370" cy="2097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del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</a:t>
            </a:r>
            <a:endParaRPr sz="1600">
              <a:latin typeface="Tahoma"/>
              <a:cs typeface="Tahoma"/>
            </a:endParaRPr>
          </a:p>
          <a:p>
            <a:pPr marL="12700" marR="5080" indent="179705">
              <a:lnSpc>
                <a:spcPct val="250000"/>
              </a:lnSpc>
            </a:pPr>
            <a:r>
              <a:rPr dirty="0" sz="1600">
                <a:latin typeface="Tahoma"/>
                <a:cs typeface="Tahoma"/>
              </a:rPr>
              <a:t>assg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 </a:t>
            </a:r>
            <a:r>
              <a:rPr dirty="0" sz="1600">
                <a:latin typeface="Tahoma"/>
                <a:cs typeface="Tahoma"/>
              </a:rPr>
              <a:t>unass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 </a:t>
            </a:r>
            <a:r>
              <a:rPr dirty="0" sz="1600">
                <a:latin typeface="Tahoma"/>
                <a:cs typeface="Tahoma"/>
              </a:rPr>
              <a:t>enrol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447980" y="6662349"/>
            <a:ext cx="1402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unenrol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subject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2895600" y="2971800"/>
            <a:ext cx="4876800" cy="3733800"/>
          </a:xfrm>
          <a:custGeom>
            <a:avLst/>
            <a:gdLst/>
            <a:ahLst/>
            <a:cxnLst/>
            <a:rect l="l" t="t" r="r" b="b"/>
            <a:pathLst>
              <a:path w="4876800" h="3733800">
                <a:moveTo>
                  <a:pt x="0" y="0"/>
                </a:moveTo>
                <a:lnTo>
                  <a:pt x="1447800" y="2590800"/>
                </a:lnTo>
              </a:path>
              <a:path w="4876800" h="3733800">
                <a:moveTo>
                  <a:pt x="4800600" y="3124200"/>
                </a:moveTo>
                <a:lnTo>
                  <a:pt x="3048000" y="3124200"/>
                </a:lnTo>
              </a:path>
              <a:path w="4876800" h="3733800">
                <a:moveTo>
                  <a:pt x="4876800" y="3124200"/>
                </a:moveTo>
                <a:lnTo>
                  <a:pt x="3048000" y="37338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194183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25"/>
              <a:t> </a:t>
            </a:r>
            <a:r>
              <a:rPr dirty="0"/>
              <a:t>Case</a:t>
            </a:r>
            <a:r>
              <a:rPr dirty="0" spc="-2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32" y="2102205"/>
            <a:ext cx="7877175" cy="481266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354965" marR="1061085" indent="-342900">
              <a:lnSpc>
                <a:spcPts val="3020"/>
              </a:lnSpc>
              <a:spcBef>
                <a:spcPts val="640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 </a:t>
            </a:r>
            <a:r>
              <a:rPr dirty="0" sz="2800" spc="-10">
                <a:latin typeface="Tahoma"/>
                <a:cs typeface="Tahoma"/>
              </a:rPr>
              <a:t>of</a:t>
            </a:r>
            <a:r>
              <a:rPr dirty="0" sz="2800" spc="-210">
                <a:latin typeface="Tahoma"/>
                <a:cs typeface="Tahoma"/>
              </a:rPr>
              <a:t> </a:t>
            </a:r>
            <a:r>
              <a:rPr dirty="0" sz="2950" spc="-1530" i="1">
                <a:latin typeface="Verdana"/>
                <a:cs typeface="Verdana"/>
              </a:rPr>
              <a:t>A</a:t>
            </a:r>
            <a:r>
              <a:rPr dirty="0" sz="2950" spc="-1570" i="1">
                <a:latin typeface="Verdana"/>
                <a:cs typeface="Verdana"/>
              </a:rPr>
              <a:t>C</a:t>
            </a:r>
            <a:r>
              <a:rPr dirty="0" sz="2950" spc="-1500" i="1">
                <a:latin typeface="Verdana"/>
                <a:cs typeface="Verdana"/>
              </a:rPr>
              <a:t>T</a:t>
            </a:r>
            <a:r>
              <a:rPr dirty="0" sz="2950" spc="-1490" i="1">
                <a:latin typeface="Verdana"/>
                <a:cs typeface="Verdana"/>
              </a:rPr>
              <a:t>O</a:t>
            </a:r>
            <a:r>
              <a:rPr dirty="0" sz="2950" spc="-1520" i="1">
                <a:latin typeface="Verdana"/>
                <a:cs typeface="Verdana"/>
              </a:rPr>
              <a:t>R</a:t>
            </a:r>
            <a:r>
              <a:rPr dirty="0" sz="2950" spc="-240" i="1">
                <a:latin typeface="Verdana"/>
                <a:cs typeface="Verdana"/>
              </a:rPr>
              <a:t>S</a:t>
            </a:r>
            <a:r>
              <a:rPr dirty="0" sz="2800" spc="-135">
                <a:latin typeface="Tahoma"/>
                <a:cs typeface="Tahoma"/>
              </a:rPr>
              <a:t>: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roles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users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play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 </a:t>
            </a:r>
            <a:r>
              <a:rPr dirty="0" sz="2800">
                <a:latin typeface="Tahoma"/>
                <a:cs typeface="Tahoma"/>
              </a:rPr>
              <a:t>interacting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system.</a:t>
            </a:r>
            <a:endParaRPr sz="2800">
              <a:latin typeface="Tahoma"/>
              <a:cs typeface="Tahoma"/>
            </a:endParaRPr>
          </a:p>
          <a:p>
            <a:pPr lvl="1" marL="756285" marR="298450" indent="-287020">
              <a:lnSpc>
                <a:spcPts val="259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Times New Roman"/>
              <a:buChar char="■"/>
              <a:tabLst>
                <a:tab pos="756285" algn="l"/>
              </a:tabLst>
            </a:pP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actor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represent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something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users </a:t>
            </a:r>
            <a:r>
              <a:rPr dirty="0" sz="2400">
                <a:latin typeface="Tahoma"/>
                <a:cs typeface="Tahoma"/>
              </a:rPr>
              <a:t>our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system.</a:t>
            </a:r>
            <a:endParaRPr sz="2400">
              <a:latin typeface="Tahoma"/>
              <a:cs typeface="Tahoma"/>
            </a:endParaRPr>
          </a:p>
          <a:p>
            <a:pPr marL="354965" marR="224154" indent="-342900">
              <a:lnSpc>
                <a:spcPts val="3020"/>
              </a:lnSpc>
              <a:spcBef>
                <a:spcPts val="685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</a:t>
            </a:r>
            <a:r>
              <a:rPr dirty="0" sz="2800" spc="1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of</a:t>
            </a:r>
            <a:r>
              <a:rPr dirty="0" sz="2800" spc="-210">
                <a:latin typeface="Tahoma"/>
                <a:cs typeface="Tahoma"/>
              </a:rPr>
              <a:t> </a:t>
            </a:r>
            <a:r>
              <a:rPr dirty="0" sz="2950" spc="-1490" i="1">
                <a:latin typeface="Verdana"/>
                <a:cs typeface="Verdana"/>
              </a:rPr>
              <a:t>U</a:t>
            </a:r>
            <a:r>
              <a:rPr dirty="0" sz="2950" spc="-1655" i="1">
                <a:latin typeface="Verdana"/>
                <a:cs typeface="Verdana"/>
              </a:rPr>
              <a:t>S</a:t>
            </a:r>
            <a:r>
              <a:rPr dirty="0" sz="2950" spc="-445" i="1">
                <a:latin typeface="Verdana"/>
                <a:cs typeface="Verdana"/>
              </a:rPr>
              <a:t>E</a:t>
            </a:r>
            <a:r>
              <a:rPr dirty="0" sz="2950" spc="-1560" i="1">
                <a:latin typeface="Verdana"/>
                <a:cs typeface="Verdana"/>
              </a:rPr>
              <a:t>C</a:t>
            </a:r>
            <a:r>
              <a:rPr dirty="0" sz="2950" spc="-1520" i="1">
                <a:latin typeface="Verdana"/>
                <a:cs typeface="Verdana"/>
              </a:rPr>
              <a:t>A</a:t>
            </a:r>
            <a:r>
              <a:rPr dirty="0" sz="2950" spc="-1620" i="1">
                <a:latin typeface="Verdana"/>
                <a:cs typeface="Verdana"/>
              </a:rPr>
              <a:t>S</a:t>
            </a:r>
            <a:r>
              <a:rPr dirty="0" sz="2950" spc="-1510" i="1">
                <a:latin typeface="Verdana"/>
                <a:cs typeface="Verdana"/>
              </a:rPr>
              <a:t>E</a:t>
            </a:r>
            <a:r>
              <a:rPr dirty="0" sz="2950" spc="-1360" i="1">
                <a:latin typeface="Verdana"/>
                <a:cs typeface="Verdana"/>
              </a:rPr>
              <a:t>S</a:t>
            </a:r>
            <a:r>
              <a:rPr dirty="0" sz="2800" spc="-125">
                <a:latin typeface="Tahoma"/>
                <a:cs typeface="Tahoma"/>
              </a:rPr>
              <a:t>: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describes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possible</a:t>
            </a:r>
            <a:r>
              <a:rPr dirty="0" sz="2800" spc="700">
                <a:latin typeface="Tahoma"/>
                <a:cs typeface="Tahoma"/>
              </a:rPr>
              <a:t>   </a:t>
            </a:r>
            <a:r>
              <a:rPr dirty="0" sz="2800">
                <a:latin typeface="Tahoma"/>
                <a:cs typeface="Tahoma"/>
              </a:rPr>
              <a:t>kind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interaction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between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actor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25">
                <a:latin typeface="Tahoma"/>
                <a:cs typeface="Tahoma"/>
              </a:rPr>
              <a:t> the </a:t>
            </a:r>
            <a:r>
              <a:rPr dirty="0" sz="2800" spc="-10">
                <a:latin typeface="Tahoma"/>
                <a:cs typeface="Tahoma"/>
              </a:rPr>
              <a:t>system.</a:t>
            </a:r>
            <a:endParaRPr sz="28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254"/>
              </a:spcBef>
              <a:buClr>
                <a:srgbClr val="FF0000"/>
              </a:buClr>
              <a:buSzPct val="54166"/>
              <a:buFont typeface="Times New Roman"/>
              <a:buChar char="■"/>
              <a:tabLst>
                <a:tab pos="756285" algn="l"/>
              </a:tabLst>
            </a:pPr>
            <a:r>
              <a:rPr dirty="0" sz="2400">
                <a:latin typeface="Tahoma"/>
                <a:cs typeface="Tahoma"/>
              </a:rPr>
              <a:t>Uses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cases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actions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takes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</a:t>
            </a:r>
            <a:endParaRPr sz="2400">
              <a:latin typeface="Tahoma"/>
              <a:cs typeface="Tahoma"/>
            </a:endParaRPr>
          </a:p>
          <a:p>
            <a:pPr marL="354965" marR="463550" indent="-342900">
              <a:lnSpc>
                <a:spcPts val="3020"/>
              </a:lnSpc>
              <a:spcBef>
                <a:spcPts val="715"/>
              </a:spcBef>
              <a:buClr>
                <a:srgbClr val="FFCF01"/>
              </a:buClr>
              <a:buSzPct val="58928"/>
              <a:buFont typeface="Times New Roman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of</a:t>
            </a:r>
            <a:r>
              <a:rPr dirty="0" sz="2800" spc="-204">
                <a:latin typeface="Tahoma"/>
                <a:cs typeface="Tahoma"/>
              </a:rPr>
              <a:t> </a:t>
            </a:r>
            <a:r>
              <a:rPr dirty="0" sz="2950" spc="-1465" i="1">
                <a:latin typeface="Verdana"/>
                <a:cs typeface="Verdana"/>
              </a:rPr>
              <a:t>RE</a:t>
            </a:r>
            <a:r>
              <a:rPr dirty="0" sz="2950" spc="-1515" i="1">
                <a:latin typeface="Verdana"/>
                <a:cs typeface="Verdana"/>
              </a:rPr>
              <a:t>L</a:t>
            </a:r>
            <a:r>
              <a:rPr dirty="0" sz="2950" spc="-1645" i="1">
                <a:latin typeface="Verdana"/>
                <a:cs typeface="Verdana"/>
              </a:rPr>
              <a:t>A</a:t>
            </a:r>
            <a:r>
              <a:rPr dirty="0" sz="2950" spc="-1515" i="1">
                <a:latin typeface="Verdana"/>
                <a:cs typeface="Verdana"/>
              </a:rPr>
              <a:t>T</a:t>
            </a:r>
            <a:r>
              <a:rPr dirty="0" sz="2950" spc="-1610" i="1">
                <a:latin typeface="Verdana"/>
                <a:cs typeface="Verdana"/>
              </a:rPr>
              <a:t>I</a:t>
            </a:r>
            <a:r>
              <a:rPr dirty="0" sz="2950" spc="-1435" i="1">
                <a:latin typeface="Verdana"/>
                <a:cs typeface="Verdana"/>
              </a:rPr>
              <a:t>O</a:t>
            </a:r>
            <a:r>
              <a:rPr dirty="0" sz="2950" spc="-1450" i="1">
                <a:latin typeface="Verdana"/>
                <a:cs typeface="Verdana"/>
              </a:rPr>
              <a:t>N</a:t>
            </a:r>
            <a:r>
              <a:rPr dirty="0" sz="2950" spc="-1575" i="1">
                <a:latin typeface="Verdana"/>
                <a:cs typeface="Verdana"/>
              </a:rPr>
              <a:t>S</a:t>
            </a:r>
            <a:r>
              <a:rPr dirty="0" sz="2950" spc="-1570" i="1">
                <a:latin typeface="Verdana"/>
                <a:cs typeface="Verdana"/>
              </a:rPr>
              <a:t>H</a:t>
            </a:r>
            <a:r>
              <a:rPr dirty="0" sz="2950" spc="-1545" i="1">
                <a:latin typeface="Verdana"/>
                <a:cs typeface="Verdana"/>
              </a:rPr>
              <a:t>I</a:t>
            </a:r>
            <a:r>
              <a:rPr dirty="0" sz="2950" spc="-1430" i="1">
                <a:latin typeface="Verdana"/>
                <a:cs typeface="Verdana"/>
              </a:rPr>
              <a:t>P</a:t>
            </a:r>
            <a:r>
              <a:rPr dirty="0" sz="2950" spc="-175" i="1">
                <a:latin typeface="Verdana"/>
                <a:cs typeface="Verdana"/>
              </a:rPr>
              <a:t>S</a:t>
            </a:r>
            <a:r>
              <a:rPr dirty="0" sz="2800" spc="-95">
                <a:latin typeface="Tahoma"/>
                <a:cs typeface="Tahoma"/>
              </a:rPr>
              <a:t>b</a:t>
            </a:r>
            <a:r>
              <a:rPr dirty="0" sz="2800" spc="-70">
                <a:latin typeface="Tahoma"/>
                <a:cs typeface="Tahoma"/>
              </a:rPr>
              <a:t>e</a:t>
            </a:r>
            <a:r>
              <a:rPr dirty="0" sz="2800" spc="-65">
                <a:latin typeface="Tahoma"/>
                <a:cs typeface="Tahoma"/>
              </a:rPr>
              <a:t>t</a:t>
            </a:r>
            <a:r>
              <a:rPr dirty="0" sz="2800" spc="-90">
                <a:latin typeface="Tahoma"/>
                <a:cs typeface="Tahoma"/>
              </a:rPr>
              <a:t>w</a:t>
            </a:r>
            <a:r>
              <a:rPr dirty="0" sz="2800" spc="-70">
                <a:latin typeface="Tahoma"/>
                <a:cs typeface="Tahoma"/>
              </a:rPr>
              <a:t>e</a:t>
            </a:r>
            <a:r>
              <a:rPr dirty="0" sz="2800" spc="-105">
                <a:latin typeface="Tahoma"/>
                <a:cs typeface="Tahoma"/>
              </a:rPr>
              <a:t>e</a:t>
            </a:r>
            <a:r>
              <a:rPr dirty="0" sz="2800" spc="-80">
                <a:latin typeface="Tahoma"/>
                <a:cs typeface="Tahoma"/>
              </a:rPr>
              <a:t>n</a:t>
            </a:r>
            <a:r>
              <a:rPr dirty="0" sz="2800" spc="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these</a:t>
            </a:r>
            <a:r>
              <a:rPr dirty="0" sz="2800" spc="700">
                <a:latin typeface="Tahoma"/>
                <a:cs typeface="Tahoma"/>
              </a:rPr>
              <a:t>     </a:t>
            </a:r>
            <a:r>
              <a:rPr dirty="0" sz="2800">
                <a:latin typeface="Tahoma"/>
                <a:cs typeface="Tahoma"/>
              </a:rPr>
              <a:t>entities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(Actors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Cases).</a:t>
            </a:r>
            <a:endParaRPr sz="2800">
              <a:latin typeface="Tahoma"/>
              <a:cs typeface="Tahoma"/>
            </a:endParaRPr>
          </a:p>
          <a:p>
            <a:pPr lvl="1" marL="756285" marR="984250" indent="-287020">
              <a:lnSpc>
                <a:spcPts val="259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Times New Roman"/>
              <a:buChar char="■"/>
              <a:tabLst>
                <a:tab pos="756285" algn="l"/>
              </a:tabLst>
            </a:pPr>
            <a:r>
              <a:rPr dirty="0" sz="2400">
                <a:latin typeface="Tahoma"/>
                <a:cs typeface="Tahoma"/>
              </a:rPr>
              <a:t>Relationships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simply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illustrated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line </a:t>
            </a:r>
            <a:r>
              <a:rPr dirty="0" sz="2400">
                <a:latin typeface="Tahoma"/>
                <a:cs typeface="Tahoma"/>
              </a:rPr>
              <a:t>connecting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actors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cases.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899794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75"/>
              <a:t> </a:t>
            </a:r>
            <a:r>
              <a:rPr dirty="0"/>
              <a:t>Case</a:t>
            </a:r>
            <a:r>
              <a:rPr dirty="0" spc="-75"/>
              <a:t> </a:t>
            </a:r>
            <a:r>
              <a:rPr dirty="0"/>
              <a:t>Diagrams</a:t>
            </a:r>
            <a:r>
              <a:rPr dirty="0" spc="-70"/>
              <a:t> </a:t>
            </a:r>
            <a:r>
              <a:rPr dirty="0"/>
              <a:t>-</a:t>
            </a:r>
            <a:r>
              <a:rPr dirty="0" spc="-105"/>
              <a:t> </a:t>
            </a:r>
            <a:r>
              <a:rPr dirty="0" spc="-10"/>
              <a:t>Actors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140430"/>
            <a:ext cx="7732395" cy="160972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355600" marR="5080" indent="-343535">
              <a:lnSpc>
                <a:spcPts val="3840"/>
              </a:lnSpc>
              <a:spcBef>
                <a:spcPts val="414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  <a:tab pos="2639695" algn="l"/>
              </a:tabLst>
            </a:pPr>
            <a:r>
              <a:rPr dirty="0" sz="3200" spc="-20">
                <a:latin typeface="Tahoma"/>
                <a:cs typeface="Tahoma"/>
              </a:rPr>
              <a:t>An</a:t>
            </a:r>
            <a:r>
              <a:rPr dirty="0" sz="3200" spc="-225">
                <a:latin typeface="Tahoma"/>
                <a:cs typeface="Tahoma"/>
              </a:rPr>
              <a:t> </a:t>
            </a:r>
            <a:r>
              <a:rPr dirty="0" sz="3350" spc="-1750" i="1">
                <a:latin typeface="Verdana"/>
                <a:cs typeface="Verdana"/>
              </a:rPr>
              <a:t>a</a:t>
            </a:r>
            <a:r>
              <a:rPr dirty="0" sz="3350" spc="-2000" i="1">
                <a:latin typeface="Verdana"/>
                <a:cs typeface="Verdana"/>
              </a:rPr>
              <a:t>c</a:t>
            </a:r>
            <a:r>
              <a:rPr dirty="0" sz="3350" spc="-2145" i="1">
                <a:latin typeface="Verdana"/>
                <a:cs typeface="Verdana"/>
              </a:rPr>
              <a:t>t</a:t>
            </a:r>
            <a:r>
              <a:rPr dirty="0" sz="3350" spc="-1710" i="1">
                <a:latin typeface="Verdana"/>
                <a:cs typeface="Verdana"/>
              </a:rPr>
              <a:t>o</a:t>
            </a:r>
            <a:r>
              <a:rPr dirty="0" sz="3350" spc="-135" i="1">
                <a:latin typeface="Verdana"/>
                <a:cs typeface="Verdana"/>
              </a:rPr>
              <a:t>r</a:t>
            </a:r>
            <a:r>
              <a:rPr dirty="0" sz="3350" spc="-280" i="1">
                <a:latin typeface="Verdana"/>
                <a:cs typeface="Verdana"/>
              </a:rPr>
              <a:t> </a:t>
            </a:r>
            <a:r>
              <a:rPr dirty="0" sz="3200" spc="-25">
                <a:latin typeface="Tahoma"/>
                <a:cs typeface="Tahoma"/>
              </a:rPr>
              <a:t>is</a:t>
            </a:r>
            <a:r>
              <a:rPr dirty="0" sz="3200">
                <a:latin typeface="Tahoma"/>
                <a:cs typeface="Tahoma"/>
              </a:rPr>
              <a:t>	a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user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system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playing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particular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role.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Actor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shown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with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stick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figure.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114800" y="4186428"/>
            <a:ext cx="1828800" cy="1838325"/>
            <a:chOff x="4114800" y="4186428"/>
            <a:chExt cx="1828800" cy="1838325"/>
          </a:xfrm>
        </p:grpSpPr>
        <p:sp>
          <p:nvSpPr>
            <p:cNvPr id="5" name="object 5" descr=""/>
            <p:cNvSpPr/>
            <p:nvPr/>
          </p:nvSpPr>
          <p:spPr>
            <a:xfrm>
              <a:off x="4572000" y="41910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0" y="228600"/>
                  </a:moveTo>
                  <a:lnTo>
                    <a:pt x="16404" y="168275"/>
                  </a:lnTo>
                  <a:lnTo>
                    <a:pt x="62653" y="113792"/>
                  </a:lnTo>
                  <a:lnTo>
                    <a:pt x="95580" y="89455"/>
                  </a:lnTo>
                  <a:lnTo>
                    <a:pt x="134302" y="67437"/>
                  </a:lnTo>
                  <a:lnTo>
                    <a:pt x="178263" y="48021"/>
                  </a:lnTo>
                  <a:lnTo>
                    <a:pt x="226906" y="31496"/>
                  </a:lnTo>
                  <a:lnTo>
                    <a:pt x="279677" y="18145"/>
                  </a:lnTo>
                  <a:lnTo>
                    <a:pt x="336020" y="8254"/>
                  </a:lnTo>
                  <a:lnTo>
                    <a:pt x="395380" y="2111"/>
                  </a:lnTo>
                  <a:lnTo>
                    <a:pt x="457200" y="0"/>
                  </a:lnTo>
                  <a:lnTo>
                    <a:pt x="519340" y="2111"/>
                  </a:lnTo>
                  <a:lnTo>
                    <a:pt x="578908" y="8255"/>
                  </a:lnTo>
                  <a:lnTo>
                    <a:pt x="635365" y="18145"/>
                  </a:lnTo>
                  <a:lnTo>
                    <a:pt x="688170" y="31496"/>
                  </a:lnTo>
                  <a:lnTo>
                    <a:pt x="736785" y="48021"/>
                  </a:lnTo>
                  <a:lnTo>
                    <a:pt x="780668" y="67436"/>
                  </a:lnTo>
                  <a:lnTo>
                    <a:pt x="819282" y="89455"/>
                  </a:lnTo>
                  <a:lnTo>
                    <a:pt x="852085" y="113791"/>
                  </a:lnTo>
                  <a:lnTo>
                    <a:pt x="898101" y="168274"/>
                  </a:lnTo>
                  <a:lnTo>
                    <a:pt x="914400" y="228600"/>
                  </a:lnTo>
                  <a:lnTo>
                    <a:pt x="910235" y="259670"/>
                  </a:lnTo>
                  <a:lnTo>
                    <a:pt x="878538" y="317682"/>
                  </a:lnTo>
                  <a:lnTo>
                    <a:pt x="819282" y="368392"/>
                  </a:lnTo>
                  <a:lnTo>
                    <a:pt x="780668" y="390334"/>
                  </a:lnTo>
                  <a:lnTo>
                    <a:pt x="736785" y="409641"/>
                  </a:lnTo>
                  <a:lnTo>
                    <a:pt x="688170" y="426042"/>
                  </a:lnTo>
                  <a:lnTo>
                    <a:pt x="635365" y="439269"/>
                  </a:lnTo>
                  <a:lnTo>
                    <a:pt x="578908" y="449050"/>
                  </a:lnTo>
                  <a:lnTo>
                    <a:pt x="519340" y="455117"/>
                  </a:lnTo>
                  <a:lnTo>
                    <a:pt x="457200" y="457200"/>
                  </a:lnTo>
                  <a:lnTo>
                    <a:pt x="395380" y="455117"/>
                  </a:lnTo>
                  <a:lnTo>
                    <a:pt x="336020" y="449050"/>
                  </a:lnTo>
                  <a:lnTo>
                    <a:pt x="279677" y="439269"/>
                  </a:lnTo>
                  <a:lnTo>
                    <a:pt x="226906" y="426042"/>
                  </a:lnTo>
                  <a:lnTo>
                    <a:pt x="178263" y="409641"/>
                  </a:lnTo>
                  <a:lnTo>
                    <a:pt x="134302" y="390334"/>
                  </a:lnTo>
                  <a:lnTo>
                    <a:pt x="95580" y="368392"/>
                  </a:lnTo>
                  <a:lnTo>
                    <a:pt x="62653" y="344085"/>
                  </a:lnTo>
                  <a:lnTo>
                    <a:pt x="16404" y="289454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14800" y="4648200"/>
              <a:ext cx="1828800" cy="1371600"/>
            </a:xfrm>
            <a:custGeom>
              <a:avLst/>
              <a:gdLst/>
              <a:ahLst/>
              <a:cxnLst/>
              <a:rect l="l" t="t" r="r" b="b"/>
              <a:pathLst>
                <a:path w="1828800" h="1371600">
                  <a:moveTo>
                    <a:pt x="914400" y="0"/>
                  </a:moveTo>
                  <a:lnTo>
                    <a:pt x="914400" y="914400"/>
                  </a:lnTo>
                </a:path>
                <a:path w="1828800" h="1371600">
                  <a:moveTo>
                    <a:pt x="457200" y="1371600"/>
                  </a:moveTo>
                  <a:lnTo>
                    <a:pt x="914400" y="914400"/>
                  </a:lnTo>
                  <a:lnTo>
                    <a:pt x="1371600" y="1371600"/>
                  </a:lnTo>
                </a:path>
                <a:path w="1828800" h="1371600">
                  <a:moveTo>
                    <a:pt x="0" y="228600"/>
                  </a:moveTo>
                  <a:lnTo>
                    <a:pt x="1828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345869" y="6279886"/>
            <a:ext cx="1316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employee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477000" y="4110228"/>
            <a:ext cx="1828800" cy="1838325"/>
            <a:chOff x="6477000" y="4110228"/>
            <a:chExt cx="1828800" cy="1838325"/>
          </a:xfrm>
        </p:grpSpPr>
        <p:sp>
          <p:nvSpPr>
            <p:cNvPr id="9" name="object 9" descr=""/>
            <p:cNvSpPr/>
            <p:nvPr/>
          </p:nvSpPr>
          <p:spPr>
            <a:xfrm>
              <a:off x="6934200" y="41148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0" y="228600"/>
                  </a:moveTo>
                  <a:lnTo>
                    <a:pt x="16404" y="168275"/>
                  </a:lnTo>
                  <a:lnTo>
                    <a:pt x="62653" y="113792"/>
                  </a:lnTo>
                  <a:lnTo>
                    <a:pt x="95580" y="89455"/>
                  </a:lnTo>
                  <a:lnTo>
                    <a:pt x="134302" y="67437"/>
                  </a:lnTo>
                  <a:lnTo>
                    <a:pt x="178263" y="48021"/>
                  </a:lnTo>
                  <a:lnTo>
                    <a:pt x="226906" y="31496"/>
                  </a:lnTo>
                  <a:lnTo>
                    <a:pt x="279677" y="18145"/>
                  </a:lnTo>
                  <a:lnTo>
                    <a:pt x="336020" y="8254"/>
                  </a:lnTo>
                  <a:lnTo>
                    <a:pt x="395380" y="2111"/>
                  </a:lnTo>
                  <a:lnTo>
                    <a:pt x="457200" y="0"/>
                  </a:lnTo>
                  <a:lnTo>
                    <a:pt x="519340" y="2111"/>
                  </a:lnTo>
                  <a:lnTo>
                    <a:pt x="578908" y="8255"/>
                  </a:lnTo>
                  <a:lnTo>
                    <a:pt x="635365" y="18145"/>
                  </a:lnTo>
                  <a:lnTo>
                    <a:pt x="688170" y="31496"/>
                  </a:lnTo>
                  <a:lnTo>
                    <a:pt x="736785" y="48021"/>
                  </a:lnTo>
                  <a:lnTo>
                    <a:pt x="780668" y="67436"/>
                  </a:lnTo>
                  <a:lnTo>
                    <a:pt x="819282" y="89455"/>
                  </a:lnTo>
                  <a:lnTo>
                    <a:pt x="852085" y="113791"/>
                  </a:lnTo>
                  <a:lnTo>
                    <a:pt x="898101" y="168274"/>
                  </a:lnTo>
                  <a:lnTo>
                    <a:pt x="914400" y="228600"/>
                  </a:lnTo>
                  <a:lnTo>
                    <a:pt x="910235" y="259670"/>
                  </a:lnTo>
                  <a:lnTo>
                    <a:pt x="878538" y="317682"/>
                  </a:lnTo>
                  <a:lnTo>
                    <a:pt x="819282" y="368392"/>
                  </a:lnTo>
                  <a:lnTo>
                    <a:pt x="780668" y="390334"/>
                  </a:lnTo>
                  <a:lnTo>
                    <a:pt x="736785" y="409641"/>
                  </a:lnTo>
                  <a:lnTo>
                    <a:pt x="688170" y="426042"/>
                  </a:lnTo>
                  <a:lnTo>
                    <a:pt x="635365" y="439269"/>
                  </a:lnTo>
                  <a:lnTo>
                    <a:pt x="578908" y="449050"/>
                  </a:lnTo>
                  <a:lnTo>
                    <a:pt x="519340" y="455117"/>
                  </a:lnTo>
                  <a:lnTo>
                    <a:pt x="457200" y="457200"/>
                  </a:lnTo>
                  <a:lnTo>
                    <a:pt x="395380" y="455117"/>
                  </a:lnTo>
                  <a:lnTo>
                    <a:pt x="336020" y="449050"/>
                  </a:lnTo>
                  <a:lnTo>
                    <a:pt x="279677" y="439269"/>
                  </a:lnTo>
                  <a:lnTo>
                    <a:pt x="226906" y="426042"/>
                  </a:lnTo>
                  <a:lnTo>
                    <a:pt x="178263" y="409641"/>
                  </a:lnTo>
                  <a:lnTo>
                    <a:pt x="134302" y="390334"/>
                  </a:lnTo>
                  <a:lnTo>
                    <a:pt x="95580" y="368392"/>
                  </a:lnTo>
                  <a:lnTo>
                    <a:pt x="62653" y="344085"/>
                  </a:lnTo>
                  <a:lnTo>
                    <a:pt x="16404" y="289454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77000" y="4572000"/>
              <a:ext cx="1828800" cy="1371600"/>
            </a:xfrm>
            <a:custGeom>
              <a:avLst/>
              <a:gdLst/>
              <a:ahLst/>
              <a:cxnLst/>
              <a:rect l="l" t="t" r="r" b="b"/>
              <a:pathLst>
                <a:path w="1828800" h="1371600">
                  <a:moveTo>
                    <a:pt x="914400" y="0"/>
                  </a:moveTo>
                  <a:lnTo>
                    <a:pt x="914400" y="914400"/>
                  </a:lnTo>
                </a:path>
                <a:path w="1828800" h="1371600">
                  <a:moveTo>
                    <a:pt x="457200" y="1371600"/>
                  </a:moveTo>
                  <a:lnTo>
                    <a:pt x="914400" y="914400"/>
                  </a:lnTo>
                  <a:lnTo>
                    <a:pt x="1371600" y="1371600"/>
                  </a:lnTo>
                </a:path>
                <a:path w="1828800" h="1371600">
                  <a:moveTo>
                    <a:pt x="0" y="228600"/>
                  </a:moveTo>
                  <a:lnTo>
                    <a:pt x="1828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53480" y="6356085"/>
            <a:ext cx="737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client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676400" y="4186428"/>
            <a:ext cx="1828800" cy="1838325"/>
            <a:chOff x="1676400" y="4186428"/>
            <a:chExt cx="1828800" cy="1838325"/>
          </a:xfrm>
        </p:grpSpPr>
        <p:sp>
          <p:nvSpPr>
            <p:cNvPr id="13" name="object 13" descr=""/>
            <p:cNvSpPr/>
            <p:nvPr/>
          </p:nvSpPr>
          <p:spPr>
            <a:xfrm>
              <a:off x="2133600" y="41910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0" y="228600"/>
                  </a:moveTo>
                  <a:lnTo>
                    <a:pt x="16404" y="168275"/>
                  </a:lnTo>
                  <a:lnTo>
                    <a:pt x="62653" y="113792"/>
                  </a:lnTo>
                  <a:lnTo>
                    <a:pt x="95580" y="89455"/>
                  </a:lnTo>
                  <a:lnTo>
                    <a:pt x="134302" y="67437"/>
                  </a:lnTo>
                  <a:lnTo>
                    <a:pt x="178263" y="48021"/>
                  </a:lnTo>
                  <a:lnTo>
                    <a:pt x="226906" y="31496"/>
                  </a:lnTo>
                  <a:lnTo>
                    <a:pt x="279677" y="18145"/>
                  </a:lnTo>
                  <a:lnTo>
                    <a:pt x="336020" y="8254"/>
                  </a:lnTo>
                  <a:lnTo>
                    <a:pt x="395380" y="2111"/>
                  </a:lnTo>
                  <a:lnTo>
                    <a:pt x="457200" y="0"/>
                  </a:lnTo>
                  <a:lnTo>
                    <a:pt x="519340" y="2111"/>
                  </a:lnTo>
                  <a:lnTo>
                    <a:pt x="578908" y="8255"/>
                  </a:lnTo>
                  <a:lnTo>
                    <a:pt x="635365" y="18145"/>
                  </a:lnTo>
                  <a:lnTo>
                    <a:pt x="688170" y="31496"/>
                  </a:lnTo>
                  <a:lnTo>
                    <a:pt x="736785" y="48021"/>
                  </a:lnTo>
                  <a:lnTo>
                    <a:pt x="780668" y="67436"/>
                  </a:lnTo>
                  <a:lnTo>
                    <a:pt x="819282" y="89455"/>
                  </a:lnTo>
                  <a:lnTo>
                    <a:pt x="852085" y="113791"/>
                  </a:lnTo>
                  <a:lnTo>
                    <a:pt x="898101" y="168274"/>
                  </a:lnTo>
                  <a:lnTo>
                    <a:pt x="914400" y="228600"/>
                  </a:lnTo>
                  <a:lnTo>
                    <a:pt x="910235" y="259670"/>
                  </a:lnTo>
                  <a:lnTo>
                    <a:pt x="878538" y="317682"/>
                  </a:lnTo>
                  <a:lnTo>
                    <a:pt x="819282" y="368392"/>
                  </a:lnTo>
                  <a:lnTo>
                    <a:pt x="780668" y="390334"/>
                  </a:lnTo>
                  <a:lnTo>
                    <a:pt x="736785" y="409641"/>
                  </a:lnTo>
                  <a:lnTo>
                    <a:pt x="688170" y="426042"/>
                  </a:lnTo>
                  <a:lnTo>
                    <a:pt x="635365" y="439269"/>
                  </a:lnTo>
                  <a:lnTo>
                    <a:pt x="578908" y="449050"/>
                  </a:lnTo>
                  <a:lnTo>
                    <a:pt x="519340" y="455117"/>
                  </a:lnTo>
                  <a:lnTo>
                    <a:pt x="457200" y="457200"/>
                  </a:lnTo>
                  <a:lnTo>
                    <a:pt x="395380" y="455117"/>
                  </a:lnTo>
                  <a:lnTo>
                    <a:pt x="336020" y="449050"/>
                  </a:lnTo>
                  <a:lnTo>
                    <a:pt x="279677" y="439269"/>
                  </a:lnTo>
                  <a:lnTo>
                    <a:pt x="226906" y="426042"/>
                  </a:lnTo>
                  <a:lnTo>
                    <a:pt x="178263" y="409641"/>
                  </a:lnTo>
                  <a:lnTo>
                    <a:pt x="134302" y="390334"/>
                  </a:lnTo>
                  <a:lnTo>
                    <a:pt x="95580" y="368392"/>
                  </a:lnTo>
                  <a:lnTo>
                    <a:pt x="62653" y="344085"/>
                  </a:lnTo>
                  <a:lnTo>
                    <a:pt x="16404" y="289454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76400" y="4648200"/>
              <a:ext cx="1828800" cy="1371600"/>
            </a:xfrm>
            <a:custGeom>
              <a:avLst/>
              <a:gdLst/>
              <a:ahLst/>
              <a:cxnLst/>
              <a:rect l="l" t="t" r="r" b="b"/>
              <a:pathLst>
                <a:path w="1828800" h="1371600">
                  <a:moveTo>
                    <a:pt x="914400" y="0"/>
                  </a:moveTo>
                  <a:lnTo>
                    <a:pt x="914400" y="914400"/>
                  </a:lnTo>
                </a:path>
                <a:path w="1828800" h="1371600">
                  <a:moveTo>
                    <a:pt x="457200" y="1371600"/>
                  </a:moveTo>
                  <a:lnTo>
                    <a:pt x="914400" y="914400"/>
                  </a:lnTo>
                  <a:lnTo>
                    <a:pt x="1371600" y="1371600"/>
                  </a:lnTo>
                </a:path>
                <a:path w="1828800" h="1371600">
                  <a:moveTo>
                    <a:pt x="0" y="228600"/>
                  </a:moveTo>
                  <a:lnTo>
                    <a:pt x="1828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907475" y="6279886"/>
            <a:ext cx="1266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employer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55"/>
              <a:t> </a:t>
            </a:r>
            <a:r>
              <a:rPr dirty="0"/>
              <a:t>Case</a:t>
            </a:r>
            <a:r>
              <a:rPr dirty="0" spc="-50"/>
              <a:t> </a:t>
            </a:r>
            <a:r>
              <a:rPr dirty="0"/>
              <a:t>Diagrams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95"/>
              <a:t> </a:t>
            </a:r>
            <a:r>
              <a:rPr dirty="0"/>
              <a:t>Use</a:t>
            </a:r>
            <a:r>
              <a:rPr dirty="0" spc="-95"/>
              <a:t> </a:t>
            </a:r>
            <a:r>
              <a:rPr dirty="0" spc="-10"/>
              <a:t>Cases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163572"/>
            <a:ext cx="7883525" cy="266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Use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case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particular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activity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user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can </a:t>
            </a:r>
            <a:r>
              <a:rPr dirty="0" sz="3200">
                <a:latin typeface="Tahoma"/>
                <a:cs typeface="Tahoma"/>
              </a:rPr>
              <a:t>do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system.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represented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by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8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ellipse.</a:t>
            </a:r>
            <a:endParaRPr sz="3200">
              <a:latin typeface="Tahoma"/>
              <a:cs typeface="Tahoma"/>
            </a:endParaRPr>
          </a:p>
          <a:p>
            <a:pPr marL="355600" marR="301625" indent="-343535">
              <a:lnSpc>
                <a:spcPct val="100000"/>
              </a:lnSpc>
              <a:spcBef>
                <a:spcPts val="77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Following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are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two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cases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for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library system.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62600" y="5638800"/>
            <a:ext cx="3276600" cy="914400"/>
          </a:xfrm>
          <a:custGeom>
            <a:avLst/>
            <a:gdLst/>
            <a:ahLst/>
            <a:cxnLst/>
            <a:rect l="l" t="t" r="r" b="b"/>
            <a:pathLst>
              <a:path w="3276600" h="914400">
                <a:moveTo>
                  <a:pt x="0" y="457200"/>
                </a:moveTo>
                <a:lnTo>
                  <a:pt x="6022" y="417899"/>
                </a:lnTo>
                <a:lnTo>
                  <a:pt x="23758" y="379497"/>
                </a:lnTo>
                <a:lnTo>
                  <a:pt x="52714" y="342136"/>
                </a:lnTo>
                <a:lnTo>
                  <a:pt x="92395" y="305955"/>
                </a:lnTo>
                <a:lnTo>
                  <a:pt x="142307" y="271093"/>
                </a:lnTo>
                <a:lnTo>
                  <a:pt x="201954" y="237692"/>
                </a:lnTo>
                <a:lnTo>
                  <a:pt x="270843" y="205889"/>
                </a:lnTo>
                <a:lnTo>
                  <a:pt x="308598" y="190632"/>
                </a:lnTo>
                <a:lnTo>
                  <a:pt x="348478" y="175827"/>
                </a:lnTo>
                <a:lnTo>
                  <a:pt x="390422" y="161492"/>
                </a:lnTo>
                <a:lnTo>
                  <a:pt x="434366" y="147645"/>
                </a:lnTo>
                <a:lnTo>
                  <a:pt x="480250" y="134302"/>
                </a:lnTo>
                <a:lnTo>
                  <a:pt x="528011" y="121482"/>
                </a:lnTo>
                <a:lnTo>
                  <a:pt x="577589" y="109201"/>
                </a:lnTo>
                <a:lnTo>
                  <a:pt x="628920" y="97479"/>
                </a:lnTo>
                <a:lnTo>
                  <a:pt x="681943" y="86331"/>
                </a:lnTo>
                <a:lnTo>
                  <a:pt x="736596" y="75775"/>
                </a:lnTo>
                <a:lnTo>
                  <a:pt x="792818" y="65829"/>
                </a:lnTo>
                <a:lnTo>
                  <a:pt x="850546" y="56511"/>
                </a:lnTo>
                <a:lnTo>
                  <a:pt x="909720" y="47838"/>
                </a:lnTo>
                <a:lnTo>
                  <a:pt x="970276" y="39827"/>
                </a:lnTo>
                <a:lnTo>
                  <a:pt x="1032153" y="32496"/>
                </a:lnTo>
                <a:lnTo>
                  <a:pt x="1095290" y="25862"/>
                </a:lnTo>
                <a:lnTo>
                  <a:pt x="1159624" y="19944"/>
                </a:lnTo>
                <a:lnTo>
                  <a:pt x="1225094" y="14757"/>
                </a:lnTo>
                <a:lnTo>
                  <a:pt x="1291637" y="10321"/>
                </a:lnTo>
                <a:lnTo>
                  <a:pt x="1359193" y="6652"/>
                </a:lnTo>
                <a:lnTo>
                  <a:pt x="1427699" y="3768"/>
                </a:lnTo>
                <a:lnTo>
                  <a:pt x="1497093" y="1686"/>
                </a:lnTo>
                <a:lnTo>
                  <a:pt x="1567314" y="424"/>
                </a:lnTo>
                <a:lnTo>
                  <a:pt x="1638300" y="0"/>
                </a:lnTo>
                <a:lnTo>
                  <a:pt x="1709399" y="424"/>
                </a:lnTo>
                <a:lnTo>
                  <a:pt x="1779722" y="1686"/>
                </a:lnTo>
                <a:lnTo>
                  <a:pt x="1849206" y="3768"/>
                </a:lnTo>
                <a:lnTo>
                  <a:pt x="1917791" y="6652"/>
                </a:lnTo>
                <a:lnTo>
                  <a:pt x="1985415" y="10321"/>
                </a:lnTo>
                <a:lnTo>
                  <a:pt x="2052017" y="14757"/>
                </a:lnTo>
                <a:lnTo>
                  <a:pt x="2117536" y="19944"/>
                </a:lnTo>
                <a:lnTo>
                  <a:pt x="2181909" y="25862"/>
                </a:lnTo>
                <a:lnTo>
                  <a:pt x="2245077" y="32496"/>
                </a:lnTo>
                <a:lnTo>
                  <a:pt x="2306976" y="39827"/>
                </a:lnTo>
                <a:lnTo>
                  <a:pt x="2367548" y="47838"/>
                </a:lnTo>
                <a:lnTo>
                  <a:pt x="2426729" y="56511"/>
                </a:lnTo>
                <a:lnTo>
                  <a:pt x="2484458" y="65829"/>
                </a:lnTo>
                <a:lnTo>
                  <a:pt x="2540675" y="75775"/>
                </a:lnTo>
                <a:lnTo>
                  <a:pt x="2595317" y="86331"/>
                </a:lnTo>
                <a:lnTo>
                  <a:pt x="2648325" y="97479"/>
                </a:lnTo>
                <a:lnTo>
                  <a:pt x="2699635" y="109201"/>
                </a:lnTo>
                <a:lnTo>
                  <a:pt x="2749188" y="121482"/>
                </a:lnTo>
                <a:lnTo>
                  <a:pt x="2796921" y="134302"/>
                </a:lnTo>
                <a:lnTo>
                  <a:pt x="2842773" y="147645"/>
                </a:lnTo>
                <a:lnTo>
                  <a:pt x="2886683" y="161492"/>
                </a:lnTo>
                <a:lnTo>
                  <a:pt x="2928590" y="175827"/>
                </a:lnTo>
                <a:lnTo>
                  <a:pt x="2968432" y="190632"/>
                </a:lnTo>
                <a:lnTo>
                  <a:pt x="3006148" y="205889"/>
                </a:lnTo>
                <a:lnTo>
                  <a:pt x="3041677" y="221582"/>
                </a:lnTo>
                <a:lnTo>
                  <a:pt x="3105927" y="254201"/>
                </a:lnTo>
                <a:lnTo>
                  <a:pt x="3160692" y="288350"/>
                </a:lnTo>
                <a:lnTo>
                  <a:pt x="3205481" y="323889"/>
                </a:lnTo>
                <a:lnTo>
                  <a:pt x="3239803" y="360678"/>
                </a:lnTo>
                <a:lnTo>
                  <a:pt x="3263169" y="398577"/>
                </a:lnTo>
                <a:lnTo>
                  <a:pt x="3275087" y="437445"/>
                </a:lnTo>
                <a:lnTo>
                  <a:pt x="3276600" y="457200"/>
                </a:lnTo>
                <a:lnTo>
                  <a:pt x="3275087" y="477068"/>
                </a:lnTo>
                <a:lnTo>
                  <a:pt x="3263169" y="516128"/>
                </a:lnTo>
                <a:lnTo>
                  <a:pt x="3239803" y="554175"/>
                </a:lnTo>
                <a:lnTo>
                  <a:pt x="3205481" y="591070"/>
                </a:lnTo>
                <a:lnTo>
                  <a:pt x="3160692" y="626679"/>
                </a:lnTo>
                <a:lnTo>
                  <a:pt x="3105927" y="660866"/>
                </a:lnTo>
                <a:lnTo>
                  <a:pt x="3041677" y="693494"/>
                </a:lnTo>
                <a:lnTo>
                  <a:pt x="3006148" y="709181"/>
                </a:lnTo>
                <a:lnTo>
                  <a:pt x="2968432" y="724428"/>
                </a:lnTo>
                <a:lnTo>
                  <a:pt x="2928590" y="739217"/>
                </a:lnTo>
                <a:lnTo>
                  <a:pt x="2886683" y="753531"/>
                </a:lnTo>
                <a:lnTo>
                  <a:pt x="2842773" y="767354"/>
                </a:lnTo>
                <a:lnTo>
                  <a:pt x="2796921" y="780668"/>
                </a:lnTo>
                <a:lnTo>
                  <a:pt x="2749188" y="793457"/>
                </a:lnTo>
                <a:lnTo>
                  <a:pt x="2699635" y="805703"/>
                </a:lnTo>
                <a:lnTo>
                  <a:pt x="2648325" y="817390"/>
                </a:lnTo>
                <a:lnTo>
                  <a:pt x="2595317" y="828500"/>
                </a:lnTo>
                <a:lnTo>
                  <a:pt x="2540675" y="839016"/>
                </a:lnTo>
                <a:lnTo>
                  <a:pt x="2484458" y="848922"/>
                </a:lnTo>
                <a:lnTo>
                  <a:pt x="2426729" y="858200"/>
                </a:lnTo>
                <a:lnTo>
                  <a:pt x="2367548" y="866833"/>
                </a:lnTo>
                <a:lnTo>
                  <a:pt x="2306976" y="874805"/>
                </a:lnTo>
                <a:lnTo>
                  <a:pt x="2245077" y="882099"/>
                </a:lnTo>
                <a:lnTo>
                  <a:pt x="2181909" y="888697"/>
                </a:lnTo>
                <a:lnTo>
                  <a:pt x="2117536" y="894582"/>
                </a:lnTo>
                <a:lnTo>
                  <a:pt x="2052017" y="899738"/>
                </a:lnTo>
                <a:lnTo>
                  <a:pt x="1985415" y="904147"/>
                </a:lnTo>
                <a:lnTo>
                  <a:pt x="1917791" y="907792"/>
                </a:lnTo>
                <a:lnTo>
                  <a:pt x="1849206" y="910658"/>
                </a:lnTo>
                <a:lnTo>
                  <a:pt x="1779722" y="912725"/>
                </a:lnTo>
                <a:lnTo>
                  <a:pt x="1709399" y="913978"/>
                </a:lnTo>
                <a:lnTo>
                  <a:pt x="1638300" y="914400"/>
                </a:lnTo>
                <a:lnTo>
                  <a:pt x="1567314" y="913978"/>
                </a:lnTo>
                <a:lnTo>
                  <a:pt x="1497093" y="912725"/>
                </a:lnTo>
                <a:lnTo>
                  <a:pt x="1427699" y="910658"/>
                </a:lnTo>
                <a:lnTo>
                  <a:pt x="1359193" y="907792"/>
                </a:lnTo>
                <a:lnTo>
                  <a:pt x="1291637" y="904147"/>
                </a:lnTo>
                <a:lnTo>
                  <a:pt x="1225094" y="899738"/>
                </a:lnTo>
                <a:lnTo>
                  <a:pt x="1159624" y="894582"/>
                </a:lnTo>
                <a:lnTo>
                  <a:pt x="1095290" y="888697"/>
                </a:lnTo>
                <a:lnTo>
                  <a:pt x="1032153" y="882099"/>
                </a:lnTo>
                <a:lnTo>
                  <a:pt x="970276" y="874805"/>
                </a:lnTo>
                <a:lnTo>
                  <a:pt x="909720" y="866833"/>
                </a:lnTo>
                <a:lnTo>
                  <a:pt x="850546" y="858200"/>
                </a:lnTo>
                <a:lnTo>
                  <a:pt x="792818" y="848922"/>
                </a:lnTo>
                <a:lnTo>
                  <a:pt x="736596" y="839016"/>
                </a:lnTo>
                <a:lnTo>
                  <a:pt x="681943" y="828500"/>
                </a:lnTo>
                <a:lnTo>
                  <a:pt x="628920" y="817390"/>
                </a:lnTo>
                <a:lnTo>
                  <a:pt x="577589" y="805703"/>
                </a:lnTo>
                <a:lnTo>
                  <a:pt x="528011" y="793457"/>
                </a:lnTo>
                <a:lnTo>
                  <a:pt x="480250" y="780668"/>
                </a:lnTo>
                <a:lnTo>
                  <a:pt x="434366" y="767354"/>
                </a:lnTo>
                <a:lnTo>
                  <a:pt x="390422" y="753531"/>
                </a:lnTo>
                <a:lnTo>
                  <a:pt x="348478" y="739217"/>
                </a:lnTo>
                <a:lnTo>
                  <a:pt x="308598" y="724428"/>
                </a:lnTo>
                <a:lnTo>
                  <a:pt x="270843" y="709181"/>
                </a:lnTo>
                <a:lnTo>
                  <a:pt x="235274" y="693494"/>
                </a:lnTo>
                <a:lnTo>
                  <a:pt x="170944" y="660866"/>
                </a:lnTo>
                <a:lnTo>
                  <a:pt x="116103" y="626679"/>
                </a:lnTo>
                <a:lnTo>
                  <a:pt x="71245" y="591070"/>
                </a:lnTo>
                <a:lnTo>
                  <a:pt x="36864" y="554175"/>
                </a:lnTo>
                <a:lnTo>
                  <a:pt x="13456" y="516128"/>
                </a:lnTo>
                <a:lnTo>
                  <a:pt x="1515" y="477068"/>
                </a:lnTo>
                <a:lnTo>
                  <a:pt x="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659396" y="5898886"/>
            <a:ext cx="1082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Reserve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600200" y="5638800"/>
            <a:ext cx="3276600" cy="914400"/>
          </a:xfrm>
          <a:custGeom>
            <a:avLst/>
            <a:gdLst/>
            <a:ahLst/>
            <a:cxnLst/>
            <a:rect l="l" t="t" r="r" b="b"/>
            <a:pathLst>
              <a:path w="3276600" h="914400">
                <a:moveTo>
                  <a:pt x="0" y="457200"/>
                </a:moveTo>
                <a:lnTo>
                  <a:pt x="6022" y="417899"/>
                </a:lnTo>
                <a:lnTo>
                  <a:pt x="23758" y="379497"/>
                </a:lnTo>
                <a:lnTo>
                  <a:pt x="52714" y="342136"/>
                </a:lnTo>
                <a:lnTo>
                  <a:pt x="92395" y="305955"/>
                </a:lnTo>
                <a:lnTo>
                  <a:pt x="142307" y="271093"/>
                </a:lnTo>
                <a:lnTo>
                  <a:pt x="201954" y="237692"/>
                </a:lnTo>
                <a:lnTo>
                  <a:pt x="270843" y="205889"/>
                </a:lnTo>
                <a:lnTo>
                  <a:pt x="308598" y="190632"/>
                </a:lnTo>
                <a:lnTo>
                  <a:pt x="348478" y="175827"/>
                </a:lnTo>
                <a:lnTo>
                  <a:pt x="390422" y="161492"/>
                </a:lnTo>
                <a:lnTo>
                  <a:pt x="434366" y="147645"/>
                </a:lnTo>
                <a:lnTo>
                  <a:pt x="480250" y="134302"/>
                </a:lnTo>
                <a:lnTo>
                  <a:pt x="528011" y="121482"/>
                </a:lnTo>
                <a:lnTo>
                  <a:pt x="577589" y="109201"/>
                </a:lnTo>
                <a:lnTo>
                  <a:pt x="628920" y="97479"/>
                </a:lnTo>
                <a:lnTo>
                  <a:pt x="681943" y="86331"/>
                </a:lnTo>
                <a:lnTo>
                  <a:pt x="736596" y="75775"/>
                </a:lnTo>
                <a:lnTo>
                  <a:pt x="792818" y="65829"/>
                </a:lnTo>
                <a:lnTo>
                  <a:pt x="850546" y="56511"/>
                </a:lnTo>
                <a:lnTo>
                  <a:pt x="909720" y="47838"/>
                </a:lnTo>
                <a:lnTo>
                  <a:pt x="970276" y="39827"/>
                </a:lnTo>
                <a:lnTo>
                  <a:pt x="1032153" y="32496"/>
                </a:lnTo>
                <a:lnTo>
                  <a:pt x="1095290" y="25862"/>
                </a:lnTo>
                <a:lnTo>
                  <a:pt x="1159624" y="19944"/>
                </a:lnTo>
                <a:lnTo>
                  <a:pt x="1225094" y="14757"/>
                </a:lnTo>
                <a:lnTo>
                  <a:pt x="1291637" y="10321"/>
                </a:lnTo>
                <a:lnTo>
                  <a:pt x="1359193" y="6652"/>
                </a:lnTo>
                <a:lnTo>
                  <a:pt x="1427699" y="3768"/>
                </a:lnTo>
                <a:lnTo>
                  <a:pt x="1497093" y="1686"/>
                </a:lnTo>
                <a:lnTo>
                  <a:pt x="1567314" y="424"/>
                </a:lnTo>
                <a:lnTo>
                  <a:pt x="1638300" y="0"/>
                </a:lnTo>
                <a:lnTo>
                  <a:pt x="1709399" y="424"/>
                </a:lnTo>
                <a:lnTo>
                  <a:pt x="1779722" y="1686"/>
                </a:lnTo>
                <a:lnTo>
                  <a:pt x="1849206" y="3768"/>
                </a:lnTo>
                <a:lnTo>
                  <a:pt x="1917791" y="6652"/>
                </a:lnTo>
                <a:lnTo>
                  <a:pt x="1985415" y="10321"/>
                </a:lnTo>
                <a:lnTo>
                  <a:pt x="2052017" y="14757"/>
                </a:lnTo>
                <a:lnTo>
                  <a:pt x="2117536" y="19944"/>
                </a:lnTo>
                <a:lnTo>
                  <a:pt x="2181909" y="25862"/>
                </a:lnTo>
                <a:lnTo>
                  <a:pt x="2245077" y="32496"/>
                </a:lnTo>
                <a:lnTo>
                  <a:pt x="2306976" y="39827"/>
                </a:lnTo>
                <a:lnTo>
                  <a:pt x="2367548" y="47838"/>
                </a:lnTo>
                <a:lnTo>
                  <a:pt x="2426729" y="56511"/>
                </a:lnTo>
                <a:lnTo>
                  <a:pt x="2484458" y="65829"/>
                </a:lnTo>
                <a:lnTo>
                  <a:pt x="2540675" y="75775"/>
                </a:lnTo>
                <a:lnTo>
                  <a:pt x="2595317" y="86331"/>
                </a:lnTo>
                <a:lnTo>
                  <a:pt x="2648325" y="97479"/>
                </a:lnTo>
                <a:lnTo>
                  <a:pt x="2699635" y="109201"/>
                </a:lnTo>
                <a:lnTo>
                  <a:pt x="2749188" y="121482"/>
                </a:lnTo>
                <a:lnTo>
                  <a:pt x="2796921" y="134302"/>
                </a:lnTo>
                <a:lnTo>
                  <a:pt x="2842773" y="147645"/>
                </a:lnTo>
                <a:lnTo>
                  <a:pt x="2886683" y="161492"/>
                </a:lnTo>
                <a:lnTo>
                  <a:pt x="2928590" y="175827"/>
                </a:lnTo>
                <a:lnTo>
                  <a:pt x="2968432" y="190632"/>
                </a:lnTo>
                <a:lnTo>
                  <a:pt x="3006148" y="205889"/>
                </a:lnTo>
                <a:lnTo>
                  <a:pt x="3041677" y="221582"/>
                </a:lnTo>
                <a:lnTo>
                  <a:pt x="3105927" y="254201"/>
                </a:lnTo>
                <a:lnTo>
                  <a:pt x="3160692" y="288350"/>
                </a:lnTo>
                <a:lnTo>
                  <a:pt x="3205481" y="323889"/>
                </a:lnTo>
                <a:lnTo>
                  <a:pt x="3239803" y="360678"/>
                </a:lnTo>
                <a:lnTo>
                  <a:pt x="3263169" y="398577"/>
                </a:lnTo>
                <a:lnTo>
                  <a:pt x="3275087" y="437445"/>
                </a:lnTo>
                <a:lnTo>
                  <a:pt x="3276600" y="457200"/>
                </a:lnTo>
                <a:lnTo>
                  <a:pt x="3275087" y="477068"/>
                </a:lnTo>
                <a:lnTo>
                  <a:pt x="3263169" y="516128"/>
                </a:lnTo>
                <a:lnTo>
                  <a:pt x="3239803" y="554175"/>
                </a:lnTo>
                <a:lnTo>
                  <a:pt x="3205481" y="591070"/>
                </a:lnTo>
                <a:lnTo>
                  <a:pt x="3160692" y="626679"/>
                </a:lnTo>
                <a:lnTo>
                  <a:pt x="3105927" y="660866"/>
                </a:lnTo>
                <a:lnTo>
                  <a:pt x="3041677" y="693494"/>
                </a:lnTo>
                <a:lnTo>
                  <a:pt x="3006148" y="709181"/>
                </a:lnTo>
                <a:lnTo>
                  <a:pt x="2968432" y="724428"/>
                </a:lnTo>
                <a:lnTo>
                  <a:pt x="2928590" y="739217"/>
                </a:lnTo>
                <a:lnTo>
                  <a:pt x="2886683" y="753531"/>
                </a:lnTo>
                <a:lnTo>
                  <a:pt x="2842773" y="767354"/>
                </a:lnTo>
                <a:lnTo>
                  <a:pt x="2796921" y="780668"/>
                </a:lnTo>
                <a:lnTo>
                  <a:pt x="2749188" y="793457"/>
                </a:lnTo>
                <a:lnTo>
                  <a:pt x="2699635" y="805703"/>
                </a:lnTo>
                <a:lnTo>
                  <a:pt x="2648325" y="817390"/>
                </a:lnTo>
                <a:lnTo>
                  <a:pt x="2595317" y="828500"/>
                </a:lnTo>
                <a:lnTo>
                  <a:pt x="2540675" y="839016"/>
                </a:lnTo>
                <a:lnTo>
                  <a:pt x="2484458" y="848922"/>
                </a:lnTo>
                <a:lnTo>
                  <a:pt x="2426729" y="858200"/>
                </a:lnTo>
                <a:lnTo>
                  <a:pt x="2367548" y="866833"/>
                </a:lnTo>
                <a:lnTo>
                  <a:pt x="2306976" y="874805"/>
                </a:lnTo>
                <a:lnTo>
                  <a:pt x="2245077" y="882099"/>
                </a:lnTo>
                <a:lnTo>
                  <a:pt x="2181909" y="888697"/>
                </a:lnTo>
                <a:lnTo>
                  <a:pt x="2117536" y="894582"/>
                </a:lnTo>
                <a:lnTo>
                  <a:pt x="2052017" y="899738"/>
                </a:lnTo>
                <a:lnTo>
                  <a:pt x="1985415" y="904147"/>
                </a:lnTo>
                <a:lnTo>
                  <a:pt x="1917791" y="907792"/>
                </a:lnTo>
                <a:lnTo>
                  <a:pt x="1849206" y="910658"/>
                </a:lnTo>
                <a:lnTo>
                  <a:pt x="1779722" y="912725"/>
                </a:lnTo>
                <a:lnTo>
                  <a:pt x="1709399" y="913978"/>
                </a:lnTo>
                <a:lnTo>
                  <a:pt x="1638300" y="914400"/>
                </a:lnTo>
                <a:lnTo>
                  <a:pt x="1567314" y="913978"/>
                </a:lnTo>
                <a:lnTo>
                  <a:pt x="1497093" y="912725"/>
                </a:lnTo>
                <a:lnTo>
                  <a:pt x="1427699" y="910658"/>
                </a:lnTo>
                <a:lnTo>
                  <a:pt x="1359193" y="907792"/>
                </a:lnTo>
                <a:lnTo>
                  <a:pt x="1291637" y="904147"/>
                </a:lnTo>
                <a:lnTo>
                  <a:pt x="1225094" y="899738"/>
                </a:lnTo>
                <a:lnTo>
                  <a:pt x="1159624" y="894582"/>
                </a:lnTo>
                <a:lnTo>
                  <a:pt x="1095290" y="888697"/>
                </a:lnTo>
                <a:lnTo>
                  <a:pt x="1032153" y="882099"/>
                </a:lnTo>
                <a:lnTo>
                  <a:pt x="970276" y="874805"/>
                </a:lnTo>
                <a:lnTo>
                  <a:pt x="909720" y="866833"/>
                </a:lnTo>
                <a:lnTo>
                  <a:pt x="850546" y="858200"/>
                </a:lnTo>
                <a:lnTo>
                  <a:pt x="792818" y="848922"/>
                </a:lnTo>
                <a:lnTo>
                  <a:pt x="736596" y="839016"/>
                </a:lnTo>
                <a:lnTo>
                  <a:pt x="681943" y="828500"/>
                </a:lnTo>
                <a:lnTo>
                  <a:pt x="628920" y="817390"/>
                </a:lnTo>
                <a:lnTo>
                  <a:pt x="577589" y="805703"/>
                </a:lnTo>
                <a:lnTo>
                  <a:pt x="528011" y="793457"/>
                </a:lnTo>
                <a:lnTo>
                  <a:pt x="480250" y="780668"/>
                </a:lnTo>
                <a:lnTo>
                  <a:pt x="434366" y="767354"/>
                </a:lnTo>
                <a:lnTo>
                  <a:pt x="390422" y="753531"/>
                </a:lnTo>
                <a:lnTo>
                  <a:pt x="348478" y="739217"/>
                </a:lnTo>
                <a:lnTo>
                  <a:pt x="308598" y="724428"/>
                </a:lnTo>
                <a:lnTo>
                  <a:pt x="270843" y="709181"/>
                </a:lnTo>
                <a:lnTo>
                  <a:pt x="235274" y="693494"/>
                </a:lnTo>
                <a:lnTo>
                  <a:pt x="170944" y="660866"/>
                </a:lnTo>
                <a:lnTo>
                  <a:pt x="116103" y="626679"/>
                </a:lnTo>
                <a:lnTo>
                  <a:pt x="71245" y="591070"/>
                </a:lnTo>
                <a:lnTo>
                  <a:pt x="36864" y="554175"/>
                </a:lnTo>
                <a:lnTo>
                  <a:pt x="13456" y="516128"/>
                </a:lnTo>
                <a:lnTo>
                  <a:pt x="1515" y="477068"/>
                </a:lnTo>
                <a:lnTo>
                  <a:pt x="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747310" y="5898886"/>
            <a:ext cx="9836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Borrow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767" rIns="0" bIns="0" rtlCol="0" vert="horz">
            <a:spAutoFit/>
          </a:bodyPr>
          <a:lstStyle/>
          <a:p>
            <a:pPr marL="12700" marR="5080">
              <a:lnSpc>
                <a:spcPts val="4780"/>
              </a:lnSpc>
              <a:spcBef>
                <a:spcPts val="210"/>
              </a:spcBef>
            </a:pPr>
            <a:r>
              <a:rPr dirty="0" sz="4000">
                <a:latin typeface="Arial MT"/>
                <a:cs typeface="Arial MT"/>
              </a:rPr>
              <a:t>Use</a:t>
            </a:r>
            <a:r>
              <a:rPr dirty="0" sz="4000" spc="-75">
                <a:latin typeface="Arial MT"/>
                <a:cs typeface="Arial MT"/>
              </a:rPr>
              <a:t> </a:t>
            </a:r>
            <a:r>
              <a:rPr dirty="0" sz="4000">
                <a:latin typeface="Arial MT"/>
                <a:cs typeface="Arial MT"/>
              </a:rPr>
              <a:t>Case</a:t>
            </a:r>
            <a:r>
              <a:rPr dirty="0" sz="4000" spc="-70">
                <a:latin typeface="Arial MT"/>
                <a:cs typeface="Arial MT"/>
              </a:rPr>
              <a:t> </a:t>
            </a:r>
            <a:r>
              <a:rPr dirty="0" sz="4000">
                <a:latin typeface="Arial MT"/>
                <a:cs typeface="Arial MT"/>
              </a:rPr>
              <a:t>Diagram</a:t>
            </a:r>
            <a:r>
              <a:rPr dirty="0" sz="4000" spc="-75">
                <a:latin typeface="Arial MT"/>
                <a:cs typeface="Arial MT"/>
              </a:rPr>
              <a:t> </a:t>
            </a:r>
            <a:r>
              <a:rPr dirty="0" sz="4000"/>
              <a:t>–</a:t>
            </a:r>
            <a:r>
              <a:rPr dirty="0" sz="4000" spc="-225"/>
              <a:t> </a:t>
            </a:r>
            <a:r>
              <a:rPr dirty="0" sz="4000" spc="-10">
                <a:latin typeface="Arial MT"/>
                <a:cs typeface="Arial MT"/>
              </a:rPr>
              <a:t>Example1 (Library)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47210" y="1814195"/>
            <a:ext cx="3926204" cy="4601210"/>
            <a:chOff x="3847210" y="1814195"/>
            <a:chExt cx="3926204" cy="4601210"/>
          </a:xfrm>
        </p:grpSpPr>
        <p:sp>
          <p:nvSpPr>
            <p:cNvPr id="4" name="object 4" descr=""/>
            <p:cNvSpPr/>
            <p:nvPr/>
          </p:nvSpPr>
          <p:spPr>
            <a:xfrm>
              <a:off x="3861815" y="1828800"/>
              <a:ext cx="2356485" cy="4572000"/>
            </a:xfrm>
            <a:custGeom>
              <a:avLst/>
              <a:gdLst/>
              <a:ahLst/>
              <a:cxnLst/>
              <a:rect l="l" t="t" r="r" b="b"/>
              <a:pathLst>
                <a:path w="2356485" h="4572000">
                  <a:moveTo>
                    <a:pt x="0" y="0"/>
                  </a:moveTo>
                  <a:lnTo>
                    <a:pt x="2356103" y="0"/>
                  </a:lnTo>
                  <a:lnTo>
                    <a:pt x="2356103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7328" y="4992623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w="0" h="365760">
                  <a:moveTo>
                    <a:pt x="0" y="0"/>
                  </a:moveTo>
                  <a:lnTo>
                    <a:pt x="0" y="36576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934" y="4795266"/>
              <a:ext cx="210312" cy="21183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97496" y="5084064"/>
              <a:ext cx="361315" cy="457200"/>
            </a:xfrm>
            <a:custGeom>
              <a:avLst/>
              <a:gdLst/>
              <a:ahLst/>
              <a:cxnLst/>
              <a:rect l="l" t="t" r="r" b="b"/>
              <a:pathLst>
                <a:path w="361315" h="457200">
                  <a:moveTo>
                    <a:pt x="89916" y="457200"/>
                  </a:moveTo>
                  <a:lnTo>
                    <a:pt x="179832" y="274319"/>
                  </a:lnTo>
                  <a:lnTo>
                    <a:pt x="271271" y="457200"/>
                  </a:lnTo>
                </a:path>
                <a:path w="361315" h="457200">
                  <a:moveTo>
                    <a:pt x="0" y="0"/>
                  </a:moveTo>
                  <a:lnTo>
                    <a:pt x="361187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934" y="2416301"/>
              <a:ext cx="210312" cy="21183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397496" y="2613660"/>
              <a:ext cx="361315" cy="548640"/>
            </a:xfrm>
            <a:custGeom>
              <a:avLst/>
              <a:gdLst/>
              <a:ahLst/>
              <a:cxnLst/>
              <a:rect l="l" t="t" r="r" b="b"/>
              <a:pathLst>
                <a:path w="361315" h="548639">
                  <a:moveTo>
                    <a:pt x="179832" y="0"/>
                  </a:moveTo>
                  <a:lnTo>
                    <a:pt x="179832" y="365759"/>
                  </a:lnTo>
                </a:path>
                <a:path w="361315" h="548639">
                  <a:moveTo>
                    <a:pt x="89916" y="548640"/>
                  </a:moveTo>
                  <a:lnTo>
                    <a:pt x="179832" y="365759"/>
                  </a:lnTo>
                  <a:lnTo>
                    <a:pt x="271271" y="548640"/>
                  </a:lnTo>
                </a:path>
                <a:path w="361315" h="548639">
                  <a:moveTo>
                    <a:pt x="0" y="91440"/>
                  </a:moveTo>
                  <a:lnTo>
                    <a:pt x="361187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14443" y="2561844"/>
              <a:ext cx="1541145" cy="547370"/>
            </a:xfrm>
            <a:custGeom>
              <a:avLst/>
              <a:gdLst/>
              <a:ahLst/>
              <a:cxnLst/>
              <a:rect l="l" t="t" r="r" b="b"/>
              <a:pathLst>
                <a:path w="1541145" h="547369">
                  <a:moveTo>
                    <a:pt x="0" y="272795"/>
                  </a:moveTo>
                  <a:lnTo>
                    <a:pt x="11141" y="226221"/>
                  </a:lnTo>
                  <a:lnTo>
                    <a:pt x="43335" y="182223"/>
                  </a:lnTo>
                  <a:lnTo>
                    <a:pt x="94738" y="141451"/>
                  </a:lnTo>
                  <a:lnTo>
                    <a:pt x="163503" y="104555"/>
                  </a:lnTo>
                  <a:lnTo>
                    <a:pt x="203820" y="87764"/>
                  </a:lnTo>
                  <a:lnTo>
                    <a:pt x="247786" y="72187"/>
                  </a:lnTo>
                  <a:lnTo>
                    <a:pt x="295170" y="57904"/>
                  </a:lnTo>
                  <a:lnTo>
                    <a:pt x="345741" y="44997"/>
                  </a:lnTo>
                  <a:lnTo>
                    <a:pt x="399270" y="33547"/>
                  </a:lnTo>
                  <a:lnTo>
                    <a:pt x="455524" y="23635"/>
                  </a:lnTo>
                  <a:lnTo>
                    <a:pt x="514275" y="15343"/>
                  </a:lnTo>
                  <a:lnTo>
                    <a:pt x="575290" y="8752"/>
                  </a:lnTo>
                  <a:lnTo>
                    <a:pt x="638340" y="3944"/>
                  </a:lnTo>
                  <a:lnTo>
                    <a:pt x="703193" y="999"/>
                  </a:lnTo>
                  <a:lnTo>
                    <a:pt x="769620" y="0"/>
                  </a:lnTo>
                  <a:lnTo>
                    <a:pt x="836274" y="999"/>
                  </a:lnTo>
                  <a:lnTo>
                    <a:pt x="901332" y="3944"/>
                  </a:lnTo>
                  <a:lnTo>
                    <a:pt x="964563" y="8752"/>
                  </a:lnTo>
                  <a:lnTo>
                    <a:pt x="1025739" y="15343"/>
                  </a:lnTo>
                  <a:lnTo>
                    <a:pt x="1084629" y="23635"/>
                  </a:lnTo>
                  <a:lnTo>
                    <a:pt x="1141005" y="33547"/>
                  </a:lnTo>
                  <a:lnTo>
                    <a:pt x="1194638" y="44997"/>
                  </a:lnTo>
                  <a:lnTo>
                    <a:pt x="1245298" y="57904"/>
                  </a:lnTo>
                  <a:lnTo>
                    <a:pt x="1292755" y="72187"/>
                  </a:lnTo>
                  <a:lnTo>
                    <a:pt x="1336781" y="87764"/>
                  </a:lnTo>
                  <a:lnTo>
                    <a:pt x="1377146" y="104555"/>
                  </a:lnTo>
                  <a:lnTo>
                    <a:pt x="1413622" y="122478"/>
                  </a:lnTo>
                  <a:lnTo>
                    <a:pt x="1473984" y="161393"/>
                  </a:lnTo>
                  <a:lnTo>
                    <a:pt x="1516035" y="203860"/>
                  </a:lnTo>
                  <a:lnTo>
                    <a:pt x="1537939" y="249227"/>
                  </a:lnTo>
                  <a:lnTo>
                    <a:pt x="1540763" y="272795"/>
                  </a:lnTo>
                  <a:lnTo>
                    <a:pt x="1537939" y="296592"/>
                  </a:lnTo>
                  <a:lnTo>
                    <a:pt x="1516035" y="342345"/>
                  </a:lnTo>
                  <a:lnTo>
                    <a:pt x="1473984" y="385112"/>
                  </a:lnTo>
                  <a:lnTo>
                    <a:pt x="1413622" y="424253"/>
                  </a:lnTo>
                  <a:lnTo>
                    <a:pt x="1377146" y="442264"/>
                  </a:lnTo>
                  <a:lnTo>
                    <a:pt x="1336781" y="459128"/>
                  </a:lnTo>
                  <a:lnTo>
                    <a:pt x="1292755" y="474766"/>
                  </a:lnTo>
                  <a:lnTo>
                    <a:pt x="1245298" y="489097"/>
                  </a:lnTo>
                  <a:lnTo>
                    <a:pt x="1194638" y="502042"/>
                  </a:lnTo>
                  <a:lnTo>
                    <a:pt x="1141005" y="513520"/>
                  </a:lnTo>
                  <a:lnTo>
                    <a:pt x="1084629" y="523452"/>
                  </a:lnTo>
                  <a:lnTo>
                    <a:pt x="1025739" y="531758"/>
                  </a:lnTo>
                  <a:lnTo>
                    <a:pt x="964563" y="538357"/>
                  </a:lnTo>
                  <a:lnTo>
                    <a:pt x="901332" y="543169"/>
                  </a:lnTo>
                  <a:lnTo>
                    <a:pt x="836274" y="546116"/>
                  </a:lnTo>
                  <a:lnTo>
                    <a:pt x="769620" y="547115"/>
                  </a:lnTo>
                  <a:lnTo>
                    <a:pt x="703193" y="546116"/>
                  </a:lnTo>
                  <a:lnTo>
                    <a:pt x="638340" y="543169"/>
                  </a:lnTo>
                  <a:lnTo>
                    <a:pt x="575290" y="538357"/>
                  </a:lnTo>
                  <a:lnTo>
                    <a:pt x="514275" y="531758"/>
                  </a:lnTo>
                  <a:lnTo>
                    <a:pt x="455524" y="523452"/>
                  </a:lnTo>
                  <a:lnTo>
                    <a:pt x="399270" y="513520"/>
                  </a:lnTo>
                  <a:lnTo>
                    <a:pt x="345741" y="502042"/>
                  </a:lnTo>
                  <a:lnTo>
                    <a:pt x="295170" y="489097"/>
                  </a:lnTo>
                  <a:lnTo>
                    <a:pt x="247786" y="474766"/>
                  </a:lnTo>
                  <a:lnTo>
                    <a:pt x="203820" y="459128"/>
                  </a:lnTo>
                  <a:lnTo>
                    <a:pt x="163503" y="442264"/>
                  </a:lnTo>
                  <a:lnTo>
                    <a:pt x="127065" y="424253"/>
                  </a:lnTo>
                  <a:lnTo>
                    <a:pt x="66751" y="385112"/>
                  </a:lnTo>
                  <a:lnTo>
                    <a:pt x="24722" y="342345"/>
                  </a:lnTo>
                  <a:lnTo>
                    <a:pt x="2823" y="296592"/>
                  </a:lnTo>
                  <a:lnTo>
                    <a:pt x="0" y="27279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14443" y="4207764"/>
              <a:ext cx="1541145" cy="547370"/>
            </a:xfrm>
            <a:custGeom>
              <a:avLst/>
              <a:gdLst/>
              <a:ahLst/>
              <a:cxnLst/>
              <a:rect l="l" t="t" r="r" b="b"/>
              <a:pathLst>
                <a:path w="1541145" h="547370">
                  <a:moveTo>
                    <a:pt x="0" y="274319"/>
                  </a:moveTo>
                  <a:lnTo>
                    <a:pt x="11141" y="227313"/>
                  </a:lnTo>
                  <a:lnTo>
                    <a:pt x="43335" y="182973"/>
                  </a:lnTo>
                  <a:lnTo>
                    <a:pt x="94738" y="141939"/>
                  </a:lnTo>
                  <a:lnTo>
                    <a:pt x="163503" y="104851"/>
                  </a:lnTo>
                  <a:lnTo>
                    <a:pt x="203820" y="87987"/>
                  </a:lnTo>
                  <a:lnTo>
                    <a:pt x="247786" y="72349"/>
                  </a:lnTo>
                  <a:lnTo>
                    <a:pt x="295170" y="58018"/>
                  </a:lnTo>
                  <a:lnTo>
                    <a:pt x="345741" y="45073"/>
                  </a:lnTo>
                  <a:lnTo>
                    <a:pt x="399270" y="33595"/>
                  </a:lnTo>
                  <a:lnTo>
                    <a:pt x="455524" y="23663"/>
                  </a:lnTo>
                  <a:lnTo>
                    <a:pt x="514275" y="15357"/>
                  </a:lnTo>
                  <a:lnTo>
                    <a:pt x="575290" y="8758"/>
                  </a:lnTo>
                  <a:lnTo>
                    <a:pt x="638340" y="3946"/>
                  </a:lnTo>
                  <a:lnTo>
                    <a:pt x="703193" y="999"/>
                  </a:lnTo>
                  <a:lnTo>
                    <a:pt x="769620" y="0"/>
                  </a:lnTo>
                  <a:lnTo>
                    <a:pt x="836274" y="999"/>
                  </a:lnTo>
                  <a:lnTo>
                    <a:pt x="901332" y="3946"/>
                  </a:lnTo>
                  <a:lnTo>
                    <a:pt x="964563" y="8758"/>
                  </a:lnTo>
                  <a:lnTo>
                    <a:pt x="1025739" y="15357"/>
                  </a:lnTo>
                  <a:lnTo>
                    <a:pt x="1084629" y="23663"/>
                  </a:lnTo>
                  <a:lnTo>
                    <a:pt x="1141005" y="33595"/>
                  </a:lnTo>
                  <a:lnTo>
                    <a:pt x="1194638" y="45073"/>
                  </a:lnTo>
                  <a:lnTo>
                    <a:pt x="1245298" y="58018"/>
                  </a:lnTo>
                  <a:lnTo>
                    <a:pt x="1292755" y="72349"/>
                  </a:lnTo>
                  <a:lnTo>
                    <a:pt x="1336781" y="87987"/>
                  </a:lnTo>
                  <a:lnTo>
                    <a:pt x="1377146" y="104851"/>
                  </a:lnTo>
                  <a:lnTo>
                    <a:pt x="1413622" y="122862"/>
                  </a:lnTo>
                  <a:lnTo>
                    <a:pt x="1473984" y="162003"/>
                  </a:lnTo>
                  <a:lnTo>
                    <a:pt x="1516035" y="204770"/>
                  </a:lnTo>
                  <a:lnTo>
                    <a:pt x="1537939" y="250523"/>
                  </a:lnTo>
                  <a:lnTo>
                    <a:pt x="1540763" y="274319"/>
                  </a:lnTo>
                  <a:lnTo>
                    <a:pt x="1537939" y="297888"/>
                  </a:lnTo>
                  <a:lnTo>
                    <a:pt x="1516035" y="343255"/>
                  </a:lnTo>
                  <a:lnTo>
                    <a:pt x="1473984" y="385722"/>
                  </a:lnTo>
                  <a:lnTo>
                    <a:pt x="1413622" y="424637"/>
                  </a:lnTo>
                  <a:lnTo>
                    <a:pt x="1377146" y="442560"/>
                  </a:lnTo>
                  <a:lnTo>
                    <a:pt x="1336781" y="459351"/>
                  </a:lnTo>
                  <a:lnTo>
                    <a:pt x="1292755" y="474928"/>
                  </a:lnTo>
                  <a:lnTo>
                    <a:pt x="1245298" y="489211"/>
                  </a:lnTo>
                  <a:lnTo>
                    <a:pt x="1194638" y="502118"/>
                  </a:lnTo>
                  <a:lnTo>
                    <a:pt x="1141005" y="513568"/>
                  </a:lnTo>
                  <a:lnTo>
                    <a:pt x="1084629" y="523480"/>
                  </a:lnTo>
                  <a:lnTo>
                    <a:pt x="1025739" y="531772"/>
                  </a:lnTo>
                  <a:lnTo>
                    <a:pt x="964563" y="538363"/>
                  </a:lnTo>
                  <a:lnTo>
                    <a:pt x="901332" y="543171"/>
                  </a:lnTo>
                  <a:lnTo>
                    <a:pt x="836274" y="546116"/>
                  </a:lnTo>
                  <a:lnTo>
                    <a:pt x="769620" y="547115"/>
                  </a:lnTo>
                  <a:lnTo>
                    <a:pt x="703193" y="546116"/>
                  </a:lnTo>
                  <a:lnTo>
                    <a:pt x="638340" y="543171"/>
                  </a:lnTo>
                  <a:lnTo>
                    <a:pt x="575290" y="538363"/>
                  </a:lnTo>
                  <a:lnTo>
                    <a:pt x="514275" y="531772"/>
                  </a:lnTo>
                  <a:lnTo>
                    <a:pt x="455524" y="523480"/>
                  </a:lnTo>
                  <a:lnTo>
                    <a:pt x="399270" y="513568"/>
                  </a:lnTo>
                  <a:lnTo>
                    <a:pt x="345741" y="502118"/>
                  </a:lnTo>
                  <a:lnTo>
                    <a:pt x="295170" y="489211"/>
                  </a:lnTo>
                  <a:lnTo>
                    <a:pt x="247786" y="474928"/>
                  </a:lnTo>
                  <a:lnTo>
                    <a:pt x="203820" y="459351"/>
                  </a:lnTo>
                  <a:lnTo>
                    <a:pt x="163503" y="442560"/>
                  </a:lnTo>
                  <a:lnTo>
                    <a:pt x="127065" y="424637"/>
                  </a:lnTo>
                  <a:lnTo>
                    <a:pt x="66751" y="385722"/>
                  </a:lnTo>
                  <a:lnTo>
                    <a:pt x="24722" y="343255"/>
                  </a:lnTo>
                  <a:lnTo>
                    <a:pt x="2823" y="297888"/>
                  </a:lnTo>
                  <a:lnTo>
                    <a:pt x="0" y="27431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2410967" y="2350770"/>
            <a:ext cx="363220" cy="760730"/>
            <a:chOff x="2410967" y="2350770"/>
            <a:chExt cx="363220" cy="76073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6405" y="2350770"/>
              <a:ext cx="211836" cy="21183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410967" y="2548127"/>
              <a:ext cx="363220" cy="548640"/>
            </a:xfrm>
            <a:custGeom>
              <a:avLst/>
              <a:gdLst/>
              <a:ahLst/>
              <a:cxnLst/>
              <a:rect l="l" t="t" r="r" b="b"/>
              <a:pathLst>
                <a:path w="363219" h="548639">
                  <a:moveTo>
                    <a:pt x="181356" y="0"/>
                  </a:moveTo>
                  <a:lnTo>
                    <a:pt x="181356" y="365760"/>
                  </a:lnTo>
                </a:path>
                <a:path w="363219" h="548639">
                  <a:moveTo>
                    <a:pt x="89916" y="548640"/>
                  </a:moveTo>
                  <a:lnTo>
                    <a:pt x="181356" y="365760"/>
                  </a:lnTo>
                  <a:lnTo>
                    <a:pt x="272796" y="548640"/>
                  </a:lnTo>
                </a:path>
                <a:path w="363219" h="548639">
                  <a:moveTo>
                    <a:pt x="0" y="91440"/>
                  </a:moveTo>
                  <a:lnTo>
                    <a:pt x="362712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288474" y="3166409"/>
            <a:ext cx="740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client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943344" y="3136392"/>
            <a:ext cx="1504315" cy="486409"/>
          </a:xfrm>
          <a:custGeom>
            <a:avLst/>
            <a:gdLst/>
            <a:ahLst/>
            <a:cxnLst/>
            <a:rect l="l" t="t" r="r" b="b"/>
            <a:pathLst>
              <a:path w="1504315" h="486410">
                <a:moveTo>
                  <a:pt x="0" y="0"/>
                </a:moveTo>
                <a:lnTo>
                  <a:pt x="1504187" y="0"/>
                </a:lnTo>
                <a:lnTo>
                  <a:pt x="1504187" y="486156"/>
                </a:lnTo>
                <a:lnTo>
                  <a:pt x="0" y="4861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020601" y="3166409"/>
            <a:ext cx="1313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employee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943344" y="5513832"/>
            <a:ext cx="1590040" cy="486409"/>
          </a:xfrm>
          <a:custGeom>
            <a:avLst/>
            <a:gdLst/>
            <a:ahLst/>
            <a:cxnLst/>
            <a:rect l="l" t="t" r="r" b="b"/>
            <a:pathLst>
              <a:path w="1590040" h="486410">
                <a:moveTo>
                  <a:pt x="0" y="0"/>
                </a:moveTo>
                <a:lnTo>
                  <a:pt x="1589532" y="0"/>
                </a:lnTo>
                <a:lnTo>
                  <a:pt x="1589532" y="486155"/>
                </a:lnTo>
                <a:lnTo>
                  <a:pt x="0" y="486155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964870" y="5545271"/>
            <a:ext cx="4462145" cy="1506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supervisor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Library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850514" y="1846198"/>
            <a:ext cx="4470400" cy="3502660"/>
            <a:chOff x="2850514" y="1846198"/>
            <a:chExt cx="4470400" cy="3502660"/>
          </a:xfrm>
        </p:grpSpPr>
        <p:sp>
          <p:nvSpPr>
            <p:cNvPr id="21" name="object 21" descr=""/>
            <p:cNvSpPr/>
            <p:nvPr/>
          </p:nvSpPr>
          <p:spPr>
            <a:xfrm>
              <a:off x="4043172" y="1860803"/>
              <a:ext cx="2261870" cy="425450"/>
            </a:xfrm>
            <a:custGeom>
              <a:avLst/>
              <a:gdLst/>
              <a:ahLst/>
              <a:cxnLst/>
              <a:rect l="l" t="t" r="r" b="b"/>
              <a:pathLst>
                <a:path w="2261870" h="425450">
                  <a:moveTo>
                    <a:pt x="0" y="0"/>
                  </a:moveTo>
                  <a:lnTo>
                    <a:pt x="2261615" y="0"/>
                  </a:lnTo>
                  <a:lnTo>
                    <a:pt x="2261615" y="425195"/>
                  </a:lnTo>
                  <a:lnTo>
                    <a:pt x="0" y="425195"/>
                  </a:lnTo>
                  <a:lnTo>
                    <a:pt x="0" y="0"/>
                  </a:lnTo>
                  <a:close/>
                </a:path>
              </a:pathLst>
            </a:custGeom>
            <a:ln w="289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865119" y="2836163"/>
              <a:ext cx="4441190" cy="2498090"/>
            </a:xfrm>
            <a:custGeom>
              <a:avLst/>
              <a:gdLst/>
              <a:ahLst/>
              <a:cxnLst/>
              <a:rect l="l" t="t" r="r" b="b"/>
              <a:pathLst>
                <a:path w="4441190" h="2498090">
                  <a:moveTo>
                    <a:pt x="0" y="0"/>
                  </a:moveTo>
                  <a:lnTo>
                    <a:pt x="1357883" y="0"/>
                  </a:lnTo>
                </a:path>
                <a:path w="4441190" h="2498090">
                  <a:moveTo>
                    <a:pt x="0" y="89916"/>
                  </a:moveTo>
                  <a:lnTo>
                    <a:pt x="1402080" y="2497835"/>
                  </a:lnTo>
                </a:path>
                <a:path w="4441190" h="2498090">
                  <a:moveTo>
                    <a:pt x="4351019" y="0"/>
                  </a:moveTo>
                  <a:lnTo>
                    <a:pt x="3081528" y="0"/>
                  </a:lnTo>
                </a:path>
                <a:path w="4441190" h="2498090">
                  <a:moveTo>
                    <a:pt x="4351019" y="89916"/>
                  </a:moveTo>
                  <a:lnTo>
                    <a:pt x="2990087" y="1644395"/>
                  </a:lnTo>
                </a:path>
                <a:path w="4441190" h="2498090">
                  <a:moveTo>
                    <a:pt x="4351019" y="182879"/>
                  </a:moveTo>
                  <a:lnTo>
                    <a:pt x="3081528" y="2468880"/>
                  </a:lnTo>
                </a:path>
                <a:path w="4441190" h="2498090">
                  <a:moveTo>
                    <a:pt x="4440935" y="2468880"/>
                  </a:moveTo>
                  <a:lnTo>
                    <a:pt x="3081528" y="2468880"/>
                  </a:lnTo>
                </a:path>
                <a:path w="4441190" h="2498090">
                  <a:moveTo>
                    <a:pt x="4440935" y="2375916"/>
                  </a:moveTo>
                  <a:lnTo>
                    <a:pt x="2990087" y="173583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14444" y="3383279"/>
              <a:ext cx="1541145" cy="550545"/>
            </a:xfrm>
            <a:custGeom>
              <a:avLst/>
              <a:gdLst/>
              <a:ahLst/>
              <a:cxnLst/>
              <a:rect l="l" t="t" r="r" b="b"/>
              <a:pathLst>
                <a:path w="1541145" h="550545">
                  <a:moveTo>
                    <a:pt x="0" y="274319"/>
                  </a:moveTo>
                  <a:lnTo>
                    <a:pt x="11141" y="227698"/>
                  </a:lnTo>
                  <a:lnTo>
                    <a:pt x="43335" y="183573"/>
                  </a:lnTo>
                  <a:lnTo>
                    <a:pt x="94738" y="142615"/>
                  </a:lnTo>
                  <a:lnTo>
                    <a:pt x="163503" y="105496"/>
                  </a:lnTo>
                  <a:lnTo>
                    <a:pt x="203820" y="88587"/>
                  </a:lnTo>
                  <a:lnTo>
                    <a:pt x="247786" y="72889"/>
                  </a:lnTo>
                  <a:lnTo>
                    <a:pt x="295170" y="58487"/>
                  </a:lnTo>
                  <a:lnTo>
                    <a:pt x="345741" y="45465"/>
                  </a:lnTo>
                  <a:lnTo>
                    <a:pt x="399270" y="33907"/>
                  </a:lnTo>
                  <a:lnTo>
                    <a:pt x="455524" y="23896"/>
                  </a:lnTo>
                  <a:lnTo>
                    <a:pt x="514275" y="15517"/>
                  </a:lnTo>
                  <a:lnTo>
                    <a:pt x="575290" y="8854"/>
                  </a:lnTo>
                  <a:lnTo>
                    <a:pt x="638340" y="3991"/>
                  </a:lnTo>
                  <a:lnTo>
                    <a:pt x="703193" y="1011"/>
                  </a:lnTo>
                  <a:lnTo>
                    <a:pt x="769620" y="0"/>
                  </a:lnTo>
                  <a:lnTo>
                    <a:pt x="836274" y="1011"/>
                  </a:lnTo>
                  <a:lnTo>
                    <a:pt x="901332" y="3991"/>
                  </a:lnTo>
                  <a:lnTo>
                    <a:pt x="964563" y="8854"/>
                  </a:lnTo>
                  <a:lnTo>
                    <a:pt x="1025739" y="15517"/>
                  </a:lnTo>
                  <a:lnTo>
                    <a:pt x="1084629" y="23896"/>
                  </a:lnTo>
                  <a:lnTo>
                    <a:pt x="1141005" y="33907"/>
                  </a:lnTo>
                  <a:lnTo>
                    <a:pt x="1194638" y="45465"/>
                  </a:lnTo>
                  <a:lnTo>
                    <a:pt x="1245298" y="58487"/>
                  </a:lnTo>
                  <a:lnTo>
                    <a:pt x="1292755" y="72889"/>
                  </a:lnTo>
                  <a:lnTo>
                    <a:pt x="1336781" y="88587"/>
                  </a:lnTo>
                  <a:lnTo>
                    <a:pt x="1377146" y="105496"/>
                  </a:lnTo>
                  <a:lnTo>
                    <a:pt x="1413622" y="123533"/>
                  </a:lnTo>
                  <a:lnTo>
                    <a:pt x="1473984" y="162656"/>
                  </a:lnTo>
                  <a:lnTo>
                    <a:pt x="1516035" y="205282"/>
                  </a:lnTo>
                  <a:lnTo>
                    <a:pt x="1537939" y="250739"/>
                  </a:lnTo>
                  <a:lnTo>
                    <a:pt x="1540763" y="274319"/>
                  </a:lnTo>
                  <a:lnTo>
                    <a:pt x="1537939" y="298128"/>
                  </a:lnTo>
                  <a:lnTo>
                    <a:pt x="1516035" y="343971"/>
                  </a:lnTo>
                  <a:lnTo>
                    <a:pt x="1473984" y="386898"/>
                  </a:lnTo>
                  <a:lnTo>
                    <a:pt x="1413622" y="426246"/>
                  </a:lnTo>
                  <a:lnTo>
                    <a:pt x="1377146" y="444371"/>
                  </a:lnTo>
                  <a:lnTo>
                    <a:pt x="1336781" y="461354"/>
                  </a:lnTo>
                  <a:lnTo>
                    <a:pt x="1292755" y="477112"/>
                  </a:lnTo>
                  <a:lnTo>
                    <a:pt x="1245298" y="491562"/>
                  </a:lnTo>
                  <a:lnTo>
                    <a:pt x="1194638" y="504622"/>
                  </a:lnTo>
                  <a:lnTo>
                    <a:pt x="1141005" y="516208"/>
                  </a:lnTo>
                  <a:lnTo>
                    <a:pt x="1084629" y="526239"/>
                  </a:lnTo>
                  <a:lnTo>
                    <a:pt x="1025739" y="534632"/>
                  </a:lnTo>
                  <a:lnTo>
                    <a:pt x="964563" y="541303"/>
                  </a:lnTo>
                  <a:lnTo>
                    <a:pt x="901332" y="546170"/>
                  </a:lnTo>
                  <a:lnTo>
                    <a:pt x="836274" y="549151"/>
                  </a:lnTo>
                  <a:lnTo>
                    <a:pt x="769620" y="550163"/>
                  </a:lnTo>
                  <a:lnTo>
                    <a:pt x="703193" y="549151"/>
                  </a:lnTo>
                  <a:lnTo>
                    <a:pt x="638340" y="546170"/>
                  </a:lnTo>
                  <a:lnTo>
                    <a:pt x="575290" y="541303"/>
                  </a:lnTo>
                  <a:lnTo>
                    <a:pt x="514275" y="534632"/>
                  </a:lnTo>
                  <a:lnTo>
                    <a:pt x="455524" y="526239"/>
                  </a:lnTo>
                  <a:lnTo>
                    <a:pt x="399270" y="516208"/>
                  </a:lnTo>
                  <a:lnTo>
                    <a:pt x="345741" y="504622"/>
                  </a:lnTo>
                  <a:lnTo>
                    <a:pt x="295170" y="491562"/>
                  </a:lnTo>
                  <a:lnTo>
                    <a:pt x="247786" y="477112"/>
                  </a:lnTo>
                  <a:lnTo>
                    <a:pt x="203820" y="461354"/>
                  </a:lnTo>
                  <a:lnTo>
                    <a:pt x="163503" y="444371"/>
                  </a:lnTo>
                  <a:lnTo>
                    <a:pt x="127065" y="426246"/>
                  </a:lnTo>
                  <a:lnTo>
                    <a:pt x="66751" y="386898"/>
                  </a:lnTo>
                  <a:lnTo>
                    <a:pt x="24722" y="343971"/>
                  </a:lnTo>
                  <a:lnTo>
                    <a:pt x="2823" y="298128"/>
                  </a:lnTo>
                  <a:lnTo>
                    <a:pt x="0" y="27431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65119" y="2836163"/>
              <a:ext cx="1449705" cy="821690"/>
            </a:xfrm>
            <a:custGeom>
              <a:avLst/>
              <a:gdLst/>
              <a:ahLst/>
              <a:cxnLst/>
              <a:rect l="l" t="t" r="r" b="b"/>
              <a:pathLst>
                <a:path w="1449704" h="821689">
                  <a:moveTo>
                    <a:pt x="0" y="0"/>
                  </a:moveTo>
                  <a:lnTo>
                    <a:pt x="1449324" y="82143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120446" y="1886168"/>
            <a:ext cx="1594485" cy="1082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library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2000">
              <a:latin typeface="Arial MT"/>
              <a:cs typeface="Arial MT"/>
            </a:endParaRPr>
          </a:p>
          <a:p>
            <a:pPr marL="696595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Tahoma"/>
                <a:cs typeface="Tahoma"/>
              </a:rPr>
              <a:t>borrow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499841" y="3538148"/>
            <a:ext cx="929005" cy="1107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5244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reserve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ahoma"/>
                <a:cs typeface="Tahoma"/>
              </a:rPr>
              <a:t>Order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title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343400" y="5105400"/>
            <a:ext cx="1542415" cy="548640"/>
          </a:xfrm>
          <a:custGeom>
            <a:avLst/>
            <a:gdLst/>
            <a:ahLst/>
            <a:cxnLst/>
            <a:rect l="l" t="t" r="r" b="b"/>
            <a:pathLst>
              <a:path w="1542414" h="548639">
                <a:moveTo>
                  <a:pt x="0" y="274319"/>
                </a:moveTo>
                <a:lnTo>
                  <a:pt x="11188" y="227698"/>
                </a:lnTo>
                <a:lnTo>
                  <a:pt x="43510" y="183573"/>
                </a:lnTo>
                <a:lnTo>
                  <a:pt x="95098" y="142615"/>
                </a:lnTo>
                <a:lnTo>
                  <a:pt x="164086" y="105496"/>
                </a:lnTo>
                <a:lnTo>
                  <a:pt x="204522" y="88587"/>
                </a:lnTo>
                <a:lnTo>
                  <a:pt x="248608" y="72889"/>
                </a:lnTo>
                <a:lnTo>
                  <a:pt x="296111" y="58487"/>
                </a:lnTo>
                <a:lnTo>
                  <a:pt x="346797" y="45465"/>
                </a:lnTo>
                <a:lnTo>
                  <a:pt x="400434" y="33907"/>
                </a:lnTo>
                <a:lnTo>
                  <a:pt x="456787" y="23896"/>
                </a:lnTo>
                <a:lnTo>
                  <a:pt x="515624" y="15517"/>
                </a:lnTo>
                <a:lnTo>
                  <a:pt x="576712" y="8854"/>
                </a:lnTo>
                <a:lnTo>
                  <a:pt x="639816" y="3991"/>
                </a:lnTo>
                <a:lnTo>
                  <a:pt x="704705" y="1011"/>
                </a:lnTo>
                <a:lnTo>
                  <a:pt x="771143" y="0"/>
                </a:lnTo>
                <a:lnTo>
                  <a:pt x="837798" y="1011"/>
                </a:lnTo>
                <a:lnTo>
                  <a:pt x="902856" y="3991"/>
                </a:lnTo>
                <a:lnTo>
                  <a:pt x="966087" y="8854"/>
                </a:lnTo>
                <a:lnTo>
                  <a:pt x="1027263" y="15517"/>
                </a:lnTo>
                <a:lnTo>
                  <a:pt x="1086153" y="23896"/>
                </a:lnTo>
                <a:lnTo>
                  <a:pt x="1142529" y="33907"/>
                </a:lnTo>
                <a:lnTo>
                  <a:pt x="1196162" y="45465"/>
                </a:lnTo>
                <a:lnTo>
                  <a:pt x="1246822" y="58487"/>
                </a:lnTo>
                <a:lnTo>
                  <a:pt x="1294279" y="72889"/>
                </a:lnTo>
                <a:lnTo>
                  <a:pt x="1338305" y="88587"/>
                </a:lnTo>
                <a:lnTo>
                  <a:pt x="1378670" y="105496"/>
                </a:lnTo>
                <a:lnTo>
                  <a:pt x="1415146" y="123533"/>
                </a:lnTo>
                <a:lnTo>
                  <a:pt x="1475508" y="162656"/>
                </a:lnTo>
                <a:lnTo>
                  <a:pt x="1517559" y="205282"/>
                </a:lnTo>
                <a:lnTo>
                  <a:pt x="1539463" y="250739"/>
                </a:lnTo>
                <a:lnTo>
                  <a:pt x="1542287" y="274319"/>
                </a:lnTo>
                <a:lnTo>
                  <a:pt x="1539463" y="297900"/>
                </a:lnTo>
                <a:lnTo>
                  <a:pt x="1517559" y="343357"/>
                </a:lnTo>
                <a:lnTo>
                  <a:pt x="1475508" y="385983"/>
                </a:lnTo>
                <a:lnTo>
                  <a:pt x="1415146" y="425106"/>
                </a:lnTo>
                <a:lnTo>
                  <a:pt x="1378670" y="443143"/>
                </a:lnTo>
                <a:lnTo>
                  <a:pt x="1338305" y="460052"/>
                </a:lnTo>
                <a:lnTo>
                  <a:pt x="1294279" y="475750"/>
                </a:lnTo>
                <a:lnTo>
                  <a:pt x="1246822" y="490152"/>
                </a:lnTo>
                <a:lnTo>
                  <a:pt x="1196162" y="503174"/>
                </a:lnTo>
                <a:lnTo>
                  <a:pt x="1142529" y="514732"/>
                </a:lnTo>
                <a:lnTo>
                  <a:pt x="1086153" y="524743"/>
                </a:lnTo>
                <a:lnTo>
                  <a:pt x="1027263" y="533122"/>
                </a:lnTo>
                <a:lnTo>
                  <a:pt x="966087" y="539785"/>
                </a:lnTo>
                <a:lnTo>
                  <a:pt x="902856" y="544648"/>
                </a:lnTo>
                <a:lnTo>
                  <a:pt x="837798" y="547628"/>
                </a:lnTo>
                <a:lnTo>
                  <a:pt x="771143" y="548639"/>
                </a:lnTo>
                <a:lnTo>
                  <a:pt x="704705" y="547628"/>
                </a:lnTo>
                <a:lnTo>
                  <a:pt x="639816" y="544648"/>
                </a:lnTo>
                <a:lnTo>
                  <a:pt x="576712" y="539785"/>
                </a:lnTo>
                <a:lnTo>
                  <a:pt x="515624" y="533122"/>
                </a:lnTo>
                <a:lnTo>
                  <a:pt x="456787" y="524743"/>
                </a:lnTo>
                <a:lnTo>
                  <a:pt x="400434" y="514732"/>
                </a:lnTo>
                <a:lnTo>
                  <a:pt x="346797" y="503174"/>
                </a:lnTo>
                <a:lnTo>
                  <a:pt x="296111" y="490152"/>
                </a:lnTo>
                <a:lnTo>
                  <a:pt x="248608" y="475750"/>
                </a:lnTo>
                <a:lnTo>
                  <a:pt x="204522" y="460052"/>
                </a:lnTo>
                <a:lnTo>
                  <a:pt x="164086" y="443143"/>
                </a:lnTo>
                <a:lnTo>
                  <a:pt x="127533" y="425106"/>
                </a:lnTo>
                <a:lnTo>
                  <a:pt x="67012" y="385983"/>
                </a:lnTo>
                <a:lnTo>
                  <a:pt x="24824" y="343357"/>
                </a:lnTo>
                <a:lnTo>
                  <a:pt x="2836" y="297900"/>
                </a:lnTo>
                <a:lnTo>
                  <a:pt x="0" y="274319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499841" y="5290809"/>
            <a:ext cx="12369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Fine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payment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071891" y="6965614"/>
            <a:ext cx="22097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332" rIns="0" bIns="0" rtlCol="0" vert="horz">
            <a:spAutoFit/>
          </a:bodyPr>
          <a:lstStyle/>
          <a:p>
            <a:pPr marL="583565" marR="5080" indent="35496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Use</a:t>
            </a:r>
            <a:r>
              <a:rPr dirty="0" sz="4000" spc="-75"/>
              <a:t> </a:t>
            </a:r>
            <a:r>
              <a:rPr dirty="0" sz="4000"/>
              <a:t>Case</a:t>
            </a:r>
            <a:r>
              <a:rPr dirty="0" sz="4000" spc="-114"/>
              <a:t> </a:t>
            </a:r>
            <a:r>
              <a:rPr dirty="0" sz="4000"/>
              <a:t>Diagram</a:t>
            </a:r>
            <a:r>
              <a:rPr dirty="0" sz="4000" spc="-85"/>
              <a:t> </a:t>
            </a:r>
            <a:r>
              <a:rPr dirty="0" sz="4000"/>
              <a:t>for</a:t>
            </a:r>
            <a:r>
              <a:rPr dirty="0" sz="4000" spc="-90"/>
              <a:t> </a:t>
            </a:r>
            <a:r>
              <a:rPr dirty="0" sz="4000" spc="-10"/>
              <a:t>Student </a:t>
            </a:r>
            <a:r>
              <a:rPr dirty="0" sz="4000"/>
              <a:t>Assessment</a:t>
            </a:r>
            <a:r>
              <a:rPr dirty="0" sz="4000" spc="-155"/>
              <a:t> </a:t>
            </a:r>
            <a:r>
              <a:rPr dirty="0" sz="4000"/>
              <a:t>Management</a:t>
            </a:r>
            <a:r>
              <a:rPr dirty="0" sz="4000" spc="-155"/>
              <a:t> </a:t>
            </a:r>
            <a:r>
              <a:rPr dirty="0" sz="4000" spc="-10"/>
              <a:t>System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3618610" y="2271395"/>
            <a:ext cx="3926204" cy="4601210"/>
            <a:chOff x="3618610" y="2271395"/>
            <a:chExt cx="3926204" cy="4601210"/>
          </a:xfrm>
        </p:grpSpPr>
        <p:sp>
          <p:nvSpPr>
            <p:cNvPr id="4" name="object 4" descr=""/>
            <p:cNvSpPr/>
            <p:nvPr/>
          </p:nvSpPr>
          <p:spPr>
            <a:xfrm>
              <a:off x="3633215" y="2286000"/>
              <a:ext cx="2356485" cy="4572000"/>
            </a:xfrm>
            <a:custGeom>
              <a:avLst/>
              <a:gdLst/>
              <a:ahLst/>
              <a:cxnLst/>
              <a:rect l="l" t="t" r="r" b="b"/>
              <a:pathLst>
                <a:path w="2356485" h="4572000">
                  <a:moveTo>
                    <a:pt x="0" y="0"/>
                  </a:moveTo>
                  <a:lnTo>
                    <a:pt x="2356103" y="0"/>
                  </a:lnTo>
                  <a:lnTo>
                    <a:pt x="2356103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4334" y="5252466"/>
              <a:ext cx="210312" cy="21183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168896" y="5449823"/>
              <a:ext cx="361315" cy="548640"/>
            </a:xfrm>
            <a:custGeom>
              <a:avLst/>
              <a:gdLst/>
              <a:ahLst/>
              <a:cxnLst/>
              <a:rect l="l" t="t" r="r" b="b"/>
              <a:pathLst>
                <a:path w="361315" h="548639">
                  <a:moveTo>
                    <a:pt x="179832" y="0"/>
                  </a:moveTo>
                  <a:lnTo>
                    <a:pt x="179832" y="365760"/>
                  </a:lnTo>
                </a:path>
                <a:path w="361315" h="548639">
                  <a:moveTo>
                    <a:pt x="89916" y="548640"/>
                  </a:moveTo>
                  <a:lnTo>
                    <a:pt x="179832" y="365760"/>
                  </a:lnTo>
                  <a:lnTo>
                    <a:pt x="271271" y="548640"/>
                  </a:lnTo>
                </a:path>
                <a:path w="361315" h="548639">
                  <a:moveTo>
                    <a:pt x="0" y="91440"/>
                  </a:moveTo>
                  <a:lnTo>
                    <a:pt x="361187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4334" y="2873501"/>
              <a:ext cx="210312" cy="21183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168896" y="3070860"/>
              <a:ext cx="361315" cy="548640"/>
            </a:xfrm>
            <a:custGeom>
              <a:avLst/>
              <a:gdLst/>
              <a:ahLst/>
              <a:cxnLst/>
              <a:rect l="l" t="t" r="r" b="b"/>
              <a:pathLst>
                <a:path w="361315" h="548639">
                  <a:moveTo>
                    <a:pt x="179832" y="0"/>
                  </a:moveTo>
                  <a:lnTo>
                    <a:pt x="179832" y="365759"/>
                  </a:lnTo>
                </a:path>
                <a:path w="361315" h="548639">
                  <a:moveTo>
                    <a:pt x="89916" y="548640"/>
                  </a:moveTo>
                  <a:lnTo>
                    <a:pt x="179832" y="365759"/>
                  </a:lnTo>
                  <a:lnTo>
                    <a:pt x="271271" y="548640"/>
                  </a:lnTo>
                </a:path>
                <a:path w="361315" h="548639">
                  <a:moveTo>
                    <a:pt x="0" y="91440"/>
                  </a:moveTo>
                  <a:lnTo>
                    <a:pt x="361187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85843" y="3019044"/>
              <a:ext cx="1541145" cy="547370"/>
            </a:xfrm>
            <a:custGeom>
              <a:avLst/>
              <a:gdLst/>
              <a:ahLst/>
              <a:cxnLst/>
              <a:rect l="l" t="t" r="r" b="b"/>
              <a:pathLst>
                <a:path w="1541145" h="547370">
                  <a:moveTo>
                    <a:pt x="0" y="272795"/>
                  </a:moveTo>
                  <a:lnTo>
                    <a:pt x="11141" y="226221"/>
                  </a:lnTo>
                  <a:lnTo>
                    <a:pt x="43335" y="182223"/>
                  </a:lnTo>
                  <a:lnTo>
                    <a:pt x="94738" y="141451"/>
                  </a:lnTo>
                  <a:lnTo>
                    <a:pt x="163503" y="104555"/>
                  </a:lnTo>
                  <a:lnTo>
                    <a:pt x="203820" y="87764"/>
                  </a:lnTo>
                  <a:lnTo>
                    <a:pt x="247786" y="72187"/>
                  </a:lnTo>
                  <a:lnTo>
                    <a:pt x="295170" y="57904"/>
                  </a:lnTo>
                  <a:lnTo>
                    <a:pt x="345741" y="44997"/>
                  </a:lnTo>
                  <a:lnTo>
                    <a:pt x="399270" y="33547"/>
                  </a:lnTo>
                  <a:lnTo>
                    <a:pt x="455524" y="23635"/>
                  </a:lnTo>
                  <a:lnTo>
                    <a:pt x="514275" y="15343"/>
                  </a:lnTo>
                  <a:lnTo>
                    <a:pt x="575290" y="8752"/>
                  </a:lnTo>
                  <a:lnTo>
                    <a:pt x="638340" y="3944"/>
                  </a:lnTo>
                  <a:lnTo>
                    <a:pt x="703193" y="999"/>
                  </a:lnTo>
                  <a:lnTo>
                    <a:pt x="769620" y="0"/>
                  </a:lnTo>
                  <a:lnTo>
                    <a:pt x="836274" y="999"/>
                  </a:lnTo>
                  <a:lnTo>
                    <a:pt x="901332" y="3944"/>
                  </a:lnTo>
                  <a:lnTo>
                    <a:pt x="964563" y="8752"/>
                  </a:lnTo>
                  <a:lnTo>
                    <a:pt x="1025739" y="15343"/>
                  </a:lnTo>
                  <a:lnTo>
                    <a:pt x="1084629" y="23635"/>
                  </a:lnTo>
                  <a:lnTo>
                    <a:pt x="1141005" y="33547"/>
                  </a:lnTo>
                  <a:lnTo>
                    <a:pt x="1194638" y="44997"/>
                  </a:lnTo>
                  <a:lnTo>
                    <a:pt x="1245298" y="57904"/>
                  </a:lnTo>
                  <a:lnTo>
                    <a:pt x="1292755" y="72187"/>
                  </a:lnTo>
                  <a:lnTo>
                    <a:pt x="1336781" y="87764"/>
                  </a:lnTo>
                  <a:lnTo>
                    <a:pt x="1377146" y="104555"/>
                  </a:lnTo>
                  <a:lnTo>
                    <a:pt x="1413622" y="122478"/>
                  </a:lnTo>
                  <a:lnTo>
                    <a:pt x="1473984" y="161393"/>
                  </a:lnTo>
                  <a:lnTo>
                    <a:pt x="1516035" y="203860"/>
                  </a:lnTo>
                  <a:lnTo>
                    <a:pt x="1537939" y="249227"/>
                  </a:lnTo>
                  <a:lnTo>
                    <a:pt x="1540763" y="272795"/>
                  </a:lnTo>
                  <a:lnTo>
                    <a:pt x="1537939" y="296592"/>
                  </a:lnTo>
                  <a:lnTo>
                    <a:pt x="1516035" y="342345"/>
                  </a:lnTo>
                  <a:lnTo>
                    <a:pt x="1473984" y="385112"/>
                  </a:lnTo>
                  <a:lnTo>
                    <a:pt x="1413622" y="424253"/>
                  </a:lnTo>
                  <a:lnTo>
                    <a:pt x="1377146" y="442264"/>
                  </a:lnTo>
                  <a:lnTo>
                    <a:pt x="1336781" y="459128"/>
                  </a:lnTo>
                  <a:lnTo>
                    <a:pt x="1292755" y="474766"/>
                  </a:lnTo>
                  <a:lnTo>
                    <a:pt x="1245298" y="489097"/>
                  </a:lnTo>
                  <a:lnTo>
                    <a:pt x="1194638" y="502042"/>
                  </a:lnTo>
                  <a:lnTo>
                    <a:pt x="1141005" y="513520"/>
                  </a:lnTo>
                  <a:lnTo>
                    <a:pt x="1084629" y="523452"/>
                  </a:lnTo>
                  <a:lnTo>
                    <a:pt x="1025739" y="531758"/>
                  </a:lnTo>
                  <a:lnTo>
                    <a:pt x="964563" y="538357"/>
                  </a:lnTo>
                  <a:lnTo>
                    <a:pt x="901332" y="543169"/>
                  </a:lnTo>
                  <a:lnTo>
                    <a:pt x="836274" y="546116"/>
                  </a:lnTo>
                  <a:lnTo>
                    <a:pt x="769620" y="547115"/>
                  </a:lnTo>
                  <a:lnTo>
                    <a:pt x="703193" y="546116"/>
                  </a:lnTo>
                  <a:lnTo>
                    <a:pt x="638340" y="543169"/>
                  </a:lnTo>
                  <a:lnTo>
                    <a:pt x="575290" y="538357"/>
                  </a:lnTo>
                  <a:lnTo>
                    <a:pt x="514275" y="531758"/>
                  </a:lnTo>
                  <a:lnTo>
                    <a:pt x="455524" y="523452"/>
                  </a:lnTo>
                  <a:lnTo>
                    <a:pt x="399270" y="513520"/>
                  </a:lnTo>
                  <a:lnTo>
                    <a:pt x="345741" y="502042"/>
                  </a:lnTo>
                  <a:lnTo>
                    <a:pt x="295170" y="489097"/>
                  </a:lnTo>
                  <a:lnTo>
                    <a:pt x="247786" y="474766"/>
                  </a:lnTo>
                  <a:lnTo>
                    <a:pt x="203820" y="459128"/>
                  </a:lnTo>
                  <a:lnTo>
                    <a:pt x="163503" y="442264"/>
                  </a:lnTo>
                  <a:lnTo>
                    <a:pt x="127065" y="424253"/>
                  </a:lnTo>
                  <a:lnTo>
                    <a:pt x="66751" y="385112"/>
                  </a:lnTo>
                  <a:lnTo>
                    <a:pt x="24722" y="342345"/>
                  </a:lnTo>
                  <a:lnTo>
                    <a:pt x="2823" y="296592"/>
                  </a:lnTo>
                  <a:lnTo>
                    <a:pt x="0" y="27279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14799" y="4572000"/>
              <a:ext cx="1524000" cy="670560"/>
            </a:xfrm>
            <a:custGeom>
              <a:avLst/>
              <a:gdLst/>
              <a:ahLst/>
              <a:cxnLst/>
              <a:rect l="l" t="t" r="r" b="b"/>
              <a:pathLst>
                <a:path w="1524000" h="670560">
                  <a:moveTo>
                    <a:pt x="0" y="335280"/>
                  </a:moveTo>
                  <a:lnTo>
                    <a:pt x="11041" y="278298"/>
                  </a:lnTo>
                  <a:lnTo>
                    <a:pt x="42944" y="224367"/>
                  </a:lnTo>
                  <a:lnTo>
                    <a:pt x="93874" y="174307"/>
                  </a:lnTo>
                  <a:lnTo>
                    <a:pt x="125900" y="150985"/>
                  </a:lnTo>
                  <a:lnTo>
                    <a:pt x="161995" y="128940"/>
                  </a:lnTo>
                  <a:lnTo>
                    <a:pt x="201930" y="108273"/>
                  </a:lnTo>
                  <a:lnTo>
                    <a:pt x="245475" y="89087"/>
                  </a:lnTo>
                  <a:lnTo>
                    <a:pt x="292400" y="71484"/>
                  </a:lnTo>
                  <a:lnTo>
                    <a:pt x="342478" y="55568"/>
                  </a:lnTo>
                  <a:lnTo>
                    <a:pt x="395477" y="41441"/>
                  </a:lnTo>
                  <a:lnTo>
                    <a:pt x="451169" y="29206"/>
                  </a:lnTo>
                  <a:lnTo>
                    <a:pt x="509325" y="18966"/>
                  </a:lnTo>
                  <a:lnTo>
                    <a:pt x="569716" y="10822"/>
                  </a:lnTo>
                  <a:lnTo>
                    <a:pt x="632111" y="4878"/>
                  </a:lnTo>
                  <a:lnTo>
                    <a:pt x="696282" y="1236"/>
                  </a:lnTo>
                  <a:lnTo>
                    <a:pt x="762000" y="0"/>
                  </a:lnTo>
                  <a:lnTo>
                    <a:pt x="827933" y="1236"/>
                  </a:lnTo>
                  <a:lnTo>
                    <a:pt x="892273" y="4878"/>
                  </a:lnTo>
                  <a:lnTo>
                    <a:pt x="954795" y="10822"/>
                  </a:lnTo>
                  <a:lnTo>
                    <a:pt x="1015274" y="18966"/>
                  </a:lnTo>
                  <a:lnTo>
                    <a:pt x="1073483" y="29206"/>
                  </a:lnTo>
                  <a:lnTo>
                    <a:pt x="1129198" y="41441"/>
                  </a:lnTo>
                  <a:lnTo>
                    <a:pt x="1182193" y="55568"/>
                  </a:lnTo>
                  <a:lnTo>
                    <a:pt x="1232244" y="71484"/>
                  </a:lnTo>
                  <a:lnTo>
                    <a:pt x="1279124" y="89087"/>
                  </a:lnTo>
                  <a:lnTo>
                    <a:pt x="1322609" y="108273"/>
                  </a:lnTo>
                  <a:lnTo>
                    <a:pt x="1362473" y="128940"/>
                  </a:lnTo>
                  <a:lnTo>
                    <a:pt x="1398491" y="150985"/>
                  </a:lnTo>
                  <a:lnTo>
                    <a:pt x="1430437" y="174307"/>
                  </a:lnTo>
                  <a:lnTo>
                    <a:pt x="1481215" y="224367"/>
                  </a:lnTo>
                  <a:lnTo>
                    <a:pt x="1513003" y="278298"/>
                  </a:lnTo>
                  <a:lnTo>
                    <a:pt x="1524000" y="335280"/>
                  </a:lnTo>
                  <a:lnTo>
                    <a:pt x="1521213" y="364316"/>
                  </a:lnTo>
                  <a:lnTo>
                    <a:pt x="1499595" y="420171"/>
                  </a:lnTo>
                  <a:lnTo>
                    <a:pt x="1458087" y="472411"/>
                  </a:lnTo>
                  <a:lnTo>
                    <a:pt x="1398491" y="520245"/>
                  </a:lnTo>
                  <a:lnTo>
                    <a:pt x="1362473" y="542264"/>
                  </a:lnTo>
                  <a:lnTo>
                    <a:pt x="1322609" y="562886"/>
                  </a:lnTo>
                  <a:lnTo>
                    <a:pt x="1279124" y="582012"/>
                  </a:lnTo>
                  <a:lnTo>
                    <a:pt x="1232244" y="599544"/>
                  </a:lnTo>
                  <a:lnTo>
                    <a:pt x="1182193" y="615383"/>
                  </a:lnTo>
                  <a:lnTo>
                    <a:pt x="1129198" y="629430"/>
                  </a:lnTo>
                  <a:lnTo>
                    <a:pt x="1073483" y="641586"/>
                  </a:lnTo>
                  <a:lnTo>
                    <a:pt x="1015274" y="651753"/>
                  </a:lnTo>
                  <a:lnTo>
                    <a:pt x="954795" y="659833"/>
                  </a:lnTo>
                  <a:lnTo>
                    <a:pt x="892273" y="665726"/>
                  </a:lnTo>
                  <a:lnTo>
                    <a:pt x="827933" y="669335"/>
                  </a:lnTo>
                  <a:lnTo>
                    <a:pt x="762000" y="670560"/>
                  </a:lnTo>
                  <a:lnTo>
                    <a:pt x="696282" y="669335"/>
                  </a:lnTo>
                  <a:lnTo>
                    <a:pt x="632111" y="665726"/>
                  </a:lnTo>
                  <a:lnTo>
                    <a:pt x="569716" y="659833"/>
                  </a:lnTo>
                  <a:lnTo>
                    <a:pt x="509325" y="651753"/>
                  </a:lnTo>
                  <a:lnTo>
                    <a:pt x="451169" y="641586"/>
                  </a:lnTo>
                  <a:lnTo>
                    <a:pt x="395477" y="629430"/>
                  </a:lnTo>
                  <a:lnTo>
                    <a:pt x="342478" y="615383"/>
                  </a:lnTo>
                  <a:lnTo>
                    <a:pt x="292400" y="599544"/>
                  </a:lnTo>
                  <a:lnTo>
                    <a:pt x="245475" y="582012"/>
                  </a:lnTo>
                  <a:lnTo>
                    <a:pt x="201930" y="562886"/>
                  </a:lnTo>
                  <a:lnTo>
                    <a:pt x="161995" y="542264"/>
                  </a:lnTo>
                  <a:lnTo>
                    <a:pt x="125900" y="520245"/>
                  </a:lnTo>
                  <a:lnTo>
                    <a:pt x="93874" y="496928"/>
                  </a:lnTo>
                  <a:lnTo>
                    <a:pt x="42944" y="446792"/>
                  </a:lnTo>
                  <a:lnTo>
                    <a:pt x="11041" y="392646"/>
                  </a:lnTo>
                  <a:lnTo>
                    <a:pt x="0" y="33528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648967" y="3633978"/>
            <a:ext cx="363220" cy="760730"/>
            <a:chOff x="1648967" y="3633978"/>
            <a:chExt cx="363220" cy="76073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4405" y="3633978"/>
              <a:ext cx="211836" cy="21183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648967" y="3831335"/>
              <a:ext cx="363220" cy="548640"/>
            </a:xfrm>
            <a:custGeom>
              <a:avLst/>
              <a:gdLst/>
              <a:ahLst/>
              <a:cxnLst/>
              <a:rect l="l" t="t" r="r" b="b"/>
              <a:pathLst>
                <a:path w="363219" h="548639">
                  <a:moveTo>
                    <a:pt x="181356" y="0"/>
                  </a:moveTo>
                  <a:lnTo>
                    <a:pt x="181356" y="365760"/>
                  </a:lnTo>
                </a:path>
                <a:path w="363219" h="548639">
                  <a:moveTo>
                    <a:pt x="89916" y="548640"/>
                  </a:moveTo>
                  <a:lnTo>
                    <a:pt x="181356" y="365760"/>
                  </a:lnTo>
                  <a:lnTo>
                    <a:pt x="272796" y="548640"/>
                  </a:lnTo>
                </a:path>
                <a:path w="363219" h="548639">
                  <a:moveTo>
                    <a:pt x="0" y="91440"/>
                  </a:moveTo>
                  <a:lnTo>
                    <a:pt x="362712" y="9144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26476" y="4451090"/>
            <a:ext cx="1074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Tahoma"/>
                <a:cs typeface="Tahoma"/>
              </a:rPr>
              <a:t>Teacher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248400" y="3593591"/>
            <a:ext cx="3114040" cy="2863850"/>
          </a:xfrm>
          <a:custGeom>
            <a:avLst/>
            <a:gdLst/>
            <a:ahLst/>
            <a:cxnLst/>
            <a:rect l="l" t="t" r="r" b="b"/>
            <a:pathLst>
              <a:path w="3114040" h="2863850">
                <a:moveTo>
                  <a:pt x="466344" y="0"/>
                </a:moveTo>
                <a:lnTo>
                  <a:pt x="1720596" y="0"/>
                </a:lnTo>
                <a:lnTo>
                  <a:pt x="1720596" y="486156"/>
                </a:lnTo>
                <a:lnTo>
                  <a:pt x="466344" y="486156"/>
                </a:lnTo>
                <a:lnTo>
                  <a:pt x="466344" y="0"/>
                </a:lnTo>
                <a:close/>
              </a:path>
              <a:path w="3114040" h="2863850">
                <a:moveTo>
                  <a:pt x="0" y="2377440"/>
                </a:moveTo>
                <a:lnTo>
                  <a:pt x="3113532" y="2377440"/>
                </a:lnTo>
                <a:lnTo>
                  <a:pt x="3113532" y="2863595"/>
                </a:lnTo>
                <a:lnTo>
                  <a:pt x="0" y="2863595"/>
                </a:lnTo>
                <a:lnTo>
                  <a:pt x="0" y="2377440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327064" y="6002470"/>
            <a:ext cx="2924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Printing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administrator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118995" y="2303398"/>
            <a:ext cx="4973320" cy="3578860"/>
            <a:chOff x="2118995" y="2303398"/>
            <a:chExt cx="4973320" cy="3578860"/>
          </a:xfrm>
        </p:grpSpPr>
        <p:sp>
          <p:nvSpPr>
            <p:cNvPr id="18" name="object 18" descr=""/>
            <p:cNvSpPr/>
            <p:nvPr/>
          </p:nvSpPr>
          <p:spPr>
            <a:xfrm>
              <a:off x="3814572" y="2318003"/>
              <a:ext cx="2261870" cy="425450"/>
            </a:xfrm>
            <a:custGeom>
              <a:avLst/>
              <a:gdLst/>
              <a:ahLst/>
              <a:cxnLst/>
              <a:rect l="l" t="t" r="r" b="b"/>
              <a:pathLst>
                <a:path w="2261870" h="425450">
                  <a:moveTo>
                    <a:pt x="0" y="0"/>
                  </a:moveTo>
                  <a:lnTo>
                    <a:pt x="2261615" y="0"/>
                  </a:lnTo>
                  <a:lnTo>
                    <a:pt x="2261615" y="425195"/>
                  </a:lnTo>
                  <a:lnTo>
                    <a:pt x="0" y="425195"/>
                  </a:lnTo>
                  <a:lnTo>
                    <a:pt x="0" y="0"/>
                  </a:lnTo>
                  <a:close/>
                </a:path>
              </a:pathLst>
            </a:custGeom>
            <a:ln w="289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33600" y="3293363"/>
              <a:ext cx="4944110" cy="2574290"/>
            </a:xfrm>
            <a:custGeom>
              <a:avLst/>
              <a:gdLst/>
              <a:ahLst/>
              <a:cxnLst/>
              <a:rect l="l" t="t" r="r" b="b"/>
              <a:pathLst>
                <a:path w="4944109" h="2574290">
                  <a:moveTo>
                    <a:pt x="0" y="821435"/>
                  </a:moveTo>
                  <a:lnTo>
                    <a:pt x="1860803" y="0"/>
                  </a:lnTo>
                </a:path>
                <a:path w="4944109" h="2574290">
                  <a:moveTo>
                    <a:pt x="0" y="821435"/>
                  </a:moveTo>
                  <a:lnTo>
                    <a:pt x="1981200" y="1659635"/>
                  </a:lnTo>
                </a:path>
                <a:path w="4944109" h="2574290">
                  <a:moveTo>
                    <a:pt x="4853939" y="0"/>
                  </a:moveTo>
                  <a:lnTo>
                    <a:pt x="3581400" y="821435"/>
                  </a:lnTo>
                </a:path>
                <a:path w="4944109" h="2574290">
                  <a:moveTo>
                    <a:pt x="4943855" y="2468880"/>
                  </a:moveTo>
                  <a:lnTo>
                    <a:pt x="3581400" y="2574035"/>
                  </a:lnTo>
                </a:path>
                <a:path w="4944109" h="2574290">
                  <a:moveTo>
                    <a:pt x="4943855" y="2375916"/>
                  </a:moveTo>
                  <a:lnTo>
                    <a:pt x="3505200" y="89763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085844" y="3840479"/>
              <a:ext cx="1541145" cy="550545"/>
            </a:xfrm>
            <a:custGeom>
              <a:avLst/>
              <a:gdLst/>
              <a:ahLst/>
              <a:cxnLst/>
              <a:rect l="l" t="t" r="r" b="b"/>
              <a:pathLst>
                <a:path w="1541145" h="550545">
                  <a:moveTo>
                    <a:pt x="0" y="274319"/>
                  </a:moveTo>
                  <a:lnTo>
                    <a:pt x="11141" y="227698"/>
                  </a:lnTo>
                  <a:lnTo>
                    <a:pt x="43335" y="183573"/>
                  </a:lnTo>
                  <a:lnTo>
                    <a:pt x="94738" y="142615"/>
                  </a:lnTo>
                  <a:lnTo>
                    <a:pt x="163503" y="105496"/>
                  </a:lnTo>
                  <a:lnTo>
                    <a:pt x="203820" y="88587"/>
                  </a:lnTo>
                  <a:lnTo>
                    <a:pt x="247786" y="72889"/>
                  </a:lnTo>
                  <a:lnTo>
                    <a:pt x="295170" y="58487"/>
                  </a:lnTo>
                  <a:lnTo>
                    <a:pt x="345741" y="45465"/>
                  </a:lnTo>
                  <a:lnTo>
                    <a:pt x="399270" y="33907"/>
                  </a:lnTo>
                  <a:lnTo>
                    <a:pt x="455524" y="23896"/>
                  </a:lnTo>
                  <a:lnTo>
                    <a:pt x="514275" y="15517"/>
                  </a:lnTo>
                  <a:lnTo>
                    <a:pt x="575290" y="8854"/>
                  </a:lnTo>
                  <a:lnTo>
                    <a:pt x="638340" y="3991"/>
                  </a:lnTo>
                  <a:lnTo>
                    <a:pt x="703193" y="1011"/>
                  </a:lnTo>
                  <a:lnTo>
                    <a:pt x="769620" y="0"/>
                  </a:lnTo>
                  <a:lnTo>
                    <a:pt x="836274" y="1011"/>
                  </a:lnTo>
                  <a:lnTo>
                    <a:pt x="901332" y="3991"/>
                  </a:lnTo>
                  <a:lnTo>
                    <a:pt x="964563" y="8854"/>
                  </a:lnTo>
                  <a:lnTo>
                    <a:pt x="1025739" y="15517"/>
                  </a:lnTo>
                  <a:lnTo>
                    <a:pt x="1084629" y="23896"/>
                  </a:lnTo>
                  <a:lnTo>
                    <a:pt x="1141005" y="33907"/>
                  </a:lnTo>
                  <a:lnTo>
                    <a:pt x="1194638" y="45465"/>
                  </a:lnTo>
                  <a:lnTo>
                    <a:pt x="1245298" y="58487"/>
                  </a:lnTo>
                  <a:lnTo>
                    <a:pt x="1292755" y="72889"/>
                  </a:lnTo>
                  <a:lnTo>
                    <a:pt x="1336781" y="88587"/>
                  </a:lnTo>
                  <a:lnTo>
                    <a:pt x="1377146" y="105496"/>
                  </a:lnTo>
                  <a:lnTo>
                    <a:pt x="1413622" y="123533"/>
                  </a:lnTo>
                  <a:lnTo>
                    <a:pt x="1473984" y="162656"/>
                  </a:lnTo>
                  <a:lnTo>
                    <a:pt x="1516035" y="205282"/>
                  </a:lnTo>
                  <a:lnTo>
                    <a:pt x="1537939" y="250739"/>
                  </a:lnTo>
                  <a:lnTo>
                    <a:pt x="1540763" y="274319"/>
                  </a:lnTo>
                  <a:lnTo>
                    <a:pt x="1537939" y="298128"/>
                  </a:lnTo>
                  <a:lnTo>
                    <a:pt x="1516035" y="343971"/>
                  </a:lnTo>
                  <a:lnTo>
                    <a:pt x="1473984" y="386898"/>
                  </a:lnTo>
                  <a:lnTo>
                    <a:pt x="1413622" y="426246"/>
                  </a:lnTo>
                  <a:lnTo>
                    <a:pt x="1377146" y="444371"/>
                  </a:lnTo>
                  <a:lnTo>
                    <a:pt x="1336781" y="461354"/>
                  </a:lnTo>
                  <a:lnTo>
                    <a:pt x="1292755" y="477112"/>
                  </a:lnTo>
                  <a:lnTo>
                    <a:pt x="1245298" y="491562"/>
                  </a:lnTo>
                  <a:lnTo>
                    <a:pt x="1194638" y="504622"/>
                  </a:lnTo>
                  <a:lnTo>
                    <a:pt x="1141005" y="516208"/>
                  </a:lnTo>
                  <a:lnTo>
                    <a:pt x="1084629" y="526239"/>
                  </a:lnTo>
                  <a:lnTo>
                    <a:pt x="1025739" y="534632"/>
                  </a:lnTo>
                  <a:lnTo>
                    <a:pt x="964563" y="541303"/>
                  </a:lnTo>
                  <a:lnTo>
                    <a:pt x="901332" y="546170"/>
                  </a:lnTo>
                  <a:lnTo>
                    <a:pt x="836274" y="549151"/>
                  </a:lnTo>
                  <a:lnTo>
                    <a:pt x="769620" y="550163"/>
                  </a:lnTo>
                  <a:lnTo>
                    <a:pt x="703193" y="549151"/>
                  </a:lnTo>
                  <a:lnTo>
                    <a:pt x="638340" y="546170"/>
                  </a:lnTo>
                  <a:lnTo>
                    <a:pt x="575290" y="541303"/>
                  </a:lnTo>
                  <a:lnTo>
                    <a:pt x="514275" y="534632"/>
                  </a:lnTo>
                  <a:lnTo>
                    <a:pt x="455524" y="526239"/>
                  </a:lnTo>
                  <a:lnTo>
                    <a:pt x="399270" y="516208"/>
                  </a:lnTo>
                  <a:lnTo>
                    <a:pt x="345741" y="504622"/>
                  </a:lnTo>
                  <a:lnTo>
                    <a:pt x="295170" y="491562"/>
                  </a:lnTo>
                  <a:lnTo>
                    <a:pt x="247786" y="477112"/>
                  </a:lnTo>
                  <a:lnTo>
                    <a:pt x="203820" y="461354"/>
                  </a:lnTo>
                  <a:lnTo>
                    <a:pt x="163503" y="444371"/>
                  </a:lnTo>
                  <a:lnTo>
                    <a:pt x="127065" y="426246"/>
                  </a:lnTo>
                  <a:lnTo>
                    <a:pt x="66751" y="386898"/>
                  </a:lnTo>
                  <a:lnTo>
                    <a:pt x="24722" y="343971"/>
                  </a:lnTo>
                  <a:lnTo>
                    <a:pt x="2823" y="298128"/>
                  </a:lnTo>
                  <a:lnTo>
                    <a:pt x="0" y="27431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133600" y="4114800"/>
              <a:ext cx="1952625" cy="0"/>
            </a:xfrm>
            <a:custGeom>
              <a:avLst/>
              <a:gdLst/>
              <a:ahLst/>
              <a:cxnLst/>
              <a:rect l="l" t="t" r="r" b="b"/>
              <a:pathLst>
                <a:path w="1952625" h="0">
                  <a:moveTo>
                    <a:pt x="0" y="0"/>
                  </a:moveTo>
                  <a:lnTo>
                    <a:pt x="1952243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891787" y="2343363"/>
            <a:ext cx="3970020" cy="1920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Grade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000">
              <a:latin typeface="Arial MT"/>
              <a:cs typeface="Arial MT"/>
            </a:endParaRPr>
          </a:p>
          <a:p>
            <a:pPr marL="711835" marR="2641600" indent="-9525">
              <a:lnSpc>
                <a:spcPct val="100000"/>
              </a:lnSpc>
              <a:spcBef>
                <a:spcPts val="5"/>
              </a:spcBef>
            </a:pPr>
            <a:r>
              <a:rPr dirty="0" sz="1600" spc="-20">
                <a:latin typeface="Tahoma"/>
                <a:cs typeface="Tahoma"/>
              </a:rPr>
              <a:t>Record </a:t>
            </a:r>
            <a:r>
              <a:rPr dirty="0" sz="1600" spc="-10">
                <a:latin typeface="Tahoma"/>
                <a:cs typeface="Tahoma"/>
              </a:rPr>
              <a:t>grades</a:t>
            </a:r>
            <a:endParaRPr sz="16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1035"/>
              </a:spcBef>
            </a:pPr>
            <a:r>
              <a:rPr dirty="0" sz="2400" spc="-10">
                <a:latin typeface="Tahoma"/>
                <a:cs typeface="Tahoma"/>
              </a:rPr>
              <a:t>Student</a:t>
            </a:r>
            <a:endParaRPr sz="240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  <a:spcBef>
                <a:spcPts val="45"/>
              </a:spcBef>
            </a:pPr>
            <a:r>
              <a:rPr dirty="0" sz="1600">
                <a:latin typeface="Tahoma"/>
                <a:cs typeface="Tahoma"/>
              </a:rPr>
              <a:t>View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grades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48358" y="4633945"/>
            <a:ext cx="115824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525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Distribute </a:t>
            </a:r>
            <a:r>
              <a:rPr dirty="0" sz="1600">
                <a:latin typeface="Tahoma"/>
                <a:cs typeface="Tahoma"/>
              </a:rPr>
              <a:t>Report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cards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114800" y="5562600"/>
            <a:ext cx="1542415" cy="838200"/>
          </a:xfrm>
          <a:custGeom>
            <a:avLst/>
            <a:gdLst/>
            <a:ahLst/>
            <a:cxnLst/>
            <a:rect l="l" t="t" r="r" b="b"/>
            <a:pathLst>
              <a:path w="1542414" h="838200">
                <a:moveTo>
                  <a:pt x="0" y="419100"/>
                </a:moveTo>
                <a:lnTo>
                  <a:pt x="9183" y="354597"/>
                </a:lnTo>
                <a:lnTo>
                  <a:pt x="35811" y="293100"/>
                </a:lnTo>
                <a:lnTo>
                  <a:pt x="78501" y="235375"/>
                </a:lnTo>
                <a:lnTo>
                  <a:pt x="105438" y="208167"/>
                </a:lnTo>
                <a:lnTo>
                  <a:pt x="135872" y="182188"/>
                </a:lnTo>
                <a:lnTo>
                  <a:pt x="169630" y="157536"/>
                </a:lnTo>
                <a:lnTo>
                  <a:pt x="206540" y="134305"/>
                </a:lnTo>
                <a:lnTo>
                  <a:pt x="246429" y="112592"/>
                </a:lnTo>
                <a:lnTo>
                  <a:pt x="289124" y="92493"/>
                </a:lnTo>
                <a:lnTo>
                  <a:pt x="334452" y="74102"/>
                </a:lnTo>
                <a:lnTo>
                  <a:pt x="382241" y="57516"/>
                </a:lnTo>
                <a:lnTo>
                  <a:pt x="432318" y="42831"/>
                </a:lnTo>
                <a:lnTo>
                  <a:pt x="484509" y="30143"/>
                </a:lnTo>
                <a:lnTo>
                  <a:pt x="538643" y="19547"/>
                </a:lnTo>
                <a:lnTo>
                  <a:pt x="594546" y="11138"/>
                </a:lnTo>
                <a:lnTo>
                  <a:pt x="652046" y="5014"/>
                </a:lnTo>
                <a:lnTo>
                  <a:pt x="710969" y="1269"/>
                </a:lnTo>
                <a:lnTo>
                  <a:pt x="771143" y="0"/>
                </a:lnTo>
                <a:lnTo>
                  <a:pt x="831515" y="1269"/>
                </a:lnTo>
                <a:lnTo>
                  <a:pt x="890598" y="5014"/>
                </a:lnTo>
                <a:lnTo>
                  <a:pt x="948221" y="11138"/>
                </a:lnTo>
                <a:lnTo>
                  <a:pt x="1004215" y="19547"/>
                </a:lnTo>
                <a:lnTo>
                  <a:pt x="1058410" y="30143"/>
                </a:lnTo>
                <a:lnTo>
                  <a:pt x="1110636" y="42831"/>
                </a:lnTo>
                <a:lnTo>
                  <a:pt x="1160723" y="57516"/>
                </a:lnTo>
                <a:lnTo>
                  <a:pt x="1208502" y="74102"/>
                </a:lnTo>
                <a:lnTo>
                  <a:pt x="1253803" y="92493"/>
                </a:lnTo>
                <a:lnTo>
                  <a:pt x="1296455" y="112592"/>
                </a:lnTo>
                <a:lnTo>
                  <a:pt x="1336290" y="134305"/>
                </a:lnTo>
                <a:lnTo>
                  <a:pt x="1373137" y="157536"/>
                </a:lnTo>
                <a:lnTo>
                  <a:pt x="1406826" y="182188"/>
                </a:lnTo>
                <a:lnTo>
                  <a:pt x="1437188" y="208167"/>
                </a:lnTo>
                <a:lnTo>
                  <a:pt x="1464053" y="235375"/>
                </a:lnTo>
                <a:lnTo>
                  <a:pt x="1506611" y="293100"/>
                </a:lnTo>
                <a:lnTo>
                  <a:pt x="1533142" y="354597"/>
                </a:lnTo>
                <a:lnTo>
                  <a:pt x="1542287" y="419100"/>
                </a:lnTo>
                <a:lnTo>
                  <a:pt x="1539973" y="451876"/>
                </a:lnTo>
                <a:lnTo>
                  <a:pt x="1521965" y="515254"/>
                </a:lnTo>
                <a:lnTo>
                  <a:pt x="1487250" y="575112"/>
                </a:lnTo>
                <a:lnTo>
                  <a:pt x="1437188" y="630710"/>
                </a:lnTo>
                <a:lnTo>
                  <a:pt x="1406826" y="656678"/>
                </a:lnTo>
                <a:lnTo>
                  <a:pt x="1373137" y="681303"/>
                </a:lnTo>
                <a:lnTo>
                  <a:pt x="1336290" y="704491"/>
                </a:lnTo>
                <a:lnTo>
                  <a:pt x="1296455" y="726150"/>
                </a:lnTo>
                <a:lnTo>
                  <a:pt x="1253803" y="746186"/>
                </a:lnTo>
                <a:lnTo>
                  <a:pt x="1208502" y="764508"/>
                </a:lnTo>
                <a:lnTo>
                  <a:pt x="1160723" y="781021"/>
                </a:lnTo>
                <a:lnTo>
                  <a:pt x="1110636" y="795634"/>
                </a:lnTo>
                <a:lnTo>
                  <a:pt x="1058410" y="808254"/>
                </a:lnTo>
                <a:lnTo>
                  <a:pt x="1004215" y="818787"/>
                </a:lnTo>
                <a:lnTo>
                  <a:pt x="948221" y="827141"/>
                </a:lnTo>
                <a:lnTo>
                  <a:pt x="890598" y="833223"/>
                </a:lnTo>
                <a:lnTo>
                  <a:pt x="831515" y="836940"/>
                </a:lnTo>
                <a:lnTo>
                  <a:pt x="771143" y="838200"/>
                </a:lnTo>
                <a:lnTo>
                  <a:pt x="710969" y="836940"/>
                </a:lnTo>
                <a:lnTo>
                  <a:pt x="652046" y="833223"/>
                </a:lnTo>
                <a:lnTo>
                  <a:pt x="594546" y="827141"/>
                </a:lnTo>
                <a:lnTo>
                  <a:pt x="538643" y="818787"/>
                </a:lnTo>
                <a:lnTo>
                  <a:pt x="484509" y="808254"/>
                </a:lnTo>
                <a:lnTo>
                  <a:pt x="432318" y="795634"/>
                </a:lnTo>
                <a:lnTo>
                  <a:pt x="382241" y="781021"/>
                </a:lnTo>
                <a:lnTo>
                  <a:pt x="334452" y="764508"/>
                </a:lnTo>
                <a:lnTo>
                  <a:pt x="289124" y="746186"/>
                </a:lnTo>
                <a:lnTo>
                  <a:pt x="246429" y="726150"/>
                </a:lnTo>
                <a:lnTo>
                  <a:pt x="206540" y="704491"/>
                </a:lnTo>
                <a:lnTo>
                  <a:pt x="169630" y="681303"/>
                </a:lnTo>
                <a:lnTo>
                  <a:pt x="135872" y="656678"/>
                </a:lnTo>
                <a:lnTo>
                  <a:pt x="105438" y="630710"/>
                </a:lnTo>
                <a:lnTo>
                  <a:pt x="78501" y="603490"/>
                </a:lnTo>
                <a:lnTo>
                  <a:pt x="35811" y="545669"/>
                </a:lnTo>
                <a:lnTo>
                  <a:pt x="9183" y="483958"/>
                </a:lnTo>
                <a:lnTo>
                  <a:pt x="0" y="4191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207186" y="5747952"/>
            <a:ext cx="121221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Create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report cards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154559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25"/>
              <a:t> </a:t>
            </a:r>
            <a:r>
              <a:rPr dirty="0"/>
              <a:t>Case</a:t>
            </a:r>
            <a:r>
              <a:rPr dirty="0" spc="-25"/>
              <a:t> </a:t>
            </a:r>
            <a:r>
              <a:rPr dirty="0"/>
              <a:t>Vs</a:t>
            </a:r>
            <a:r>
              <a:rPr dirty="0" spc="-20"/>
              <a:t> </a:t>
            </a:r>
            <a:r>
              <a:rPr dirty="0" spc="-10"/>
              <a:t>Scenarios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064756"/>
            <a:ext cx="7650480" cy="46424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Each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use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case</a:t>
            </a:r>
            <a:r>
              <a:rPr dirty="0" sz="3200" spc="-5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is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one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or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more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scenarios.</a:t>
            </a:r>
            <a:endParaRPr sz="32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34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756285" algn="l"/>
              </a:tabLst>
            </a:pPr>
            <a:r>
              <a:rPr dirty="0" sz="2800">
                <a:latin typeface="Tahoma"/>
                <a:cs typeface="Tahoma"/>
              </a:rPr>
              <a:t>Add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Subject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Case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spcBef>
                <a:spcPts val="295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Scenario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: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gets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added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successfully.</a:t>
            </a:r>
            <a:endParaRPr sz="2400">
              <a:latin typeface="Tahoma"/>
              <a:cs typeface="Tahoma"/>
            </a:endParaRPr>
          </a:p>
          <a:p>
            <a:pPr lvl="2" marL="1155065" marR="339725" indent="-228600">
              <a:lnSpc>
                <a:spcPts val="2590"/>
              </a:lnSpc>
              <a:spcBef>
                <a:spcPts val="615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Scenario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2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: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Adding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fails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since</a:t>
            </a:r>
            <a:r>
              <a:rPr dirty="0" sz="2400" spc="-25">
                <a:latin typeface="Tahoma"/>
                <a:cs typeface="Tahoma"/>
              </a:rPr>
              <a:t> the </a:t>
            </a:r>
            <a:r>
              <a:rPr dirty="0" sz="2400">
                <a:latin typeface="Tahoma"/>
                <a:cs typeface="Tahoma"/>
              </a:rPr>
              <a:t>subject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already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database.</a:t>
            </a:r>
            <a:endParaRPr sz="24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29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756285" algn="l"/>
                <a:tab pos="1860550" algn="l"/>
              </a:tabLst>
            </a:pPr>
            <a:r>
              <a:rPr dirty="0" sz="2800" spc="-10">
                <a:latin typeface="Tahoma"/>
                <a:cs typeface="Tahoma"/>
              </a:rPr>
              <a:t>Enroll</a:t>
            </a:r>
            <a:r>
              <a:rPr dirty="0" sz="2800">
                <a:latin typeface="Tahoma"/>
                <a:cs typeface="Tahoma"/>
              </a:rPr>
              <a:t>	Subject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Case:</a:t>
            </a:r>
            <a:endParaRPr sz="28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Scenario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: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enrolled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subject.</a:t>
            </a:r>
            <a:endParaRPr sz="2400">
              <a:latin typeface="Tahoma"/>
              <a:cs typeface="Tahoma"/>
            </a:endParaRPr>
          </a:p>
          <a:p>
            <a:pPr lvl="2" marL="1155065" marR="5080" indent="-228600">
              <a:lnSpc>
                <a:spcPts val="2590"/>
              </a:lnSpc>
              <a:spcBef>
                <a:spcPts val="62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Scenario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2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: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Enrollment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fails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since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>
                <a:latin typeface="Tahoma"/>
                <a:cs typeface="Tahoma"/>
              </a:rPr>
              <a:t>already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enrolled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subject.</a:t>
            </a:r>
            <a:endParaRPr sz="2400">
              <a:latin typeface="Tahoma"/>
              <a:cs typeface="Tahoma"/>
            </a:endParaRPr>
          </a:p>
          <a:p>
            <a:pPr lvl="2">
              <a:lnSpc>
                <a:spcPct val="100000"/>
              </a:lnSpc>
              <a:spcBef>
                <a:spcPts val="80"/>
              </a:spcBef>
              <a:buClr>
                <a:srgbClr val="3333CC"/>
              </a:buClr>
              <a:buFont typeface="Times New Roman"/>
              <a:buChar char="■"/>
            </a:pP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Each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scenario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has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sequence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steps.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1394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Scenarios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4140" y="2064756"/>
            <a:ext cx="7405370" cy="335661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Each</a:t>
            </a:r>
            <a:r>
              <a:rPr dirty="0" sz="3200" spc="-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scenario</a:t>
            </a:r>
            <a:r>
              <a:rPr dirty="0" sz="3200" spc="-6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has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sequence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steps.</a:t>
            </a:r>
            <a:endParaRPr sz="3200">
              <a:latin typeface="Tahoma"/>
              <a:cs typeface="Tahoma"/>
            </a:endParaRPr>
          </a:p>
          <a:p>
            <a:pPr lvl="1" marL="756285" marR="558800" indent="-287020">
              <a:lnSpc>
                <a:spcPts val="3020"/>
              </a:lnSpc>
              <a:spcBef>
                <a:spcPts val="72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756285" algn="l"/>
              </a:tabLst>
            </a:pPr>
            <a:r>
              <a:rPr dirty="0" sz="2800">
                <a:latin typeface="Tahoma"/>
                <a:cs typeface="Tahoma"/>
              </a:rPr>
              <a:t>Scenario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Student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enrolled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 spc="-10">
                <a:latin typeface="Tahoma"/>
                <a:cs typeface="Tahoma"/>
              </a:rPr>
              <a:t>subject.</a:t>
            </a:r>
            <a:endParaRPr sz="28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spcBef>
                <a:spcPts val="25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chooses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“enroll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subject”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action.</a:t>
            </a:r>
            <a:endParaRPr sz="2400">
              <a:latin typeface="Tahoma"/>
              <a:cs typeface="Tahoma"/>
            </a:endParaRPr>
          </a:p>
          <a:p>
            <a:pPr lvl="2" marL="1155065" marR="15240" indent="-228600">
              <a:lnSpc>
                <a:spcPts val="2590"/>
              </a:lnSpc>
              <a:spcBef>
                <a:spcPts val="62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Check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enrolled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less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10 </a:t>
            </a:r>
            <a:r>
              <a:rPr dirty="0" sz="2400" spc="-10">
                <a:latin typeface="Tahoma"/>
                <a:cs typeface="Tahoma"/>
              </a:rPr>
              <a:t>subjects.</a:t>
            </a:r>
            <a:endParaRPr sz="24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spcBef>
                <a:spcPts val="25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Check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valid.</a:t>
            </a:r>
            <a:endParaRPr sz="2400">
              <a:latin typeface="Tahoma"/>
              <a:cs typeface="Tahoma"/>
            </a:endParaRPr>
          </a:p>
          <a:p>
            <a:pPr lvl="2" marL="1249680" indent="-322580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249680" algn="l"/>
              </a:tabLst>
            </a:pPr>
            <a:r>
              <a:rPr dirty="0" sz="2400">
                <a:latin typeface="Tahoma"/>
                <a:cs typeface="Tahoma"/>
              </a:rPr>
              <a:t>Assign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student.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13944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Scenarios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/>
              <a:t>Each</a:t>
            </a:r>
            <a:r>
              <a:rPr dirty="0" spc="-45"/>
              <a:t> </a:t>
            </a:r>
            <a:r>
              <a:rPr dirty="0"/>
              <a:t>scenario</a:t>
            </a:r>
            <a:r>
              <a:rPr dirty="0" spc="-60"/>
              <a:t> </a:t>
            </a:r>
            <a:r>
              <a:rPr dirty="0"/>
              <a:t>has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sequence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steps.</a:t>
            </a:r>
          </a:p>
          <a:p>
            <a:pPr lvl="1" marL="756285" marR="5080" indent="-287020">
              <a:lnSpc>
                <a:spcPts val="3020"/>
              </a:lnSpc>
              <a:spcBef>
                <a:spcPts val="72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756285" algn="l"/>
              </a:tabLst>
            </a:pPr>
            <a:r>
              <a:rPr dirty="0" sz="2800">
                <a:latin typeface="Tahoma"/>
                <a:cs typeface="Tahoma"/>
              </a:rPr>
              <a:t>Scenario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2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Enrolling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fails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since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student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already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enrolled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10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subjects.</a:t>
            </a:r>
            <a:endParaRPr sz="2800">
              <a:latin typeface="Tahoma"/>
              <a:cs typeface="Tahoma"/>
            </a:endParaRPr>
          </a:p>
          <a:p>
            <a:pPr lvl="2" marL="1155065" indent="-227965">
              <a:lnSpc>
                <a:spcPct val="100000"/>
              </a:lnSpc>
              <a:spcBef>
                <a:spcPts val="25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chooses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“enroll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subject”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action.</a:t>
            </a:r>
            <a:endParaRPr sz="2400">
              <a:latin typeface="Tahoma"/>
              <a:cs typeface="Tahoma"/>
            </a:endParaRPr>
          </a:p>
          <a:p>
            <a:pPr lvl="2" marL="1155065" marR="259715" indent="-228600">
              <a:lnSpc>
                <a:spcPts val="2590"/>
              </a:lnSpc>
              <a:spcBef>
                <a:spcPts val="62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155065" algn="l"/>
              </a:tabLst>
            </a:pPr>
            <a:r>
              <a:rPr dirty="0" sz="2400">
                <a:latin typeface="Tahoma"/>
                <a:cs typeface="Tahoma"/>
              </a:rPr>
              <a:t>Check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student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enrolled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less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10 </a:t>
            </a:r>
            <a:r>
              <a:rPr dirty="0" sz="2400" spc="-10">
                <a:latin typeface="Tahoma"/>
                <a:cs typeface="Tahoma"/>
              </a:rPr>
              <a:t>subjects.</a:t>
            </a:r>
            <a:endParaRPr sz="2400">
              <a:latin typeface="Tahoma"/>
              <a:cs typeface="Tahoma"/>
            </a:endParaRPr>
          </a:p>
          <a:p>
            <a:pPr lvl="2" marL="1249680" indent="-322580">
              <a:lnSpc>
                <a:spcPct val="100000"/>
              </a:lnSpc>
              <a:spcBef>
                <a:spcPts val="25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1249680" algn="l"/>
              </a:tabLst>
            </a:pPr>
            <a:r>
              <a:rPr dirty="0" sz="2400">
                <a:latin typeface="Tahoma"/>
                <a:cs typeface="Tahoma"/>
              </a:rPr>
              <a:t>Return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error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message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student.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75"/>
              <a:t> </a:t>
            </a:r>
            <a:r>
              <a:rPr dirty="0"/>
              <a:t>Case</a:t>
            </a:r>
            <a:r>
              <a:rPr dirty="0" spc="-75"/>
              <a:t> </a:t>
            </a:r>
            <a:r>
              <a:rPr dirty="0"/>
              <a:t>Diagrams</a:t>
            </a:r>
            <a:r>
              <a:rPr dirty="0" spc="-70"/>
              <a:t> </a:t>
            </a:r>
            <a:r>
              <a:rPr dirty="0"/>
              <a:t>-</a:t>
            </a:r>
            <a:r>
              <a:rPr dirty="0" spc="-105"/>
              <a:t> </a:t>
            </a:r>
            <a:r>
              <a:rPr dirty="0" spc="-10"/>
              <a:t>Relationships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8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pc="-10"/>
              <a:t>Inclusion</a:t>
            </a:r>
          </a:p>
          <a:p>
            <a:pPr lvl="1" marL="721360" indent="-251460">
              <a:lnSpc>
                <a:spcPts val="2795"/>
              </a:lnSpc>
              <a:spcBef>
                <a:spcPts val="195"/>
              </a:spcBef>
              <a:buClr>
                <a:srgbClr val="FF0000"/>
              </a:buClr>
              <a:buSzPct val="52000"/>
              <a:buFont typeface="Times New Roman"/>
              <a:buChar char="■"/>
              <a:tabLst>
                <a:tab pos="721360" algn="l"/>
              </a:tabLst>
            </a:pPr>
            <a:r>
              <a:rPr dirty="0" sz="2500" spc="-1345" i="1">
                <a:latin typeface="Verdana"/>
                <a:cs typeface="Verdana"/>
              </a:rPr>
              <a:t>I</a:t>
            </a:r>
            <a:r>
              <a:rPr dirty="0" sz="2500" spc="-1225" i="1">
                <a:latin typeface="Verdana"/>
                <a:cs typeface="Verdana"/>
              </a:rPr>
              <a:t>n</a:t>
            </a:r>
            <a:r>
              <a:rPr dirty="0" sz="2500" spc="-1735" i="1">
                <a:latin typeface="Verdana"/>
                <a:cs typeface="Verdana"/>
              </a:rPr>
              <a:t>c</a:t>
            </a:r>
            <a:r>
              <a:rPr dirty="0" sz="2500" spc="-1860" i="1">
                <a:latin typeface="Verdana"/>
                <a:cs typeface="Verdana"/>
              </a:rPr>
              <a:t>l</a:t>
            </a:r>
            <a:r>
              <a:rPr dirty="0" sz="2500" spc="-1225" i="1">
                <a:latin typeface="Verdana"/>
                <a:cs typeface="Verdana"/>
              </a:rPr>
              <a:t>u</a:t>
            </a:r>
            <a:r>
              <a:rPr dirty="0" sz="2500" spc="-1810" i="1">
                <a:latin typeface="Verdana"/>
                <a:cs typeface="Verdana"/>
              </a:rPr>
              <a:t>s</a:t>
            </a:r>
            <a:r>
              <a:rPr dirty="0" sz="2500" spc="-1914" i="1">
                <a:latin typeface="Verdana"/>
                <a:cs typeface="Verdana"/>
              </a:rPr>
              <a:t>i</a:t>
            </a:r>
            <a:r>
              <a:rPr dirty="0" sz="2500" spc="-1180" i="1">
                <a:latin typeface="Verdana"/>
                <a:cs typeface="Verdana"/>
              </a:rPr>
              <a:t>o</a:t>
            </a:r>
            <a:r>
              <a:rPr dirty="0" sz="2500" spc="-370" i="1">
                <a:latin typeface="Verdana"/>
                <a:cs typeface="Verdana"/>
              </a:rPr>
              <a:t>n</a:t>
            </a:r>
            <a:r>
              <a:rPr dirty="0" sz="2500" spc="-1220" i="1">
                <a:latin typeface="Verdana"/>
                <a:cs typeface="Verdana"/>
              </a:rPr>
              <a:t>e</a:t>
            </a:r>
            <a:r>
              <a:rPr dirty="0" sz="2500" spc="-1225" i="1">
                <a:latin typeface="Verdana"/>
                <a:cs typeface="Verdana"/>
              </a:rPr>
              <a:t>n</a:t>
            </a:r>
            <a:r>
              <a:rPr dirty="0" sz="2500" spc="-1230" i="1">
                <a:latin typeface="Verdana"/>
                <a:cs typeface="Verdana"/>
              </a:rPr>
              <a:t>a</a:t>
            </a:r>
            <a:r>
              <a:rPr dirty="0" sz="2500" spc="-1760" i="1">
                <a:latin typeface="Verdana"/>
                <a:cs typeface="Verdana"/>
              </a:rPr>
              <a:t>b</a:t>
            </a:r>
            <a:r>
              <a:rPr dirty="0" sz="2500" spc="-1860" i="1">
                <a:latin typeface="Verdana"/>
                <a:cs typeface="Verdana"/>
              </a:rPr>
              <a:t>l</a:t>
            </a:r>
            <a:r>
              <a:rPr dirty="0" sz="2500" spc="-1250" i="1">
                <a:latin typeface="Verdana"/>
                <a:cs typeface="Verdana"/>
              </a:rPr>
              <a:t>e</a:t>
            </a:r>
            <a:r>
              <a:rPr dirty="0" sz="2500" spc="-555" i="1">
                <a:latin typeface="Verdana"/>
                <a:cs typeface="Verdana"/>
              </a:rPr>
              <a:t>s</a:t>
            </a:r>
            <a:r>
              <a:rPr dirty="0" sz="2500" spc="-1475" i="1">
                <a:latin typeface="Verdana"/>
                <a:cs typeface="Verdana"/>
              </a:rPr>
              <a:t>t</a:t>
            </a:r>
            <a:r>
              <a:rPr dirty="0" sz="2500" spc="-520" i="1">
                <a:latin typeface="Verdana"/>
                <a:cs typeface="Verdana"/>
              </a:rPr>
              <a:t>o</a:t>
            </a:r>
            <a:r>
              <a:rPr dirty="0" sz="2500" spc="-1490" i="1">
                <a:latin typeface="Verdana"/>
                <a:cs typeface="Verdana"/>
              </a:rPr>
              <a:t>r</a:t>
            </a:r>
            <a:r>
              <a:rPr dirty="0" sz="2500" spc="-1220" i="1">
                <a:latin typeface="Verdana"/>
                <a:cs typeface="Verdana"/>
              </a:rPr>
              <a:t>e</a:t>
            </a:r>
            <a:r>
              <a:rPr dirty="0" sz="2500" spc="-1225" i="1">
                <a:latin typeface="Verdana"/>
                <a:cs typeface="Verdana"/>
              </a:rPr>
              <a:t>u</a:t>
            </a:r>
            <a:r>
              <a:rPr dirty="0" sz="2500" spc="-1280" i="1">
                <a:latin typeface="Verdana"/>
                <a:cs typeface="Verdana"/>
              </a:rPr>
              <a:t>s</a:t>
            </a:r>
            <a:r>
              <a:rPr dirty="0" sz="2500" spc="-335" i="1">
                <a:latin typeface="Verdana"/>
                <a:cs typeface="Verdana"/>
              </a:rPr>
              <a:t>e</a:t>
            </a:r>
            <a:r>
              <a:rPr dirty="0" sz="2500" spc="-1180" i="1">
                <a:latin typeface="Verdana"/>
                <a:cs typeface="Verdana"/>
              </a:rPr>
              <a:t>o</a:t>
            </a:r>
            <a:r>
              <a:rPr dirty="0" sz="2500" spc="-1225" i="1">
                <a:latin typeface="Verdana"/>
                <a:cs typeface="Verdana"/>
              </a:rPr>
              <a:t>n</a:t>
            </a:r>
            <a:r>
              <a:rPr dirty="0" sz="2500" spc="-365" i="1">
                <a:latin typeface="Verdana"/>
                <a:cs typeface="Verdana"/>
              </a:rPr>
              <a:t>e</a:t>
            </a:r>
            <a:r>
              <a:rPr dirty="0" sz="2500" spc="-1225" i="1">
                <a:latin typeface="Verdana"/>
                <a:cs typeface="Verdana"/>
              </a:rPr>
              <a:t>u</a:t>
            </a:r>
            <a:r>
              <a:rPr dirty="0" sz="2500" spc="-1250" i="1">
                <a:latin typeface="Verdana"/>
                <a:cs typeface="Verdana"/>
              </a:rPr>
              <a:t>s</a:t>
            </a:r>
            <a:r>
              <a:rPr dirty="0" sz="2500" spc="-365" i="1">
                <a:latin typeface="Verdana"/>
                <a:cs typeface="Verdana"/>
              </a:rPr>
              <a:t>e</a:t>
            </a:r>
            <a:r>
              <a:rPr dirty="0" sz="2500" spc="-1220" i="1">
                <a:latin typeface="Verdana"/>
                <a:cs typeface="Verdana"/>
              </a:rPr>
              <a:t>c</a:t>
            </a:r>
            <a:r>
              <a:rPr dirty="0" sz="2500" spc="-1230" i="1">
                <a:latin typeface="Verdana"/>
                <a:cs typeface="Verdana"/>
              </a:rPr>
              <a:t>a</a:t>
            </a:r>
            <a:r>
              <a:rPr dirty="0" sz="2500" spc="-1280" i="1">
                <a:latin typeface="Verdana"/>
                <a:cs typeface="Verdana"/>
              </a:rPr>
              <a:t>s</a:t>
            </a:r>
            <a:r>
              <a:rPr dirty="0" sz="2500" spc="-1795" i="1">
                <a:latin typeface="Verdana"/>
                <a:cs typeface="Verdana"/>
              </a:rPr>
              <a:t>e</a:t>
            </a:r>
            <a:r>
              <a:rPr dirty="0" sz="2500" spc="-2020" i="1">
                <a:latin typeface="Verdana"/>
                <a:cs typeface="Verdana"/>
              </a:rPr>
              <a:t>'</a:t>
            </a:r>
            <a:r>
              <a:rPr dirty="0" sz="2500" spc="-310" i="1">
                <a:latin typeface="Verdana"/>
                <a:cs typeface="Verdana"/>
              </a:rPr>
              <a:t>s</a:t>
            </a:r>
            <a:r>
              <a:rPr dirty="0" sz="2500" spc="-1495" i="1">
                <a:latin typeface="Verdana"/>
                <a:cs typeface="Verdana"/>
              </a:rPr>
              <a:t>s</a:t>
            </a:r>
            <a:r>
              <a:rPr dirty="0" sz="2500" spc="-1535" i="1">
                <a:latin typeface="Verdana"/>
                <a:cs typeface="Verdana"/>
              </a:rPr>
              <a:t>t</a:t>
            </a:r>
            <a:r>
              <a:rPr dirty="0" sz="2500" spc="-1220" i="1">
                <a:latin typeface="Verdana"/>
                <a:cs typeface="Verdana"/>
              </a:rPr>
              <a:t>e</a:t>
            </a:r>
            <a:r>
              <a:rPr dirty="0" sz="2500" spc="-1240" i="1">
                <a:latin typeface="Verdana"/>
                <a:cs typeface="Verdana"/>
              </a:rPr>
              <a:t>p</a:t>
            </a:r>
            <a:r>
              <a:rPr dirty="0" sz="2500" spc="-45" i="1">
                <a:latin typeface="Verdana"/>
                <a:cs typeface="Verdana"/>
              </a:rPr>
              <a:t>s</a:t>
            </a:r>
            <a:endParaRPr sz="2500">
              <a:latin typeface="Verdana"/>
              <a:cs typeface="Verdana"/>
            </a:endParaRPr>
          </a:p>
          <a:p>
            <a:pPr marL="678815">
              <a:lnSpc>
                <a:spcPts val="2795"/>
              </a:lnSpc>
            </a:pPr>
            <a:r>
              <a:rPr dirty="0" sz="2500" spc="-1830" i="1">
                <a:latin typeface="Verdana"/>
                <a:cs typeface="Verdana"/>
              </a:rPr>
              <a:t>i</a:t>
            </a:r>
            <a:r>
              <a:rPr dirty="0" sz="2500" spc="-1195" i="1">
                <a:latin typeface="Verdana"/>
                <a:cs typeface="Verdana"/>
              </a:rPr>
              <a:t>n</a:t>
            </a:r>
            <a:r>
              <a:rPr dirty="0" sz="2500" spc="-1780" i="1">
                <a:latin typeface="Verdana"/>
                <a:cs typeface="Verdana"/>
              </a:rPr>
              <a:t>s</a:t>
            </a:r>
            <a:r>
              <a:rPr dirty="0" sz="2500" spc="-1830" i="1">
                <a:latin typeface="Verdana"/>
                <a:cs typeface="Verdana"/>
              </a:rPr>
              <a:t>i</a:t>
            </a:r>
            <a:r>
              <a:rPr dirty="0" sz="2500" spc="-1180" i="1">
                <a:latin typeface="Verdana"/>
                <a:cs typeface="Verdana"/>
              </a:rPr>
              <a:t>d</a:t>
            </a:r>
            <a:r>
              <a:rPr dirty="0" sz="2500" spc="-335" i="1">
                <a:latin typeface="Verdana"/>
                <a:cs typeface="Verdana"/>
              </a:rPr>
              <a:t>e</a:t>
            </a:r>
            <a:r>
              <a:rPr dirty="0" sz="2500" spc="-1200" i="1">
                <a:latin typeface="Verdana"/>
                <a:cs typeface="Verdana"/>
              </a:rPr>
              <a:t>a</a:t>
            </a:r>
            <a:r>
              <a:rPr dirty="0" sz="2500" spc="-1195" i="1">
                <a:latin typeface="Verdana"/>
                <a:cs typeface="Verdana"/>
              </a:rPr>
              <a:t>n</a:t>
            </a:r>
            <a:r>
              <a:rPr dirty="0" sz="2500" spc="-1385" i="1">
                <a:latin typeface="Verdana"/>
                <a:cs typeface="Verdana"/>
              </a:rPr>
              <a:t>o</a:t>
            </a:r>
            <a:r>
              <a:rPr dirty="0" sz="2500" spc="-1445" i="1">
                <a:latin typeface="Verdana"/>
                <a:cs typeface="Verdana"/>
              </a:rPr>
              <a:t>t</a:t>
            </a:r>
            <a:r>
              <a:rPr dirty="0" sz="2500" spc="-1195" i="1">
                <a:latin typeface="Verdana"/>
                <a:cs typeface="Verdana"/>
              </a:rPr>
              <a:t>h</a:t>
            </a:r>
            <a:r>
              <a:rPr dirty="0" sz="2500" spc="-1220" i="1">
                <a:latin typeface="Verdana"/>
                <a:cs typeface="Verdana"/>
              </a:rPr>
              <a:t>e</a:t>
            </a:r>
            <a:r>
              <a:rPr dirty="0" sz="2500" spc="-325" i="1">
                <a:latin typeface="Verdana"/>
                <a:cs typeface="Verdana"/>
              </a:rPr>
              <a:t>r</a:t>
            </a:r>
            <a:r>
              <a:rPr dirty="0" sz="2500" spc="-1195" i="1">
                <a:latin typeface="Verdana"/>
                <a:cs typeface="Verdana"/>
              </a:rPr>
              <a:t>u</a:t>
            </a:r>
            <a:r>
              <a:rPr dirty="0" sz="2500" spc="-1250" i="1">
                <a:latin typeface="Verdana"/>
                <a:cs typeface="Verdana"/>
              </a:rPr>
              <a:t>s</a:t>
            </a:r>
            <a:r>
              <a:rPr dirty="0" sz="2500" spc="-305" i="1">
                <a:latin typeface="Verdana"/>
                <a:cs typeface="Verdana"/>
              </a:rPr>
              <a:t>e</a:t>
            </a:r>
            <a:r>
              <a:rPr dirty="0" sz="2500" spc="-1190" i="1">
                <a:latin typeface="Verdana"/>
                <a:cs typeface="Verdana"/>
              </a:rPr>
              <a:t>c</a:t>
            </a:r>
            <a:r>
              <a:rPr dirty="0" sz="2500" spc="-1230" i="1">
                <a:latin typeface="Verdana"/>
                <a:cs typeface="Verdana"/>
              </a:rPr>
              <a:t>a</a:t>
            </a:r>
            <a:r>
              <a:rPr dirty="0" sz="2500" spc="-1220" i="1">
                <a:latin typeface="Verdana"/>
                <a:cs typeface="Verdana"/>
              </a:rPr>
              <a:t>se</a:t>
            </a:r>
            <a:r>
              <a:rPr dirty="0" sz="2500" spc="-15" i="1">
                <a:latin typeface="Verdana"/>
                <a:cs typeface="Verdana"/>
              </a:rPr>
              <a:t>.</a:t>
            </a:r>
            <a:endParaRPr sz="25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55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pc="-10"/>
              <a:t>Extension</a:t>
            </a:r>
          </a:p>
          <a:p>
            <a:pPr lvl="1" marL="734695" marR="5080" indent="-265430">
              <a:lnSpc>
                <a:spcPts val="2590"/>
              </a:lnSpc>
              <a:spcBef>
                <a:spcPts val="625"/>
              </a:spcBef>
              <a:buClr>
                <a:srgbClr val="FF0000"/>
              </a:buClr>
              <a:buSzPct val="52000"/>
              <a:buFont typeface="Times New Roman"/>
              <a:buChar char="■"/>
              <a:tabLst>
                <a:tab pos="734695" algn="l"/>
              </a:tabLst>
            </a:pPr>
            <a:r>
              <a:rPr dirty="0" sz="2500" spc="-1245" i="1">
                <a:latin typeface="Verdana"/>
                <a:cs typeface="Verdana"/>
              </a:rPr>
              <a:t>A</a:t>
            </a:r>
            <a:r>
              <a:rPr dirty="0" sz="2500" spc="-1880" i="1">
                <a:latin typeface="Verdana"/>
                <a:cs typeface="Verdana"/>
              </a:rPr>
              <a:t>ll</a:t>
            </a:r>
            <a:r>
              <a:rPr dirty="0" sz="2500" spc="-1200" i="1">
                <a:latin typeface="Verdana"/>
                <a:cs typeface="Verdana"/>
              </a:rPr>
              <a:t>o</a:t>
            </a:r>
            <a:r>
              <a:rPr dirty="0" sz="2500" spc="-1230" i="1">
                <a:latin typeface="Verdana"/>
                <a:cs typeface="Verdana"/>
              </a:rPr>
              <a:t>w</a:t>
            </a:r>
            <a:r>
              <a:rPr dirty="0" sz="2500" spc="-390" i="1">
                <a:latin typeface="Verdana"/>
                <a:cs typeface="Verdana"/>
              </a:rPr>
              <a:t>s</a:t>
            </a:r>
            <a:r>
              <a:rPr dirty="0" sz="2500" spc="-1390" i="1">
                <a:latin typeface="Verdana"/>
                <a:cs typeface="Verdana"/>
              </a:rPr>
              <a:t>c</a:t>
            </a:r>
            <a:r>
              <a:rPr dirty="0" sz="2500" spc="-1450" i="1">
                <a:latin typeface="Verdana"/>
                <a:cs typeface="Verdana"/>
              </a:rPr>
              <a:t>r</a:t>
            </a:r>
            <a:r>
              <a:rPr dirty="0" sz="2500" spc="-1270" i="1">
                <a:latin typeface="Verdana"/>
                <a:cs typeface="Verdana"/>
              </a:rPr>
              <a:t>e</a:t>
            </a:r>
            <a:r>
              <a:rPr dirty="0" sz="2500" spc="-1490" i="1">
                <a:latin typeface="Verdana"/>
                <a:cs typeface="Verdana"/>
              </a:rPr>
              <a:t>a</a:t>
            </a:r>
            <a:r>
              <a:rPr dirty="0" sz="2500" spc="-2090" i="1">
                <a:latin typeface="Verdana"/>
                <a:cs typeface="Verdana"/>
              </a:rPr>
              <a:t>t</a:t>
            </a:r>
            <a:r>
              <a:rPr dirty="0" sz="2500" spc="-1880" i="1">
                <a:latin typeface="Verdana"/>
                <a:cs typeface="Verdana"/>
              </a:rPr>
              <a:t>i</a:t>
            </a:r>
            <a:r>
              <a:rPr dirty="0" sz="2500" spc="-1245" i="1">
                <a:latin typeface="Verdana"/>
                <a:cs typeface="Verdana"/>
              </a:rPr>
              <a:t>n</a:t>
            </a:r>
            <a:r>
              <a:rPr dirty="0" sz="2500" spc="-340" i="1">
                <a:latin typeface="Verdana"/>
                <a:cs typeface="Verdana"/>
              </a:rPr>
              <a:t>g</a:t>
            </a:r>
            <a:r>
              <a:rPr dirty="0" sz="2500" spc="-350" i="1">
                <a:latin typeface="Verdana"/>
                <a:cs typeface="Verdana"/>
              </a:rPr>
              <a:t>a</a:t>
            </a:r>
            <a:r>
              <a:rPr dirty="0" sz="2500" spc="-1245" i="1">
                <a:latin typeface="Verdana"/>
                <a:cs typeface="Verdana"/>
              </a:rPr>
              <a:t>n</a:t>
            </a:r>
            <a:r>
              <a:rPr dirty="0" sz="2500" spc="-1270" i="1">
                <a:latin typeface="Verdana"/>
                <a:cs typeface="Verdana"/>
              </a:rPr>
              <a:t>e</a:t>
            </a:r>
            <a:r>
              <a:rPr dirty="0" sz="2500" spc="-335" i="1">
                <a:latin typeface="Verdana"/>
                <a:cs typeface="Verdana"/>
              </a:rPr>
              <a:t>w</a:t>
            </a:r>
            <a:r>
              <a:rPr dirty="0" sz="2500" spc="-1245" i="1">
                <a:latin typeface="Verdana"/>
                <a:cs typeface="Verdana"/>
              </a:rPr>
              <a:t>u</a:t>
            </a:r>
            <a:r>
              <a:rPr dirty="0" sz="2500" spc="-1300" i="1">
                <a:latin typeface="Verdana"/>
                <a:cs typeface="Verdana"/>
              </a:rPr>
              <a:t>s</a:t>
            </a:r>
            <a:r>
              <a:rPr dirty="0" sz="2500" spc="-355" i="1">
                <a:latin typeface="Verdana"/>
                <a:cs typeface="Verdana"/>
              </a:rPr>
              <a:t>e</a:t>
            </a:r>
            <a:r>
              <a:rPr dirty="0" sz="2500" spc="-1240" i="1">
                <a:latin typeface="Verdana"/>
                <a:cs typeface="Verdana"/>
              </a:rPr>
              <a:t>c</a:t>
            </a:r>
            <a:r>
              <a:rPr dirty="0" sz="2500" spc="-1250" i="1">
                <a:latin typeface="Verdana"/>
                <a:cs typeface="Verdana"/>
              </a:rPr>
              <a:t>a</a:t>
            </a:r>
            <a:r>
              <a:rPr dirty="0" sz="2500" spc="-1300" i="1">
                <a:latin typeface="Verdana"/>
                <a:cs typeface="Verdana"/>
              </a:rPr>
              <a:t>s</a:t>
            </a:r>
            <a:r>
              <a:rPr dirty="0" sz="2500" spc="-325" i="1">
                <a:latin typeface="Verdana"/>
                <a:cs typeface="Verdana"/>
              </a:rPr>
              <a:t>e</a:t>
            </a:r>
            <a:r>
              <a:rPr dirty="0" sz="2500" spc="-1260" i="1">
                <a:latin typeface="Verdana"/>
                <a:cs typeface="Verdana"/>
              </a:rPr>
              <a:t>b</a:t>
            </a:r>
            <a:r>
              <a:rPr dirty="0" sz="2500" spc="-370" i="1">
                <a:latin typeface="Verdana"/>
                <a:cs typeface="Verdana"/>
              </a:rPr>
              <a:t>y</a:t>
            </a:r>
            <a:r>
              <a:rPr dirty="0" sz="2500" spc="-1455" i="1">
                <a:latin typeface="Verdana"/>
                <a:cs typeface="Verdana"/>
              </a:rPr>
              <a:t>a</a:t>
            </a:r>
            <a:r>
              <a:rPr dirty="0" sz="2500" spc="-1055" i="1">
                <a:latin typeface="Verdana"/>
                <a:cs typeface="Verdana"/>
              </a:rPr>
              <a:t>d</a:t>
            </a:r>
            <a:r>
              <a:rPr dirty="0" sz="2500" spc="-1750" i="1">
                <a:latin typeface="Verdana"/>
                <a:cs typeface="Verdana"/>
              </a:rPr>
              <a:t>d</a:t>
            </a:r>
            <a:r>
              <a:rPr dirty="0" sz="2500" spc="-1880" i="1">
                <a:latin typeface="Verdana"/>
                <a:cs typeface="Verdana"/>
              </a:rPr>
              <a:t>i</a:t>
            </a:r>
            <a:r>
              <a:rPr dirty="0" sz="2500" spc="-1245" i="1">
                <a:latin typeface="Verdana"/>
                <a:cs typeface="Verdana"/>
              </a:rPr>
              <a:t>n</a:t>
            </a:r>
            <a:r>
              <a:rPr dirty="0" sz="2500" spc="-395" i="1">
                <a:latin typeface="Verdana"/>
                <a:cs typeface="Verdana"/>
              </a:rPr>
              <a:t>g</a:t>
            </a:r>
            <a:r>
              <a:rPr dirty="0" sz="2500" spc="-1515" i="1">
                <a:latin typeface="Verdana"/>
                <a:cs typeface="Verdana"/>
              </a:rPr>
              <a:t>s</a:t>
            </a:r>
            <a:r>
              <a:rPr dirty="0" sz="2500" spc="-1555" i="1">
                <a:latin typeface="Verdana"/>
                <a:cs typeface="Verdana"/>
              </a:rPr>
              <a:t>t</a:t>
            </a:r>
            <a:r>
              <a:rPr dirty="0" sz="2500" spc="-1240" i="1">
                <a:latin typeface="Verdana"/>
                <a:cs typeface="Verdana"/>
              </a:rPr>
              <a:t>e</a:t>
            </a:r>
            <a:r>
              <a:rPr dirty="0" sz="2500" spc="-1260" i="1">
                <a:latin typeface="Verdana"/>
                <a:cs typeface="Verdana"/>
              </a:rPr>
              <a:t>p</a:t>
            </a:r>
            <a:r>
              <a:rPr dirty="0" sz="2500" spc="-575" i="1">
                <a:latin typeface="Verdana"/>
                <a:cs typeface="Verdana"/>
              </a:rPr>
              <a:t>s</a:t>
            </a:r>
            <a:r>
              <a:rPr dirty="0" sz="2500" spc="-1495" i="1">
                <a:latin typeface="Verdana"/>
                <a:cs typeface="Verdana"/>
              </a:rPr>
              <a:t>t</a:t>
            </a:r>
            <a:r>
              <a:rPr dirty="0" sz="2500" spc="-65" i="1">
                <a:latin typeface="Verdana"/>
                <a:cs typeface="Verdana"/>
              </a:rPr>
              <a:t>o</a:t>
            </a:r>
            <a:r>
              <a:rPr dirty="0" sz="2500" spc="625" i="1">
                <a:latin typeface="Verdana"/>
                <a:cs typeface="Verdana"/>
              </a:rPr>
              <a:t>                      </a:t>
            </a:r>
            <a:r>
              <a:rPr dirty="0" sz="2500" spc="-1195" i="1">
                <a:latin typeface="Verdana"/>
                <a:cs typeface="Verdana"/>
              </a:rPr>
              <a:t>e</a:t>
            </a:r>
            <a:r>
              <a:rPr dirty="0" sz="2500" spc="-1764" i="1">
                <a:latin typeface="Verdana"/>
                <a:cs typeface="Verdana"/>
              </a:rPr>
              <a:t>x</a:t>
            </a:r>
            <a:r>
              <a:rPr dirty="0" sz="2500" spc="-1805" i="1">
                <a:latin typeface="Verdana"/>
                <a:cs typeface="Verdana"/>
              </a:rPr>
              <a:t>i</a:t>
            </a:r>
            <a:r>
              <a:rPr dirty="0" sz="2500" spc="-1440" i="1">
                <a:latin typeface="Verdana"/>
                <a:cs typeface="Verdana"/>
              </a:rPr>
              <a:t>s</a:t>
            </a:r>
            <a:r>
              <a:rPr dirty="0" sz="2500" spc="-1960" i="1">
                <a:latin typeface="Verdana"/>
                <a:cs typeface="Verdana"/>
              </a:rPr>
              <a:t>t</a:t>
            </a:r>
            <a:r>
              <a:rPr dirty="0" sz="2500" spc="-1805" i="1">
                <a:latin typeface="Verdana"/>
                <a:cs typeface="Verdana"/>
              </a:rPr>
              <a:t>i</a:t>
            </a:r>
            <a:r>
              <a:rPr dirty="0" sz="2500" spc="-1170" i="1">
                <a:latin typeface="Verdana"/>
                <a:cs typeface="Verdana"/>
              </a:rPr>
              <a:t>n</a:t>
            </a:r>
            <a:r>
              <a:rPr dirty="0" sz="2500" spc="-290" i="1">
                <a:latin typeface="Verdana"/>
                <a:cs typeface="Verdana"/>
              </a:rPr>
              <a:t>g</a:t>
            </a:r>
            <a:r>
              <a:rPr dirty="0" sz="2500" spc="-1170" i="1">
                <a:latin typeface="Verdana"/>
                <a:cs typeface="Verdana"/>
              </a:rPr>
              <a:t>u</a:t>
            </a:r>
            <a:r>
              <a:rPr dirty="0" sz="2500" spc="-1225" i="1">
                <a:latin typeface="Verdana"/>
                <a:cs typeface="Verdana"/>
              </a:rPr>
              <a:t>s</a:t>
            </a:r>
            <a:r>
              <a:rPr dirty="0" sz="2500" spc="-280" i="1">
                <a:latin typeface="Verdana"/>
                <a:cs typeface="Verdana"/>
              </a:rPr>
              <a:t>e</a:t>
            </a:r>
            <a:r>
              <a:rPr dirty="0" sz="2500" spc="-1165" i="1">
                <a:latin typeface="Verdana"/>
                <a:cs typeface="Verdana"/>
              </a:rPr>
              <a:t>c</a:t>
            </a:r>
            <a:r>
              <a:rPr dirty="0" sz="2500" spc="-1175" i="1">
                <a:latin typeface="Verdana"/>
                <a:cs typeface="Verdana"/>
              </a:rPr>
              <a:t>a</a:t>
            </a:r>
            <a:r>
              <a:rPr dirty="0" sz="2500" spc="-1225" i="1">
                <a:latin typeface="Verdana"/>
                <a:cs typeface="Verdana"/>
              </a:rPr>
              <a:t>s</a:t>
            </a:r>
            <a:r>
              <a:rPr dirty="0" sz="2500" spc="-1165" i="1">
                <a:latin typeface="Verdana"/>
                <a:cs typeface="Verdana"/>
              </a:rPr>
              <a:t>e</a:t>
            </a:r>
            <a:r>
              <a:rPr dirty="0" sz="2500" spc="10" i="1">
                <a:latin typeface="Verdana"/>
                <a:cs typeface="Verdana"/>
              </a:rPr>
              <a:t>s</a:t>
            </a:r>
            <a:endParaRPr sz="25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Clr>
                <a:srgbClr val="FFCF01"/>
              </a:buClr>
              <a:buSzPct val="59375"/>
              <a:buFont typeface="Times New Roman"/>
              <a:buChar char="■"/>
              <a:tabLst>
                <a:tab pos="354965" algn="l"/>
              </a:tabLst>
            </a:pPr>
            <a:r>
              <a:rPr dirty="0" spc="-10"/>
              <a:t>Generalization</a:t>
            </a:r>
          </a:p>
          <a:p>
            <a:pPr lvl="1" marL="734695" indent="-264795">
              <a:lnSpc>
                <a:spcPts val="2795"/>
              </a:lnSpc>
              <a:spcBef>
                <a:spcPts val="195"/>
              </a:spcBef>
              <a:buClr>
                <a:srgbClr val="FF0000"/>
              </a:buClr>
              <a:buSzPct val="52000"/>
              <a:buFont typeface="Times New Roman"/>
              <a:buChar char="■"/>
              <a:tabLst>
                <a:tab pos="734695" algn="l"/>
              </a:tabLst>
            </a:pPr>
            <a:r>
              <a:rPr dirty="0" sz="2500" spc="-1235" i="1">
                <a:latin typeface="Verdana"/>
                <a:cs typeface="Verdana"/>
              </a:rPr>
              <a:t>A</a:t>
            </a:r>
            <a:r>
              <a:rPr dirty="0" sz="2500" spc="-1870" i="1">
                <a:latin typeface="Verdana"/>
                <a:cs typeface="Verdana"/>
              </a:rPr>
              <a:t>ll</a:t>
            </a:r>
            <a:r>
              <a:rPr dirty="0" sz="2500" spc="-1190" i="1">
                <a:latin typeface="Verdana"/>
                <a:cs typeface="Verdana"/>
              </a:rPr>
              <a:t>o</a:t>
            </a:r>
            <a:r>
              <a:rPr dirty="0" sz="2500" spc="-1220" i="1">
                <a:latin typeface="Verdana"/>
                <a:cs typeface="Verdana"/>
              </a:rPr>
              <a:t>w</a:t>
            </a:r>
            <a:r>
              <a:rPr dirty="0" sz="2500" spc="-380" i="1">
                <a:latin typeface="Verdana"/>
                <a:cs typeface="Verdana"/>
              </a:rPr>
              <a:t>s</a:t>
            </a:r>
            <a:r>
              <a:rPr dirty="0" sz="2500" spc="-1230" i="1">
                <a:latin typeface="Verdana"/>
                <a:cs typeface="Verdana"/>
              </a:rPr>
              <a:t>c</a:t>
            </a:r>
            <a:r>
              <a:rPr dirty="0" sz="2500" spc="-1755" i="1">
                <a:latin typeface="Verdana"/>
                <a:cs typeface="Verdana"/>
              </a:rPr>
              <a:t>h</a:t>
            </a:r>
            <a:r>
              <a:rPr dirty="0" sz="2500" spc="-2480" i="1">
                <a:latin typeface="Verdana"/>
                <a:cs typeface="Verdana"/>
              </a:rPr>
              <a:t>i</a:t>
            </a:r>
            <a:r>
              <a:rPr dirty="0" sz="2500" spc="-1870" i="1">
                <a:latin typeface="Verdana"/>
                <a:cs typeface="Verdana"/>
              </a:rPr>
              <a:t>l</a:t>
            </a:r>
            <a:r>
              <a:rPr dirty="0" sz="2500" spc="-330" i="1">
                <a:latin typeface="Verdana"/>
                <a:cs typeface="Verdana"/>
              </a:rPr>
              <a:t>d</a:t>
            </a:r>
            <a:r>
              <a:rPr dirty="0" sz="2500" spc="-1235" i="1">
                <a:latin typeface="Verdana"/>
                <a:cs typeface="Verdana"/>
              </a:rPr>
              <a:t>u</a:t>
            </a:r>
            <a:r>
              <a:rPr dirty="0" sz="2500" spc="-1290" i="1">
                <a:latin typeface="Verdana"/>
                <a:cs typeface="Verdana"/>
              </a:rPr>
              <a:t>s</a:t>
            </a:r>
            <a:r>
              <a:rPr dirty="0" sz="2500" spc="-345" i="1">
                <a:latin typeface="Verdana"/>
                <a:cs typeface="Verdana"/>
              </a:rPr>
              <a:t>e</a:t>
            </a:r>
            <a:r>
              <a:rPr dirty="0" sz="2500" spc="-1230" i="1">
                <a:latin typeface="Verdana"/>
                <a:cs typeface="Verdana"/>
              </a:rPr>
              <a:t>c</a:t>
            </a:r>
            <a:r>
              <a:rPr dirty="0" sz="2500" spc="-1240" i="1">
                <a:latin typeface="Verdana"/>
                <a:cs typeface="Verdana"/>
              </a:rPr>
              <a:t>a</a:t>
            </a:r>
            <a:r>
              <a:rPr dirty="0" sz="2500" spc="-1290" i="1">
                <a:latin typeface="Verdana"/>
                <a:cs typeface="Verdana"/>
              </a:rPr>
              <a:t>s</a:t>
            </a:r>
            <a:r>
              <a:rPr dirty="0" sz="2500" spc="-1230" i="1">
                <a:latin typeface="Verdana"/>
                <a:cs typeface="Verdana"/>
              </a:rPr>
              <a:t>e</a:t>
            </a:r>
            <a:r>
              <a:rPr dirty="0" sz="2500" spc="-565" i="1">
                <a:latin typeface="Verdana"/>
                <a:cs typeface="Verdana"/>
              </a:rPr>
              <a:t>s</a:t>
            </a:r>
            <a:r>
              <a:rPr dirty="0" sz="2500" spc="-1545" i="1">
                <a:latin typeface="Verdana"/>
                <a:cs typeface="Verdana"/>
              </a:rPr>
              <a:t>t</a:t>
            </a:r>
            <a:r>
              <a:rPr dirty="0" sz="2500" spc="-865" i="1">
                <a:latin typeface="Verdana"/>
                <a:cs typeface="Verdana"/>
              </a:rPr>
              <a:t>o</a:t>
            </a:r>
            <a:r>
              <a:rPr dirty="0" sz="2500" spc="-1870" i="1">
                <a:latin typeface="Verdana"/>
                <a:cs typeface="Verdana"/>
              </a:rPr>
              <a:t>i</a:t>
            </a:r>
            <a:r>
              <a:rPr dirty="0" sz="2500" spc="-1235" i="1">
                <a:latin typeface="Verdana"/>
                <a:cs typeface="Verdana"/>
              </a:rPr>
              <a:t>nh</a:t>
            </a:r>
            <a:r>
              <a:rPr dirty="0" sz="2500" spc="-1380" i="1">
                <a:latin typeface="Verdana"/>
                <a:cs typeface="Verdana"/>
              </a:rPr>
              <a:t>e</a:t>
            </a:r>
            <a:r>
              <a:rPr dirty="0" sz="2500" spc="-1985" i="1">
                <a:latin typeface="Verdana"/>
                <a:cs typeface="Verdana"/>
              </a:rPr>
              <a:t>r</a:t>
            </a:r>
            <a:r>
              <a:rPr dirty="0" sz="2500" spc="-1870" i="1">
                <a:latin typeface="Verdana"/>
                <a:cs typeface="Verdana"/>
              </a:rPr>
              <a:t>i</a:t>
            </a:r>
            <a:r>
              <a:rPr dirty="0" sz="2500" spc="-380" i="1">
                <a:latin typeface="Verdana"/>
                <a:cs typeface="Verdana"/>
              </a:rPr>
              <a:t>t</a:t>
            </a:r>
            <a:r>
              <a:rPr dirty="0" sz="2500" spc="-1220" i="1">
                <a:latin typeface="Verdana"/>
                <a:cs typeface="Verdana"/>
              </a:rPr>
              <a:t>b</a:t>
            </a:r>
            <a:r>
              <a:rPr dirty="0" sz="2500" spc="-1260" i="1">
                <a:latin typeface="Verdana"/>
                <a:cs typeface="Verdana"/>
              </a:rPr>
              <a:t>e</a:t>
            </a:r>
            <a:r>
              <a:rPr dirty="0" sz="2500" spc="-1235" i="1">
                <a:latin typeface="Verdana"/>
                <a:cs typeface="Verdana"/>
              </a:rPr>
              <a:t>h</a:t>
            </a:r>
            <a:r>
              <a:rPr dirty="0" sz="2500" spc="-1270" i="1">
                <a:latin typeface="Verdana"/>
                <a:cs typeface="Verdana"/>
              </a:rPr>
              <a:t>a</a:t>
            </a:r>
            <a:r>
              <a:rPr dirty="0" sz="2500" spc="-1814" i="1">
                <a:latin typeface="Verdana"/>
                <a:cs typeface="Verdana"/>
              </a:rPr>
              <a:t>v</a:t>
            </a:r>
            <a:r>
              <a:rPr dirty="0" sz="2500" spc="-1870" i="1">
                <a:latin typeface="Verdana"/>
                <a:cs typeface="Verdana"/>
              </a:rPr>
              <a:t>i</a:t>
            </a:r>
            <a:r>
              <a:rPr dirty="0" sz="2500" spc="-1190" i="1">
                <a:latin typeface="Verdana"/>
                <a:cs typeface="Verdana"/>
              </a:rPr>
              <a:t>o</a:t>
            </a:r>
            <a:r>
              <a:rPr dirty="0" sz="2500" spc="-700" i="1">
                <a:latin typeface="Verdana"/>
                <a:cs typeface="Verdana"/>
              </a:rPr>
              <a:t>r</a:t>
            </a:r>
            <a:r>
              <a:rPr dirty="0" sz="2500" spc="-1650" i="1">
                <a:latin typeface="Verdana"/>
                <a:cs typeface="Verdana"/>
              </a:rPr>
              <a:t>f</a:t>
            </a:r>
            <a:r>
              <a:rPr dirty="0" sz="2500" spc="-1440" i="1">
                <a:latin typeface="Verdana"/>
                <a:cs typeface="Verdana"/>
              </a:rPr>
              <a:t>r</a:t>
            </a:r>
            <a:r>
              <a:rPr dirty="0" sz="2500" spc="-1190" i="1">
                <a:latin typeface="Verdana"/>
                <a:cs typeface="Verdana"/>
              </a:rPr>
              <a:t>o</a:t>
            </a:r>
            <a:r>
              <a:rPr dirty="0" sz="2500" spc="-55" i="1">
                <a:latin typeface="Verdana"/>
                <a:cs typeface="Verdana"/>
              </a:rPr>
              <a:t>m</a:t>
            </a:r>
            <a:endParaRPr sz="2500">
              <a:latin typeface="Verdana"/>
              <a:cs typeface="Verdana"/>
            </a:endParaRPr>
          </a:p>
          <a:p>
            <a:pPr marL="734695">
              <a:lnSpc>
                <a:spcPts val="2795"/>
              </a:lnSpc>
            </a:pPr>
            <a:r>
              <a:rPr dirty="0" sz="2500" spc="-1245" i="1">
                <a:latin typeface="Verdana"/>
                <a:cs typeface="Verdana"/>
              </a:rPr>
              <a:t>p</a:t>
            </a:r>
            <a:r>
              <a:rPr dirty="0" sz="2500" spc="-1415" i="1">
                <a:latin typeface="Verdana"/>
                <a:cs typeface="Verdana"/>
              </a:rPr>
              <a:t>a</a:t>
            </a:r>
            <a:r>
              <a:rPr dirty="0" sz="2500" spc="-1495" i="1">
                <a:latin typeface="Verdana"/>
                <a:cs typeface="Verdana"/>
              </a:rPr>
              <a:t>r</a:t>
            </a:r>
            <a:r>
              <a:rPr dirty="0" sz="2500" spc="-1225" i="1">
                <a:latin typeface="Verdana"/>
                <a:cs typeface="Verdana"/>
              </a:rPr>
              <a:t>e</a:t>
            </a:r>
            <a:r>
              <a:rPr dirty="0" sz="2500" spc="-1230" i="1">
                <a:latin typeface="Verdana"/>
                <a:cs typeface="Verdana"/>
              </a:rPr>
              <a:t>n</a:t>
            </a:r>
            <a:r>
              <a:rPr dirty="0" sz="2500" spc="-375" i="1">
                <a:latin typeface="Verdana"/>
                <a:cs typeface="Verdana"/>
              </a:rPr>
              <a:t>t</a:t>
            </a:r>
            <a:r>
              <a:rPr dirty="0" sz="2500" spc="-1230" i="1">
                <a:latin typeface="Verdana"/>
                <a:cs typeface="Verdana"/>
              </a:rPr>
              <a:t>u</a:t>
            </a:r>
            <a:r>
              <a:rPr dirty="0" sz="2500" spc="-1285" i="1">
                <a:latin typeface="Verdana"/>
                <a:cs typeface="Verdana"/>
              </a:rPr>
              <a:t>s</a:t>
            </a:r>
            <a:r>
              <a:rPr dirty="0" sz="2500" spc="-340" i="1">
                <a:latin typeface="Verdana"/>
                <a:cs typeface="Verdana"/>
              </a:rPr>
              <a:t>e</a:t>
            </a:r>
            <a:r>
              <a:rPr dirty="0" sz="2500" spc="-1225" i="1">
                <a:latin typeface="Verdana"/>
                <a:cs typeface="Verdana"/>
              </a:rPr>
              <a:t>c</a:t>
            </a:r>
            <a:r>
              <a:rPr dirty="0" sz="2500" spc="-1235" i="1">
                <a:latin typeface="Verdana"/>
                <a:cs typeface="Verdana"/>
              </a:rPr>
              <a:t>a</a:t>
            </a:r>
            <a:r>
              <a:rPr dirty="0" sz="2500" spc="-1285" i="1">
                <a:latin typeface="Verdana"/>
                <a:cs typeface="Verdana"/>
              </a:rPr>
              <a:t>s</a:t>
            </a:r>
            <a:r>
              <a:rPr dirty="0" sz="2500" spc="-1225" i="1">
                <a:latin typeface="Verdana"/>
                <a:cs typeface="Verdana"/>
              </a:rPr>
              <a:t>e</a:t>
            </a:r>
            <a:r>
              <a:rPr dirty="0" sz="2500" spc="-50" i="1">
                <a:latin typeface="Verdana"/>
                <a:cs typeface="Verdana"/>
              </a:rPr>
              <a:t>s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332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Use</a:t>
            </a:r>
            <a:r>
              <a:rPr dirty="0" sz="4000" spc="-50"/>
              <a:t> </a:t>
            </a:r>
            <a:r>
              <a:rPr dirty="0" sz="4000"/>
              <a:t>Case</a:t>
            </a:r>
            <a:r>
              <a:rPr dirty="0" sz="4000" spc="-90"/>
              <a:t> </a:t>
            </a:r>
            <a:r>
              <a:rPr dirty="0" sz="4000"/>
              <a:t>–</a:t>
            </a:r>
            <a:r>
              <a:rPr dirty="0" sz="4000" spc="-45"/>
              <a:t> </a:t>
            </a:r>
            <a:r>
              <a:rPr dirty="0" sz="4000"/>
              <a:t>Example</a:t>
            </a:r>
            <a:r>
              <a:rPr dirty="0" sz="4000" spc="-50"/>
              <a:t> </a:t>
            </a:r>
            <a:r>
              <a:rPr dirty="0" sz="4000"/>
              <a:t>(self</a:t>
            </a:r>
            <a:r>
              <a:rPr dirty="0" sz="4000" spc="-20"/>
              <a:t> </a:t>
            </a:r>
            <a:r>
              <a:rPr dirty="0" sz="4000" spc="-10"/>
              <a:t>service machine)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2288158" y="4785995"/>
            <a:ext cx="2696210" cy="1324610"/>
            <a:chOff x="2288158" y="4785995"/>
            <a:chExt cx="2696210" cy="1324610"/>
          </a:xfrm>
        </p:grpSpPr>
        <p:sp>
          <p:nvSpPr>
            <p:cNvPr id="4" name="object 4" descr=""/>
            <p:cNvSpPr/>
            <p:nvPr/>
          </p:nvSpPr>
          <p:spPr>
            <a:xfrm>
              <a:off x="2302763" y="4800600"/>
              <a:ext cx="2667000" cy="1295400"/>
            </a:xfrm>
            <a:custGeom>
              <a:avLst/>
              <a:gdLst/>
              <a:ahLst/>
              <a:cxnLst/>
              <a:rect l="l" t="t" r="r" b="b"/>
              <a:pathLst>
                <a:path w="2667000" h="1295400">
                  <a:moveTo>
                    <a:pt x="0" y="0"/>
                  </a:moveTo>
                  <a:lnTo>
                    <a:pt x="2667000" y="0"/>
                  </a:lnTo>
                  <a:lnTo>
                    <a:pt x="26670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683764" y="5486400"/>
              <a:ext cx="1981200" cy="457200"/>
            </a:xfrm>
            <a:custGeom>
              <a:avLst/>
              <a:gdLst/>
              <a:ahLst/>
              <a:cxnLst/>
              <a:rect l="l" t="t" r="r" b="b"/>
              <a:pathLst>
                <a:path w="1981200" h="457200">
                  <a:moveTo>
                    <a:pt x="0" y="228600"/>
                  </a:moveTo>
                  <a:lnTo>
                    <a:pt x="23878" y="178875"/>
                  </a:lnTo>
                  <a:lnTo>
                    <a:pt x="64732" y="147666"/>
                  </a:lnTo>
                  <a:lnTo>
                    <a:pt x="123746" y="118443"/>
                  </a:lnTo>
                  <a:lnTo>
                    <a:pt x="159586" y="104692"/>
                  </a:lnTo>
                  <a:lnTo>
                    <a:pt x="199390" y="91576"/>
                  </a:lnTo>
                  <a:lnTo>
                    <a:pt x="242969" y="79142"/>
                  </a:lnTo>
                  <a:lnTo>
                    <a:pt x="290131" y="67436"/>
                  </a:lnTo>
                  <a:lnTo>
                    <a:pt x="340684" y="56505"/>
                  </a:lnTo>
                  <a:lnTo>
                    <a:pt x="394437" y="46395"/>
                  </a:lnTo>
                  <a:lnTo>
                    <a:pt x="451197" y="37153"/>
                  </a:lnTo>
                  <a:lnTo>
                    <a:pt x="510775" y="28824"/>
                  </a:lnTo>
                  <a:lnTo>
                    <a:pt x="572978" y="21455"/>
                  </a:lnTo>
                  <a:lnTo>
                    <a:pt x="637614" y="15092"/>
                  </a:lnTo>
                  <a:lnTo>
                    <a:pt x="704493" y="9782"/>
                  </a:lnTo>
                  <a:lnTo>
                    <a:pt x="773422" y="5572"/>
                  </a:lnTo>
                  <a:lnTo>
                    <a:pt x="844211" y="2507"/>
                  </a:lnTo>
                  <a:lnTo>
                    <a:pt x="916667" y="634"/>
                  </a:lnTo>
                  <a:lnTo>
                    <a:pt x="990600" y="0"/>
                  </a:lnTo>
                  <a:lnTo>
                    <a:pt x="1064532" y="634"/>
                  </a:lnTo>
                  <a:lnTo>
                    <a:pt x="1136988" y="2507"/>
                  </a:lnTo>
                  <a:lnTo>
                    <a:pt x="1207777" y="5572"/>
                  </a:lnTo>
                  <a:lnTo>
                    <a:pt x="1276706" y="9782"/>
                  </a:lnTo>
                  <a:lnTo>
                    <a:pt x="1343585" y="15092"/>
                  </a:lnTo>
                  <a:lnTo>
                    <a:pt x="1408221" y="21455"/>
                  </a:lnTo>
                  <a:lnTo>
                    <a:pt x="1470424" y="28824"/>
                  </a:lnTo>
                  <a:lnTo>
                    <a:pt x="1530002" y="37153"/>
                  </a:lnTo>
                  <a:lnTo>
                    <a:pt x="1586762" y="46395"/>
                  </a:lnTo>
                  <a:lnTo>
                    <a:pt x="1640515" y="56505"/>
                  </a:lnTo>
                  <a:lnTo>
                    <a:pt x="1691068" y="67437"/>
                  </a:lnTo>
                  <a:lnTo>
                    <a:pt x="1738230" y="79142"/>
                  </a:lnTo>
                  <a:lnTo>
                    <a:pt x="1781809" y="91576"/>
                  </a:lnTo>
                  <a:lnTo>
                    <a:pt x="1821613" y="104692"/>
                  </a:lnTo>
                  <a:lnTo>
                    <a:pt x="1857453" y="118443"/>
                  </a:lnTo>
                  <a:lnTo>
                    <a:pt x="1916467" y="147666"/>
                  </a:lnTo>
                  <a:lnTo>
                    <a:pt x="1957321" y="178875"/>
                  </a:lnTo>
                  <a:lnTo>
                    <a:pt x="1978483" y="211698"/>
                  </a:lnTo>
                  <a:lnTo>
                    <a:pt x="1981200" y="228600"/>
                  </a:lnTo>
                  <a:lnTo>
                    <a:pt x="1978483" y="245690"/>
                  </a:lnTo>
                  <a:lnTo>
                    <a:pt x="1957321" y="278789"/>
                  </a:lnTo>
                  <a:lnTo>
                    <a:pt x="1916467" y="310153"/>
                  </a:lnTo>
                  <a:lnTo>
                    <a:pt x="1857453" y="339432"/>
                  </a:lnTo>
                  <a:lnTo>
                    <a:pt x="1821613" y="353180"/>
                  </a:lnTo>
                  <a:lnTo>
                    <a:pt x="1781809" y="366276"/>
                  </a:lnTo>
                  <a:lnTo>
                    <a:pt x="1738230" y="378675"/>
                  </a:lnTo>
                  <a:lnTo>
                    <a:pt x="1691068" y="390334"/>
                  </a:lnTo>
                  <a:lnTo>
                    <a:pt x="1640515" y="401209"/>
                  </a:lnTo>
                  <a:lnTo>
                    <a:pt x="1586762" y="411256"/>
                  </a:lnTo>
                  <a:lnTo>
                    <a:pt x="1530002" y="420431"/>
                  </a:lnTo>
                  <a:lnTo>
                    <a:pt x="1470424" y="428691"/>
                  </a:lnTo>
                  <a:lnTo>
                    <a:pt x="1408221" y="435992"/>
                  </a:lnTo>
                  <a:lnTo>
                    <a:pt x="1343585" y="442289"/>
                  </a:lnTo>
                  <a:lnTo>
                    <a:pt x="1276706" y="447540"/>
                  </a:lnTo>
                  <a:lnTo>
                    <a:pt x="1207777" y="451700"/>
                  </a:lnTo>
                  <a:lnTo>
                    <a:pt x="1136988" y="454726"/>
                  </a:lnTo>
                  <a:lnTo>
                    <a:pt x="1064532" y="456574"/>
                  </a:lnTo>
                  <a:lnTo>
                    <a:pt x="990600" y="457200"/>
                  </a:lnTo>
                  <a:lnTo>
                    <a:pt x="916667" y="456574"/>
                  </a:lnTo>
                  <a:lnTo>
                    <a:pt x="844211" y="454726"/>
                  </a:lnTo>
                  <a:lnTo>
                    <a:pt x="773422" y="451700"/>
                  </a:lnTo>
                  <a:lnTo>
                    <a:pt x="704493" y="447540"/>
                  </a:lnTo>
                  <a:lnTo>
                    <a:pt x="637614" y="442289"/>
                  </a:lnTo>
                  <a:lnTo>
                    <a:pt x="572978" y="435992"/>
                  </a:lnTo>
                  <a:lnTo>
                    <a:pt x="510775" y="428691"/>
                  </a:lnTo>
                  <a:lnTo>
                    <a:pt x="451197" y="420431"/>
                  </a:lnTo>
                  <a:lnTo>
                    <a:pt x="394437" y="411256"/>
                  </a:lnTo>
                  <a:lnTo>
                    <a:pt x="340684" y="401209"/>
                  </a:lnTo>
                  <a:lnTo>
                    <a:pt x="290131" y="390334"/>
                  </a:lnTo>
                  <a:lnTo>
                    <a:pt x="242969" y="378675"/>
                  </a:lnTo>
                  <a:lnTo>
                    <a:pt x="199390" y="366276"/>
                  </a:lnTo>
                  <a:lnTo>
                    <a:pt x="159586" y="353180"/>
                  </a:lnTo>
                  <a:lnTo>
                    <a:pt x="123746" y="339432"/>
                  </a:lnTo>
                  <a:lnTo>
                    <a:pt x="64732" y="310153"/>
                  </a:lnTo>
                  <a:lnTo>
                    <a:pt x="23878" y="278789"/>
                  </a:lnTo>
                  <a:lnTo>
                    <a:pt x="2716" y="245690"/>
                  </a:lnTo>
                  <a:lnTo>
                    <a:pt x="0" y="228600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083563" y="5318760"/>
            <a:ext cx="304800" cy="619125"/>
            <a:chOff x="1083563" y="5318760"/>
            <a:chExt cx="304800" cy="61912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191" y="5318760"/>
              <a:ext cx="161544" cy="16154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83563" y="5475732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152399" y="0"/>
                  </a:moveTo>
                  <a:lnTo>
                    <a:pt x="152399" y="304800"/>
                  </a:lnTo>
                </a:path>
                <a:path w="304800" h="457200">
                  <a:moveTo>
                    <a:pt x="76200" y="457200"/>
                  </a:moveTo>
                  <a:lnTo>
                    <a:pt x="152399" y="304800"/>
                  </a:lnTo>
                  <a:lnTo>
                    <a:pt x="228599" y="457200"/>
                  </a:lnTo>
                </a:path>
                <a:path w="304800" h="457200">
                  <a:moveTo>
                    <a:pt x="0" y="76200"/>
                  </a:moveTo>
                  <a:lnTo>
                    <a:pt x="304799" y="76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204421" y="5574260"/>
            <a:ext cx="716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Restock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93153" y="6046779"/>
            <a:ext cx="93154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ahoma"/>
                <a:cs typeface="Tahoma"/>
              </a:rPr>
              <a:t>Supplier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32381" y="4929578"/>
            <a:ext cx="2371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Self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service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464563" y="571500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 h="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540763" y="2652522"/>
            <a:ext cx="3519804" cy="1324610"/>
            <a:chOff x="1540763" y="2652522"/>
            <a:chExt cx="3519804" cy="1324610"/>
          </a:xfrm>
        </p:grpSpPr>
        <p:sp>
          <p:nvSpPr>
            <p:cNvPr id="14" name="object 14" descr=""/>
            <p:cNvSpPr/>
            <p:nvPr/>
          </p:nvSpPr>
          <p:spPr>
            <a:xfrm>
              <a:off x="2378963" y="2667000"/>
              <a:ext cx="2667000" cy="1295400"/>
            </a:xfrm>
            <a:custGeom>
              <a:avLst/>
              <a:gdLst/>
              <a:ahLst/>
              <a:cxnLst/>
              <a:rect l="l" t="t" r="r" b="b"/>
              <a:pathLst>
                <a:path w="2667000" h="1295400">
                  <a:moveTo>
                    <a:pt x="0" y="0"/>
                  </a:moveTo>
                  <a:lnTo>
                    <a:pt x="2667000" y="0"/>
                  </a:lnTo>
                  <a:lnTo>
                    <a:pt x="26670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59964" y="3352800"/>
              <a:ext cx="1981200" cy="457200"/>
            </a:xfrm>
            <a:custGeom>
              <a:avLst/>
              <a:gdLst/>
              <a:ahLst/>
              <a:cxnLst/>
              <a:rect l="l" t="t" r="r" b="b"/>
              <a:pathLst>
                <a:path w="1981200" h="457200">
                  <a:moveTo>
                    <a:pt x="0" y="228600"/>
                  </a:moveTo>
                  <a:lnTo>
                    <a:pt x="23878" y="178875"/>
                  </a:lnTo>
                  <a:lnTo>
                    <a:pt x="64732" y="147666"/>
                  </a:lnTo>
                  <a:lnTo>
                    <a:pt x="123746" y="118443"/>
                  </a:lnTo>
                  <a:lnTo>
                    <a:pt x="159586" y="104692"/>
                  </a:lnTo>
                  <a:lnTo>
                    <a:pt x="199390" y="91576"/>
                  </a:lnTo>
                  <a:lnTo>
                    <a:pt x="242969" y="79142"/>
                  </a:lnTo>
                  <a:lnTo>
                    <a:pt x="290131" y="67436"/>
                  </a:lnTo>
                  <a:lnTo>
                    <a:pt x="340684" y="56505"/>
                  </a:lnTo>
                  <a:lnTo>
                    <a:pt x="394437" y="46395"/>
                  </a:lnTo>
                  <a:lnTo>
                    <a:pt x="451197" y="37153"/>
                  </a:lnTo>
                  <a:lnTo>
                    <a:pt x="510775" y="28824"/>
                  </a:lnTo>
                  <a:lnTo>
                    <a:pt x="572978" y="21455"/>
                  </a:lnTo>
                  <a:lnTo>
                    <a:pt x="637614" y="15092"/>
                  </a:lnTo>
                  <a:lnTo>
                    <a:pt x="704493" y="9782"/>
                  </a:lnTo>
                  <a:lnTo>
                    <a:pt x="773422" y="5572"/>
                  </a:lnTo>
                  <a:lnTo>
                    <a:pt x="844211" y="2507"/>
                  </a:lnTo>
                  <a:lnTo>
                    <a:pt x="916667" y="634"/>
                  </a:lnTo>
                  <a:lnTo>
                    <a:pt x="990600" y="0"/>
                  </a:lnTo>
                  <a:lnTo>
                    <a:pt x="1064532" y="634"/>
                  </a:lnTo>
                  <a:lnTo>
                    <a:pt x="1136988" y="2507"/>
                  </a:lnTo>
                  <a:lnTo>
                    <a:pt x="1207777" y="5572"/>
                  </a:lnTo>
                  <a:lnTo>
                    <a:pt x="1276706" y="9782"/>
                  </a:lnTo>
                  <a:lnTo>
                    <a:pt x="1343585" y="15092"/>
                  </a:lnTo>
                  <a:lnTo>
                    <a:pt x="1408221" y="21455"/>
                  </a:lnTo>
                  <a:lnTo>
                    <a:pt x="1470424" y="28824"/>
                  </a:lnTo>
                  <a:lnTo>
                    <a:pt x="1530002" y="37153"/>
                  </a:lnTo>
                  <a:lnTo>
                    <a:pt x="1586762" y="46395"/>
                  </a:lnTo>
                  <a:lnTo>
                    <a:pt x="1640515" y="56505"/>
                  </a:lnTo>
                  <a:lnTo>
                    <a:pt x="1691068" y="67437"/>
                  </a:lnTo>
                  <a:lnTo>
                    <a:pt x="1738230" y="79142"/>
                  </a:lnTo>
                  <a:lnTo>
                    <a:pt x="1781809" y="91576"/>
                  </a:lnTo>
                  <a:lnTo>
                    <a:pt x="1821613" y="104692"/>
                  </a:lnTo>
                  <a:lnTo>
                    <a:pt x="1857453" y="118443"/>
                  </a:lnTo>
                  <a:lnTo>
                    <a:pt x="1916467" y="147666"/>
                  </a:lnTo>
                  <a:lnTo>
                    <a:pt x="1957321" y="178875"/>
                  </a:lnTo>
                  <a:lnTo>
                    <a:pt x="1978483" y="211698"/>
                  </a:lnTo>
                  <a:lnTo>
                    <a:pt x="1981200" y="228600"/>
                  </a:lnTo>
                  <a:lnTo>
                    <a:pt x="1978483" y="245690"/>
                  </a:lnTo>
                  <a:lnTo>
                    <a:pt x="1957321" y="278789"/>
                  </a:lnTo>
                  <a:lnTo>
                    <a:pt x="1916467" y="310153"/>
                  </a:lnTo>
                  <a:lnTo>
                    <a:pt x="1857453" y="339432"/>
                  </a:lnTo>
                  <a:lnTo>
                    <a:pt x="1821613" y="353180"/>
                  </a:lnTo>
                  <a:lnTo>
                    <a:pt x="1781809" y="366276"/>
                  </a:lnTo>
                  <a:lnTo>
                    <a:pt x="1738230" y="378675"/>
                  </a:lnTo>
                  <a:lnTo>
                    <a:pt x="1691068" y="390334"/>
                  </a:lnTo>
                  <a:lnTo>
                    <a:pt x="1640515" y="401209"/>
                  </a:lnTo>
                  <a:lnTo>
                    <a:pt x="1586762" y="411256"/>
                  </a:lnTo>
                  <a:lnTo>
                    <a:pt x="1530002" y="420431"/>
                  </a:lnTo>
                  <a:lnTo>
                    <a:pt x="1470424" y="428691"/>
                  </a:lnTo>
                  <a:lnTo>
                    <a:pt x="1408221" y="435992"/>
                  </a:lnTo>
                  <a:lnTo>
                    <a:pt x="1343585" y="442289"/>
                  </a:lnTo>
                  <a:lnTo>
                    <a:pt x="1276706" y="447540"/>
                  </a:lnTo>
                  <a:lnTo>
                    <a:pt x="1207777" y="451700"/>
                  </a:lnTo>
                  <a:lnTo>
                    <a:pt x="1136988" y="454726"/>
                  </a:lnTo>
                  <a:lnTo>
                    <a:pt x="1064532" y="456574"/>
                  </a:lnTo>
                  <a:lnTo>
                    <a:pt x="990600" y="457200"/>
                  </a:lnTo>
                  <a:lnTo>
                    <a:pt x="916667" y="456574"/>
                  </a:lnTo>
                  <a:lnTo>
                    <a:pt x="844211" y="454726"/>
                  </a:lnTo>
                  <a:lnTo>
                    <a:pt x="773422" y="451700"/>
                  </a:lnTo>
                  <a:lnTo>
                    <a:pt x="704493" y="447540"/>
                  </a:lnTo>
                  <a:lnTo>
                    <a:pt x="637614" y="442289"/>
                  </a:lnTo>
                  <a:lnTo>
                    <a:pt x="572978" y="435992"/>
                  </a:lnTo>
                  <a:lnTo>
                    <a:pt x="510775" y="428691"/>
                  </a:lnTo>
                  <a:lnTo>
                    <a:pt x="451197" y="420431"/>
                  </a:lnTo>
                  <a:lnTo>
                    <a:pt x="394437" y="411256"/>
                  </a:lnTo>
                  <a:lnTo>
                    <a:pt x="340684" y="401209"/>
                  </a:lnTo>
                  <a:lnTo>
                    <a:pt x="290131" y="390334"/>
                  </a:lnTo>
                  <a:lnTo>
                    <a:pt x="242969" y="378675"/>
                  </a:lnTo>
                  <a:lnTo>
                    <a:pt x="199390" y="366276"/>
                  </a:lnTo>
                  <a:lnTo>
                    <a:pt x="159586" y="353180"/>
                  </a:lnTo>
                  <a:lnTo>
                    <a:pt x="123746" y="339432"/>
                  </a:lnTo>
                  <a:lnTo>
                    <a:pt x="64732" y="310153"/>
                  </a:lnTo>
                  <a:lnTo>
                    <a:pt x="23878" y="278789"/>
                  </a:lnTo>
                  <a:lnTo>
                    <a:pt x="2716" y="245690"/>
                  </a:lnTo>
                  <a:lnTo>
                    <a:pt x="0" y="228600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40763" y="3581400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1159763" y="3185160"/>
            <a:ext cx="304800" cy="619125"/>
            <a:chOff x="1159763" y="3185160"/>
            <a:chExt cx="304800" cy="619125"/>
          </a:xfrm>
        </p:grpSpPr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391" y="3185160"/>
              <a:ext cx="161544" cy="16154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59763" y="3342132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152399" y="0"/>
                  </a:moveTo>
                  <a:lnTo>
                    <a:pt x="152399" y="304800"/>
                  </a:lnTo>
                </a:path>
                <a:path w="304800" h="457200">
                  <a:moveTo>
                    <a:pt x="76199" y="457200"/>
                  </a:moveTo>
                  <a:lnTo>
                    <a:pt x="152399" y="304800"/>
                  </a:lnTo>
                  <a:lnTo>
                    <a:pt x="228599" y="457200"/>
                  </a:lnTo>
                </a:path>
                <a:path w="304800" h="457200">
                  <a:moveTo>
                    <a:pt x="0" y="76200"/>
                  </a:moveTo>
                  <a:lnTo>
                    <a:pt x="304799" y="76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5547995" y="3490595"/>
            <a:ext cx="2696210" cy="1172210"/>
            <a:chOff x="5547995" y="3490595"/>
            <a:chExt cx="2696210" cy="1172210"/>
          </a:xfrm>
        </p:grpSpPr>
        <p:sp>
          <p:nvSpPr>
            <p:cNvPr id="21" name="object 21" descr=""/>
            <p:cNvSpPr/>
            <p:nvPr/>
          </p:nvSpPr>
          <p:spPr>
            <a:xfrm>
              <a:off x="5562600" y="350520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0" y="0"/>
                  </a:moveTo>
                  <a:lnTo>
                    <a:pt x="2667000" y="0"/>
                  </a:lnTo>
                  <a:lnTo>
                    <a:pt x="2667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46648" y="4122420"/>
              <a:ext cx="1793875" cy="410209"/>
            </a:xfrm>
            <a:custGeom>
              <a:avLst/>
              <a:gdLst/>
              <a:ahLst/>
              <a:cxnLst/>
              <a:rect l="l" t="t" r="r" b="b"/>
              <a:pathLst>
                <a:path w="1793875" h="410210">
                  <a:moveTo>
                    <a:pt x="0" y="205739"/>
                  </a:moveTo>
                  <a:lnTo>
                    <a:pt x="26020" y="156079"/>
                  </a:lnTo>
                  <a:lnTo>
                    <a:pt x="70365" y="125372"/>
                  </a:lnTo>
                  <a:lnTo>
                    <a:pt x="134164" y="97066"/>
                  </a:lnTo>
                  <a:lnTo>
                    <a:pt x="172785" y="83941"/>
                  </a:lnTo>
                  <a:lnTo>
                    <a:pt x="215579" y="71571"/>
                  </a:lnTo>
                  <a:lnTo>
                    <a:pt x="262318" y="60007"/>
                  </a:lnTo>
                  <a:lnTo>
                    <a:pt x="312772" y="49300"/>
                  </a:lnTo>
                  <a:lnTo>
                    <a:pt x="366710" y="39502"/>
                  </a:lnTo>
                  <a:lnTo>
                    <a:pt x="423904" y="30663"/>
                  </a:lnTo>
                  <a:lnTo>
                    <a:pt x="484124" y="22837"/>
                  </a:lnTo>
                  <a:lnTo>
                    <a:pt x="547139" y="16073"/>
                  </a:lnTo>
                  <a:lnTo>
                    <a:pt x="612721" y="10424"/>
                  </a:lnTo>
                  <a:lnTo>
                    <a:pt x="680638" y="5940"/>
                  </a:lnTo>
                  <a:lnTo>
                    <a:pt x="750662" y="2674"/>
                  </a:lnTo>
                  <a:lnTo>
                    <a:pt x="822563" y="677"/>
                  </a:lnTo>
                  <a:lnTo>
                    <a:pt x="896112" y="0"/>
                  </a:lnTo>
                  <a:lnTo>
                    <a:pt x="969671" y="677"/>
                  </a:lnTo>
                  <a:lnTo>
                    <a:pt x="1041603" y="2674"/>
                  </a:lnTo>
                  <a:lnTo>
                    <a:pt x="1111677" y="5940"/>
                  </a:lnTo>
                  <a:lnTo>
                    <a:pt x="1179661" y="10424"/>
                  </a:lnTo>
                  <a:lnTo>
                    <a:pt x="1245322" y="16073"/>
                  </a:lnTo>
                  <a:lnTo>
                    <a:pt x="1308428" y="22837"/>
                  </a:lnTo>
                  <a:lnTo>
                    <a:pt x="1368748" y="30663"/>
                  </a:lnTo>
                  <a:lnTo>
                    <a:pt x="1426049" y="39502"/>
                  </a:lnTo>
                  <a:lnTo>
                    <a:pt x="1480099" y="49300"/>
                  </a:lnTo>
                  <a:lnTo>
                    <a:pt x="1530667" y="60007"/>
                  </a:lnTo>
                  <a:lnTo>
                    <a:pt x="1577520" y="71571"/>
                  </a:lnTo>
                  <a:lnTo>
                    <a:pt x="1620426" y="83941"/>
                  </a:lnTo>
                  <a:lnTo>
                    <a:pt x="1659153" y="97066"/>
                  </a:lnTo>
                  <a:lnTo>
                    <a:pt x="1723143" y="125372"/>
                  </a:lnTo>
                  <a:lnTo>
                    <a:pt x="1767634" y="156079"/>
                  </a:lnTo>
                  <a:lnTo>
                    <a:pt x="1790769" y="188775"/>
                  </a:lnTo>
                  <a:lnTo>
                    <a:pt x="1793748" y="205739"/>
                  </a:lnTo>
                  <a:lnTo>
                    <a:pt x="1790769" y="222487"/>
                  </a:lnTo>
                  <a:lnTo>
                    <a:pt x="1767634" y="254812"/>
                  </a:lnTo>
                  <a:lnTo>
                    <a:pt x="1723143" y="285226"/>
                  </a:lnTo>
                  <a:lnTo>
                    <a:pt x="1659153" y="313308"/>
                  </a:lnTo>
                  <a:lnTo>
                    <a:pt x="1620426" y="326343"/>
                  </a:lnTo>
                  <a:lnTo>
                    <a:pt x="1577520" y="338637"/>
                  </a:lnTo>
                  <a:lnTo>
                    <a:pt x="1530667" y="350139"/>
                  </a:lnTo>
                  <a:lnTo>
                    <a:pt x="1480099" y="360794"/>
                  </a:lnTo>
                  <a:lnTo>
                    <a:pt x="1426049" y="370551"/>
                  </a:lnTo>
                  <a:lnTo>
                    <a:pt x="1368748" y="379357"/>
                  </a:lnTo>
                  <a:lnTo>
                    <a:pt x="1308428" y="387160"/>
                  </a:lnTo>
                  <a:lnTo>
                    <a:pt x="1245322" y="393906"/>
                  </a:lnTo>
                  <a:lnTo>
                    <a:pt x="1179661" y="399544"/>
                  </a:lnTo>
                  <a:lnTo>
                    <a:pt x="1111677" y="404020"/>
                  </a:lnTo>
                  <a:lnTo>
                    <a:pt x="1041603" y="407282"/>
                  </a:lnTo>
                  <a:lnTo>
                    <a:pt x="969671" y="409278"/>
                  </a:lnTo>
                  <a:lnTo>
                    <a:pt x="896112" y="409956"/>
                  </a:lnTo>
                  <a:lnTo>
                    <a:pt x="822563" y="409278"/>
                  </a:lnTo>
                  <a:lnTo>
                    <a:pt x="750662" y="407282"/>
                  </a:lnTo>
                  <a:lnTo>
                    <a:pt x="680638" y="404020"/>
                  </a:lnTo>
                  <a:lnTo>
                    <a:pt x="612721" y="399544"/>
                  </a:lnTo>
                  <a:lnTo>
                    <a:pt x="547139" y="393906"/>
                  </a:lnTo>
                  <a:lnTo>
                    <a:pt x="484124" y="387160"/>
                  </a:lnTo>
                  <a:lnTo>
                    <a:pt x="423904" y="379357"/>
                  </a:lnTo>
                  <a:lnTo>
                    <a:pt x="366710" y="370551"/>
                  </a:lnTo>
                  <a:lnTo>
                    <a:pt x="312772" y="360794"/>
                  </a:lnTo>
                  <a:lnTo>
                    <a:pt x="262318" y="350139"/>
                  </a:lnTo>
                  <a:lnTo>
                    <a:pt x="215579" y="338637"/>
                  </a:lnTo>
                  <a:lnTo>
                    <a:pt x="172785" y="326343"/>
                  </a:lnTo>
                  <a:lnTo>
                    <a:pt x="134164" y="313308"/>
                  </a:lnTo>
                  <a:lnTo>
                    <a:pt x="70365" y="285226"/>
                  </a:lnTo>
                  <a:lnTo>
                    <a:pt x="26020" y="254812"/>
                  </a:lnTo>
                  <a:lnTo>
                    <a:pt x="2967" y="222487"/>
                  </a:lnTo>
                  <a:lnTo>
                    <a:pt x="0" y="20573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69332" y="2796085"/>
            <a:ext cx="7118350" cy="1678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5130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Self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service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Arial MT"/>
              <a:cs typeface="Arial MT"/>
            </a:endParaRPr>
          </a:p>
          <a:p>
            <a:pPr marL="2030095">
              <a:lnSpc>
                <a:spcPts val="1680"/>
              </a:lnSpc>
            </a:pPr>
            <a:r>
              <a:rPr dirty="0" sz="1600">
                <a:latin typeface="Tahoma"/>
                <a:cs typeface="Tahoma"/>
              </a:rPr>
              <a:t>Buy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product</a:t>
            </a:r>
            <a:endParaRPr sz="1600">
              <a:latin typeface="Tahoma"/>
              <a:cs typeface="Tahoma"/>
            </a:endParaRPr>
          </a:p>
          <a:p>
            <a:pPr algn="r" marR="5080">
              <a:lnSpc>
                <a:spcPts val="2105"/>
              </a:lnSpc>
            </a:pPr>
            <a:r>
              <a:rPr dirty="0" sz="2000">
                <a:latin typeface="Arial MT"/>
                <a:cs typeface="Arial MT"/>
              </a:rPr>
              <a:t>Self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service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95"/>
              </a:lnSpc>
            </a:pPr>
            <a:r>
              <a:rPr dirty="0" sz="2000" spc="-10">
                <a:latin typeface="Tahoma"/>
                <a:cs typeface="Tahoma"/>
              </a:rPr>
              <a:t>customer</a:t>
            </a:r>
            <a:endParaRPr sz="2000">
              <a:latin typeface="Tahoma"/>
              <a:cs typeface="Tahoma"/>
            </a:endParaRPr>
          </a:p>
          <a:p>
            <a:pPr algn="r" marR="793750">
              <a:lnSpc>
                <a:spcPts val="1870"/>
              </a:lnSpc>
            </a:pPr>
            <a:r>
              <a:rPr dirty="0" sz="1600">
                <a:latin typeface="Tahoma"/>
                <a:cs typeface="Tahoma"/>
              </a:rPr>
              <a:t>Collect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Money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001000" y="3881628"/>
            <a:ext cx="990600" cy="619125"/>
            <a:chOff x="8001000" y="3881628"/>
            <a:chExt cx="990600" cy="619125"/>
          </a:xfrm>
        </p:grpSpPr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8427" y="3881628"/>
              <a:ext cx="161544" cy="16154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001000" y="4038600"/>
              <a:ext cx="990600" cy="457200"/>
            </a:xfrm>
            <a:custGeom>
              <a:avLst/>
              <a:gdLst/>
              <a:ahLst/>
              <a:cxnLst/>
              <a:rect l="l" t="t" r="r" b="b"/>
              <a:pathLst>
                <a:path w="990600" h="457200">
                  <a:moveTo>
                    <a:pt x="838200" y="0"/>
                  </a:moveTo>
                  <a:lnTo>
                    <a:pt x="838200" y="304800"/>
                  </a:lnTo>
                </a:path>
                <a:path w="990600" h="457200">
                  <a:moveTo>
                    <a:pt x="762000" y="457200"/>
                  </a:moveTo>
                  <a:lnTo>
                    <a:pt x="838200" y="304800"/>
                  </a:lnTo>
                  <a:lnTo>
                    <a:pt x="914400" y="457200"/>
                  </a:lnTo>
                </a:path>
                <a:path w="990600" h="457200">
                  <a:moveTo>
                    <a:pt x="685800" y="76200"/>
                  </a:moveTo>
                  <a:lnTo>
                    <a:pt x="990600" y="76200"/>
                  </a:lnTo>
                </a:path>
                <a:path w="990600" h="457200">
                  <a:moveTo>
                    <a:pt x="762000" y="228600"/>
                  </a:move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8369259" y="4760445"/>
            <a:ext cx="10318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Arial MT"/>
                <a:cs typeface="Arial MT"/>
              </a:rPr>
              <a:t>Collector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278" y="563463"/>
            <a:ext cx="8517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Use</a:t>
            </a:r>
            <a:r>
              <a:rPr dirty="0" sz="3600" spc="-5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Case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b="1">
                <a:latin typeface="Tahoma"/>
                <a:cs typeface="Tahoma"/>
              </a:rPr>
              <a:t>–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200" b="1">
                <a:latin typeface="Arial"/>
                <a:cs typeface="Arial"/>
              </a:rPr>
              <a:t>Example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(self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service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machine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8262" y="1112058"/>
            <a:ext cx="45942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ahoma"/>
                <a:cs typeface="Tahoma"/>
              </a:rPr>
              <a:t>–</a:t>
            </a:r>
            <a:r>
              <a:rPr dirty="0" sz="3200" spc="-85" b="1">
                <a:latin typeface="Tahoma"/>
                <a:cs typeface="Tahoma"/>
              </a:rPr>
              <a:t> </a:t>
            </a:r>
            <a:r>
              <a:rPr dirty="0" sz="3200" b="1">
                <a:latin typeface="Arial"/>
                <a:cs typeface="Arial"/>
              </a:rPr>
              <a:t>includes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relationship)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376671" y="6143244"/>
            <a:ext cx="2026920" cy="943610"/>
          </a:xfrm>
          <a:custGeom>
            <a:avLst/>
            <a:gdLst/>
            <a:ahLst/>
            <a:cxnLst/>
            <a:rect l="l" t="t" r="r" b="b"/>
            <a:pathLst>
              <a:path w="2026920" h="943609">
                <a:moveTo>
                  <a:pt x="0" y="472439"/>
                </a:moveTo>
                <a:lnTo>
                  <a:pt x="7878" y="412940"/>
                </a:lnTo>
                <a:lnTo>
                  <a:pt x="30885" y="355714"/>
                </a:lnTo>
                <a:lnTo>
                  <a:pt x="68080" y="301192"/>
                </a:lnTo>
                <a:lnTo>
                  <a:pt x="118523" y="249809"/>
                </a:lnTo>
                <a:lnTo>
                  <a:pt x="148419" y="225430"/>
                </a:lnTo>
                <a:lnTo>
                  <a:pt x="181274" y="201997"/>
                </a:lnTo>
                <a:lnTo>
                  <a:pt x="216970" y="179565"/>
                </a:lnTo>
                <a:lnTo>
                  <a:pt x="255391" y="158189"/>
                </a:lnTo>
                <a:lnTo>
                  <a:pt x="296418" y="137921"/>
                </a:lnTo>
                <a:lnTo>
                  <a:pt x="339933" y="118817"/>
                </a:lnTo>
                <a:lnTo>
                  <a:pt x="385821" y="100931"/>
                </a:lnTo>
                <a:lnTo>
                  <a:pt x="433961" y="84315"/>
                </a:lnTo>
                <a:lnTo>
                  <a:pt x="484239" y="69026"/>
                </a:lnTo>
                <a:lnTo>
                  <a:pt x="536534" y="55116"/>
                </a:lnTo>
                <a:lnTo>
                  <a:pt x="590731" y="42640"/>
                </a:lnTo>
                <a:lnTo>
                  <a:pt x="646711" y="31652"/>
                </a:lnTo>
                <a:lnTo>
                  <a:pt x="704357" y="22206"/>
                </a:lnTo>
                <a:lnTo>
                  <a:pt x="763551" y="14356"/>
                </a:lnTo>
                <a:lnTo>
                  <a:pt x="824176" y="8156"/>
                </a:lnTo>
                <a:lnTo>
                  <a:pt x="886114" y="3661"/>
                </a:lnTo>
                <a:lnTo>
                  <a:pt x="949248" y="924"/>
                </a:lnTo>
                <a:lnTo>
                  <a:pt x="1013460" y="0"/>
                </a:lnTo>
                <a:lnTo>
                  <a:pt x="1077509" y="924"/>
                </a:lnTo>
                <a:lnTo>
                  <a:pt x="1140505" y="3661"/>
                </a:lnTo>
                <a:lnTo>
                  <a:pt x="1202330" y="8156"/>
                </a:lnTo>
                <a:lnTo>
                  <a:pt x="1262864" y="14356"/>
                </a:lnTo>
                <a:lnTo>
                  <a:pt x="1321988" y="22206"/>
                </a:lnTo>
                <a:lnTo>
                  <a:pt x="1379584" y="31652"/>
                </a:lnTo>
                <a:lnTo>
                  <a:pt x="1435531" y="42640"/>
                </a:lnTo>
                <a:lnTo>
                  <a:pt x="1489711" y="55116"/>
                </a:lnTo>
                <a:lnTo>
                  <a:pt x="1542004" y="69026"/>
                </a:lnTo>
                <a:lnTo>
                  <a:pt x="1592292" y="84315"/>
                </a:lnTo>
                <a:lnTo>
                  <a:pt x="1640455" y="100931"/>
                </a:lnTo>
                <a:lnTo>
                  <a:pt x="1686374" y="118817"/>
                </a:lnTo>
                <a:lnTo>
                  <a:pt x="1729930" y="137921"/>
                </a:lnTo>
                <a:lnTo>
                  <a:pt x="1771004" y="158189"/>
                </a:lnTo>
                <a:lnTo>
                  <a:pt x="1809477" y="179565"/>
                </a:lnTo>
                <a:lnTo>
                  <a:pt x="1845229" y="201997"/>
                </a:lnTo>
                <a:lnTo>
                  <a:pt x="1878142" y="225430"/>
                </a:lnTo>
                <a:lnTo>
                  <a:pt x="1908096" y="249809"/>
                </a:lnTo>
                <a:lnTo>
                  <a:pt x="1958652" y="301192"/>
                </a:lnTo>
                <a:lnTo>
                  <a:pt x="1995943" y="355714"/>
                </a:lnTo>
                <a:lnTo>
                  <a:pt x="2019017" y="412940"/>
                </a:lnTo>
                <a:lnTo>
                  <a:pt x="2026920" y="472439"/>
                </a:lnTo>
                <a:lnTo>
                  <a:pt x="2024924" y="502277"/>
                </a:lnTo>
                <a:lnTo>
                  <a:pt x="2009316" y="560394"/>
                </a:lnTo>
                <a:lnTo>
                  <a:pt x="1979015" y="616070"/>
                </a:lnTo>
                <a:lnTo>
                  <a:pt x="1934972" y="668868"/>
                </a:lnTo>
                <a:lnTo>
                  <a:pt x="1878142" y="718351"/>
                </a:lnTo>
                <a:lnTo>
                  <a:pt x="1845229" y="741713"/>
                </a:lnTo>
                <a:lnTo>
                  <a:pt x="1809477" y="764082"/>
                </a:lnTo>
                <a:lnTo>
                  <a:pt x="1771004" y="785404"/>
                </a:lnTo>
                <a:lnTo>
                  <a:pt x="1729930" y="805624"/>
                </a:lnTo>
                <a:lnTo>
                  <a:pt x="1686374" y="824687"/>
                </a:lnTo>
                <a:lnTo>
                  <a:pt x="1640455" y="842540"/>
                </a:lnTo>
                <a:lnTo>
                  <a:pt x="1592292" y="859126"/>
                </a:lnTo>
                <a:lnTo>
                  <a:pt x="1542004" y="874392"/>
                </a:lnTo>
                <a:lnTo>
                  <a:pt x="1489711" y="888283"/>
                </a:lnTo>
                <a:lnTo>
                  <a:pt x="1435531" y="900745"/>
                </a:lnTo>
                <a:lnTo>
                  <a:pt x="1379584" y="911722"/>
                </a:lnTo>
                <a:lnTo>
                  <a:pt x="1321988" y="921160"/>
                </a:lnTo>
                <a:lnTo>
                  <a:pt x="1262864" y="929005"/>
                </a:lnTo>
                <a:lnTo>
                  <a:pt x="1202330" y="935201"/>
                </a:lnTo>
                <a:lnTo>
                  <a:pt x="1140505" y="939695"/>
                </a:lnTo>
                <a:lnTo>
                  <a:pt x="1077509" y="942431"/>
                </a:lnTo>
                <a:lnTo>
                  <a:pt x="1013460" y="943355"/>
                </a:lnTo>
                <a:lnTo>
                  <a:pt x="949248" y="942431"/>
                </a:lnTo>
                <a:lnTo>
                  <a:pt x="886114" y="939695"/>
                </a:lnTo>
                <a:lnTo>
                  <a:pt x="824176" y="935201"/>
                </a:lnTo>
                <a:lnTo>
                  <a:pt x="763551" y="929005"/>
                </a:lnTo>
                <a:lnTo>
                  <a:pt x="704357" y="921160"/>
                </a:lnTo>
                <a:lnTo>
                  <a:pt x="646711" y="911722"/>
                </a:lnTo>
                <a:lnTo>
                  <a:pt x="590731" y="900745"/>
                </a:lnTo>
                <a:lnTo>
                  <a:pt x="536534" y="888283"/>
                </a:lnTo>
                <a:lnTo>
                  <a:pt x="484239" y="874392"/>
                </a:lnTo>
                <a:lnTo>
                  <a:pt x="433961" y="859126"/>
                </a:lnTo>
                <a:lnTo>
                  <a:pt x="385821" y="842540"/>
                </a:lnTo>
                <a:lnTo>
                  <a:pt x="339933" y="824687"/>
                </a:lnTo>
                <a:lnTo>
                  <a:pt x="296418" y="805624"/>
                </a:lnTo>
                <a:lnTo>
                  <a:pt x="255391" y="785404"/>
                </a:lnTo>
                <a:lnTo>
                  <a:pt x="216970" y="764082"/>
                </a:lnTo>
                <a:lnTo>
                  <a:pt x="181274" y="741713"/>
                </a:lnTo>
                <a:lnTo>
                  <a:pt x="148419" y="718351"/>
                </a:lnTo>
                <a:lnTo>
                  <a:pt x="118523" y="694051"/>
                </a:lnTo>
                <a:lnTo>
                  <a:pt x="68080" y="642856"/>
                </a:lnTo>
                <a:lnTo>
                  <a:pt x="30885" y="588565"/>
                </a:lnTo>
                <a:lnTo>
                  <a:pt x="7878" y="531613"/>
                </a:lnTo>
                <a:lnTo>
                  <a:pt x="0" y="47243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28567" y="6450538"/>
            <a:ext cx="17094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Close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824037" y="2584513"/>
            <a:ext cx="5661025" cy="1992630"/>
            <a:chOff x="1824037" y="2584513"/>
            <a:chExt cx="5661025" cy="1992630"/>
          </a:xfrm>
        </p:grpSpPr>
        <p:sp>
          <p:nvSpPr>
            <p:cNvPr id="7" name="object 7" descr=""/>
            <p:cNvSpPr/>
            <p:nvPr/>
          </p:nvSpPr>
          <p:spPr>
            <a:xfrm>
              <a:off x="1828800" y="2589276"/>
              <a:ext cx="1853564" cy="745490"/>
            </a:xfrm>
            <a:custGeom>
              <a:avLst/>
              <a:gdLst/>
              <a:ahLst/>
              <a:cxnLst/>
              <a:rect l="l" t="t" r="r" b="b"/>
              <a:pathLst>
                <a:path w="1853564" h="745489">
                  <a:moveTo>
                    <a:pt x="0" y="371856"/>
                  </a:moveTo>
                  <a:lnTo>
                    <a:pt x="9226" y="319166"/>
                  </a:lnTo>
                  <a:lnTo>
                    <a:pt x="36059" y="268774"/>
                  </a:lnTo>
                  <a:lnTo>
                    <a:pt x="79231" y="221177"/>
                  </a:lnTo>
                  <a:lnTo>
                    <a:pt x="137473" y="176875"/>
                  </a:lnTo>
                  <a:lnTo>
                    <a:pt x="171849" y="156115"/>
                  </a:lnTo>
                  <a:lnTo>
                    <a:pt x="209517" y="136366"/>
                  </a:lnTo>
                  <a:lnTo>
                    <a:pt x="250317" y="117691"/>
                  </a:lnTo>
                  <a:lnTo>
                    <a:pt x="294093" y="100151"/>
                  </a:lnTo>
                  <a:lnTo>
                    <a:pt x="340684" y="83809"/>
                  </a:lnTo>
                  <a:lnTo>
                    <a:pt x="389933" y="68727"/>
                  </a:lnTo>
                  <a:lnTo>
                    <a:pt x="441680" y="54968"/>
                  </a:lnTo>
                  <a:lnTo>
                    <a:pt x="495768" y="42594"/>
                  </a:lnTo>
                  <a:lnTo>
                    <a:pt x="552038" y="31668"/>
                  </a:lnTo>
                  <a:lnTo>
                    <a:pt x="610330" y="22251"/>
                  </a:lnTo>
                  <a:lnTo>
                    <a:pt x="670488" y="14407"/>
                  </a:lnTo>
                  <a:lnTo>
                    <a:pt x="732351" y="8197"/>
                  </a:lnTo>
                  <a:lnTo>
                    <a:pt x="795762" y="3685"/>
                  </a:lnTo>
                  <a:lnTo>
                    <a:pt x="860562" y="931"/>
                  </a:lnTo>
                  <a:lnTo>
                    <a:pt x="926591" y="0"/>
                  </a:lnTo>
                  <a:lnTo>
                    <a:pt x="992803" y="931"/>
                  </a:lnTo>
                  <a:lnTo>
                    <a:pt x="1057752" y="3685"/>
                  </a:lnTo>
                  <a:lnTo>
                    <a:pt x="1121283" y="8197"/>
                  </a:lnTo>
                  <a:lnTo>
                    <a:pt x="1183238" y="14407"/>
                  </a:lnTo>
                  <a:lnTo>
                    <a:pt x="1243461" y="22251"/>
                  </a:lnTo>
                  <a:lnTo>
                    <a:pt x="1301797" y="31668"/>
                  </a:lnTo>
                  <a:lnTo>
                    <a:pt x="1358088" y="42594"/>
                  </a:lnTo>
                  <a:lnTo>
                    <a:pt x="1412179" y="54968"/>
                  </a:lnTo>
                  <a:lnTo>
                    <a:pt x="1463913" y="68727"/>
                  </a:lnTo>
                  <a:lnTo>
                    <a:pt x="1513134" y="83809"/>
                  </a:lnTo>
                  <a:lnTo>
                    <a:pt x="1559686" y="100151"/>
                  </a:lnTo>
                  <a:lnTo>
                    <a:pt x="1603411" y="117691"/>
                  </a:lnTo>
                  <a:lnTo>
                    <a:pt x="1644155" y="136366"/>
                  </a:lnTo>
                  <a:lnTo>
                    <a:pt x="1681760" y="156115"/>
                  </a:lnTo>
                  <a:lnTo>
                    <a:pt x="1716070" y="176875"/>
                  </a:lnTo>
                  <a:lnTo>
                    <a:pt x="1774181" y="221177"/>
                  </a:lnTo>
                  <a:lnTo>
                    <a:pt x="1817238" y="268774"/>
                  </a:lnTo>
                  <a:lnTo>
                    <a:pt x="1843989" y="319166"/>
                  </a:lnTo>
                  <a:lnTo>
                    <a:pt x="1853183" y="371856"/>
                  </a:lnTo>
                  <a:lnTo>
                    <a:pt x="1850859" y="398464"/>
                  </a:lnTo>
                  <a:lnTo>
                    <a:pt x="1832730" y="450130"/>
                  </a:lnTo>
                  <a:lnTo>
                    <a:pt x="1797670" y="499301"/>
                  </a:lnTo>
                  <a:lnTo>
                    <a:pt x="1746930" y="545466"/>
                  </a:lnTo>
                  <a:lnTo>
                    <a:pt x="1681760" y="588113"/>
                  </a:lnTo>
                  <a:lnTo>
                    <a:pt x="1644155" y="607958"/>
                  </a:lnTo>
                  <a:lnTo>
                    <a:pt x="1603411" y="626733"/>
                  </a:lnTo>
                  <a:lnTo>
                    <a:pt x="1559686" y="644372"/>
                  </a:lnTo>
                  <a:lnTo>
                    <a:pt x="1513134" y="660812"/>
                  </a:lnTo>
                  <a:lnTo>
                    <a:pt x="1463913" y="675990"/>
                  </a:lnTo>
                  <a:lnTo>
                    <a:pt x="1412179" y="689842"/>
                  </a:lnTo>
                  <a:lnTo>
                    <a:pt x="1358088" y="702303"/>
                  </a:lnTo>
                  <a:lnTo>
                    <a:pt x="1301797" y="713310"/>
                  </a:lnTo>
                  <a:lnTo>
                    <a:pt x="1243461" y="722799"/>
                  </a:lnTo>
                  <a:lnTo>
                    <a:pt x="1183238" y="730706"/>
                  </a:lnTo>
                  <a:lnTo>
                    <a:pt x="1121283" y="736967"/>
                  </a:lnTo>
                  <a:lnTo>
                    <a:pt x="1057752" y="741518"/>
                  </a:lnTo>
                  <a:lnTo>
                    <a:pt x="992803" y="744295"/>
                  </a:lnTo>
                  <a:lnTo>
                    <a:pt x="926591" y="745236"/>
                  </a:lnTo>
                  <a:lnTo>
                    <a:pt x="860562" y="744295"/>
                  </a:lnTo>
                  <a:lnTo>
                    <a:pt x="795762" y="741518"/>
                  </a:lnTo>
                  <a:lnTo>
                    <a:pt x="732351" y="736967"/>
                  </a:lnTo>
                  <a:lnTo>
                    <a:pt x="670488" y="730706"/>
                  </a:lnTo>
                  <a:lnTo>
                    <a:pt x="610330" y="722799"/>
                  </a:lnTo>
                  <a:lnTo>
                    <a:pt x="552038" y="713310"/>
                  </a:lnTo>
                  <a:lnTo>
                    <a:pt x="495768" y="702303"/>
                  </a:lnTo>
                  <a:lnTo>
                    <a:pt x="441680" y="689842"/>
                  </a:lnTo>
                  <a:lnTo>
                    <a:pt x="389933" y="675990"/>
                  </a:lnTo>
                  <a:lnTo>
                    <a:pt x="340684" y="660812"/>
                  </a:lnTo>
                  <a:lnTo>
                    <a:pt x="294093" y="644372"/>
                  </a:lnTo>
                  <a:lnTo>
                    <a:pt x="250317" y="626733"/>
                  </a:lnTo>
                  <a:lnTo>
                    <a:pt x="209517" y="607958"/>
                  </a:lnTo>
                  <a:lnTo>
                    <a:pt x="171849" y="588113"/>
                  </a:lnTo>
                  <a:lnTo>
                    <a:pt x="137473" y="567261"/>
                  </a:lnTo>
                  <a:lnTo>
                    <a:pt x="79231" y="522791"/>
                  </a:lnTo>
                  <a:lnTo>
                    <a:pt x="36059" y="475060"/>
                  </a:lnTo>
                  <a:lnTo>
                    <a:pt x="9226" y="424577"/>
                  </a:lnTo>
                  <a:lnTo>
                    <a:pt x="0" y="37185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452871" y="3628644"/>
              <a:ext cx="2026920" cy="943610"/>
            </a:xfrm>
            <a:custGeom>
              <a:avLst/>
              <a:gdLst/>
              <a:ahLst/>
              <a:cxnLst/>
              <a:rect l="l" t="t" r="r" b="b"/>
              <a:pathLst>
                <a:path w="2026920" h="943610">
                  <a:moveTo>
                    <a:pt x="0" y="472439"/>
                  </a:moveTo>
                  <a:lnTo>
                    <a:pt x="7878" y="412940"/>
                  </a:lnTo>
                  <a:lnTo>
                    <a:pt x="30885" y="355714"/>
                  </a:lnTo>
                  <a:lnTo>
                    <a:pt x="68080" y="301192"/>
                  </a:lnTo>
                  <a:lnTo>
                    <a:pt x="118523" y="249809"/>
                  </a:lnTo>
                  <a:lnTo>
                    <a:pt x="148419" y="225430"/>
                  </a:lnTo>
                  <a:lnTo>
                    <a:pt x="181274" y="201997"/>
                  </a:lnTo>
                  <a:lnTo>
                    <a:pt x="216970" y="179565"/>
                  </a:lnTo>
                  <a:lnTo>
                    <a:pt x="255391" y="158189"/>
                  </a:lnTo>
                  <a:lnTo>
                    <a:pt x="296418" y="137921"/>
                  </a:lnTo>
                  <a:lnTo>
                    <a:pt x="339933" y="118817"/>
                  </a:lnTo>
                  <a:lnTo>
                    <a:pt x="385821" y="100931"/>
                  </a:lnTo>
                  <a:lnTo>
                    <a:pt x="433961" y="84315"/>
                  </a:lnTo>
                  <a:lnTo>
                    <a:pt x="484239" y="69026"/>
                  </a:lnTo>
                  <a:lnTo>
                    <a:pt x="536534" y="55116"/>
                  </a:lnTo>
                  <a:lnTo>
                    <a:pt x="590731" y="42640"/>
                  </a:lnTo>
                  <a:lnTo>
                    <a:pt x="646711" y="31652"/>
                  </a:lnTo>
                  <a:lnTo>
                    <a:pt x="704357" y="22206"/>
                  </a:lnTo>
                  <a:lnTo>
                    <a:pt x="763551" y="14356"/>
                  </a:lnTo>
                  <a:lnTo>
                    <a:pt x="824176" y="8156"/>
                  </a:lnTo>
                  <a:lnTo>
                    <a:pt x="886114" y="3661"/>
                  </a:lnTo>
                  <a:lnTo>
                    <a:pt x="949248" y="924"/>
                  </a:lnTo>
                  <a:lnTo>
                    <a:pt x="1013460" y="0"/>
                  </a:lnTo>
                  <a:lnTo>
                    <a:pt x="1077509" y="924"/>
                  </a:lnTo>
                  <a:lnTo>
                    <a:pt x="1140505" y="3661"/>
                  </a:lnTo>
                  <a:lnTo>
                    <a:pt x="1202330" y="8156"/>
                  </a:lnTo>
                  <a:lnTo>
                    <a:pt x="1262864" y="14356"/>
                  </a:lnTo>
                  <a:lnTo>
                    <a:pt x="1321988" y="22206"/>
                  </a:lnTo>
                  <a:lnTo>
                    <a:pt x="1379584" y="31652"/>
                  </a:lnTo>
                  <a:lnTo>
                    <a:pt x="1435531" y="42640"/>
                  </a:lnTo>
                  <a:lnTo>
                    <a:pt x="1489711" y="55116"/>
                  </a:lnTo>
                  <a:lnTo>
                    <a:pt x="1542004" y="69026"/>
                  </a:lnTo>
                  <a:lnTo>
                    <a:pt x="1592292" y="84315"/>
                  </a:lnTo>
                  <a:lnTo>
                    <a:pt x="1640455" y="100931"/>
                  </a:lnTo>
                  <a:lnTo>
                    <a:pt x="1686374" y="118817"/>
                  </a:lnTo>
                  <a:lnTo>
                    <a:pt x="1729930" y="137921"/>
                  </a:lnTo>
                  <a:lnTo>
                    <a:pt x="1771004" y="158189"/>
                  </a:lnTo>
                  <a:lnTo>
                    <a:pt x="1809477" y="179565"/>
                  </a:lnTo>
                  <a:lnTo>
                    <a:pt x="1845229" y="201997"/>
                  </a:lnTo>
                  <a:lnTo>
                    <a:pt x="1878142" y="225430"/>
                  </a:lnTo>
                  <a:lnTo>
                    <a:pt x="1908096" y="249809"/>
                  </a:lnTo>
                  <a:lnTo>
                    <a:pt x="1958652" y="301192"/>
                  </a:lnTo>
                  <a:lnTo>
                    <a:pt x="1995943" y="355714"/>
                  </a:lnTo>
                  <a:lnTo>
                    <a:pt x="2019017" y="412940"/>
                  </a:lnTo>
                  <a:lnTo>
                    <a:pt x="2026920" y="472439"/>
                  </a:lnTo>
                  <a:lnTo>
                    <a:pt x="2024924" y="502277"/>
                  </a:lnTo>
                  <a:lnTo>
                    <a:pt x="2009316" y="560394"/>
                  </a:lnTo>
                  <a:lnTo>
                    <a:pt x="1979015" y="616070"/>
                  </a:lnTo>
                  <a:lnTo>
                    <a:pt x="1934972" y="668868"/>
                  </a:lnTo>
                  <a:lnTo>
                    <a:pt x="1878142" y="718351"/>
                  </a:lnTo>
                  <a:lnTo>
                    <a:pt x="1845229" y="741713"/>
                  </a:lnTo>
                  <a:lnTo>
                    <a:pt x="1809477" y="764082"/>
                  </a:lnTo>
                  <a:lnTo>
                    <a:pt x="1771004" y="785404"/>
                  </a:lnTo>
                  <a:lnTo>
                    <a:pt x="1729930" y="805624"/>
                  </a:lnTo>
                  <a:lnTo>
                    <a:pt x="1686374" y="824687"/>
                  </a:lnTo>
                  <a:lnTo>
                    <a:pt x="1640455" y="842540"/>
                  </a:lnTo>
                  <a:lnTo>
                    <a:pt x="1592292" y="859126"/>
                  </a:lnTo>
                  <a:lnTo>
                    <a:pt x="1542004" y="874392"/>
                  </a:lnTo>
                  <a:lnTo>
                    <a:pt x="1489711" y="888283"/>
                  </a:lnTo>
                  <a:lnTo>
                    <a:pt x="1435531" y="900745"/>
                  </a:lnTo>
                  <a:lnTo>
                    <a:pt x="1379584" y="911722"/>
                  </a:lnTo>
                  <a:lnTo>
                    <a:pt x="1321988" y="921160"/>
                  </a:lnTo>
                  <a:lnTo>
                    <a:pt x="1262864" y="929005"/>
                  </a:lnTo>
                  <a:lnTo>
                    <a:pt x="1202330" y="935201"/>
                  </a:lnTo>
                  <a:lnTo>
                    <a:pt x="1140505" y="939695"/>
                  </a:lnTo>
                  <a:lnTo>
                    <a:pt x="1077509" y="942431"/>
                  </a:lnTo>
                  <a:lnTo>
                    <a:pt x="1013460" y="943355"/>
                  </a:lnTo>
                  <a:lnTo>
                    <a:pt x="949248" y="942431"/>
                  </a:lnTo>
                  <a:lnTo>
                    <a:pt x="886114" y="939695"/>
                  </a:lnTo>
                  <a:lnTo>
                    <a:pt x="824176" y="935201"/>
                  </a:lnTo>
                  <a:lnTo>
                    <a:pt x="763551" y="929005"/>
                  </a:lnTo>
                  <a:lnTo>
                    <a:pt x="704357" y="921160"/>
                  </a:lnTo>
                  <a:lnTo>
                    <a:pt x="646711" y="911722"/>
                  </a:lnTo>
                  <a:lnTo>
                    <a:pt x="590731" y="900745"/>
                  </a:lnTo>
                  <a:lnTo>
                    <a:pt x="536534" y="888283"/>
                  </a:lnTo>
                  <a:lnTo>
                    <a:pt x="484239" y="874392"/>
                  </a:lnTo>
                  <a:lnTo>
                    <a:pt x="433961" y="859126"/>
                  </a:lnTo>
                  <a:lnTo>
                    <a:pt x="385821" y="842540"/>
                  </a:lnTo>
                  <a:lnTo>
                    <a:pt x="339933" y="824687"/>
                  </a:lnTo>
                  <a:lnTo>
                    <a:pt x="296418" y="805624"/>
                  </a:lnTo>
                  <a:lnTo>
                    <a:pt x="255391" y="785404"/>
                  </a:lnTo>
                  <a:lnTo>
                    <a:pt x="216970" y="764082"/>
                  </a:lnTo>
                  <a:lnTo>
                    <a:pt x="181274" y="741713"/>
                  </a:lnTo>
                  <a:lnTo>
                    <a:pt x="148419" y="718351"/>
                  </a:lnTo>
                  <a:lnTo>
                    <a:pt x="118523" y="694051"/>
                  </a:lnTo>
                  <a:lnTo>
                    <a:pt x="68080" y="642856"/>
                  </a:lnTo>
                  <a:lnTo>
                    <a:pt x="30885" y="588565"/>
                  </a:lnTo>
                  <a:lnTo>
                    <a:pt x="7878" y="531613"/>
                  </a:lnTo>
                  <a:lnTo>
                    <a:pt x="0" y="4724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604745" y="3936027"/>
            <a:ext cx="17094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Close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595115" y="2205227"/>
            <a:ext cx="3962400" cy="1920239"/>
            <a:chOff x="3595115" y="2205227"/>
            <a:chExt cx="3962400" cy="1920239"/>
          </a:xfrm>
        </p:grpSpPr>
        <p:sp>
          <p:nvSpPr>
            <p:cNvPr id="11" name="object 11" descr=""/>
            <p:cNvSpPr/>
            <p:nvPr/>
          </p:nvSpPr>
          <p:spPr>
            <a:xfrm>
              <a:off x="5527548" y="2209799"/>
              <a:ext cx="2025650" cy="944880"/>
            </a:xfrm>
            <a:custGeom>
              <a:avLst/>
              <a:gdLst/>
              <a:ahLst/>
              <a:cxnLst/>
              <a:rect l="l" t="t" r="r" b="b"/>
              <a:pathLst>
                <a:path w="2025650" h="944880">
                  <a:moveTo>
                    <a:pt x="0" y="472439"/>
                  </a:moveTo>
                  <a:lnTo>
                    <a:pt x="7877" y="413240"/>
                  </a:lnTo>
                  <a:lnTo>
                    <a:pt x="30879" y="356217"/>
                  </a:lnTo>
                  <a:lnTo>
                    <a:pt x="68061" y="301817"/>
                  </a:lnTo>
                  <a:lnTo>
                    <a:pt x="118479" y="250483"/>
                  </a:lnTo>
                  <a:lnTo>
                    <a:pt x="148356" y="226106"/>
                  </a:lnTo>
                  <a:lnTo>
                    <a:pt x="181187" y="202663"/>
                  </a:lnTo>
                  <a:lnTo>
                    <a:pt x="216855" y="180209"/>
                  </a:lnTo>
                  <a:lnTo>
                    <a:pt x="255241" y="158801"/>
                  </a:lnTo>
                  <a:lnTo>
                    <a:pt x="296227" y="138493"/>
                  </a:lnTo>
                  <a:lnTo>
                    <a:pt x="339695" y="119342"/>
                  </a:lnTo>
                  <a:lnTo>
                    <a:pt x="385528" y="101403"/>
                  </a:lnTo>
                  <a:lnTo>
                    <a:pt x="433606" y="84732"/>
                  </a:lnTo>
                  <a:lnTo>
                    <a:pt x="483813" y="69384"/>
                  </a:lnTo>
                  <a:lnTo>
                    <a:pt x="536029" y="55416"/>
                  </a:lnTo>
                  <a:lnTo>
                    <a:pt x="590136" y="42882"/>
                  </a:lnTo>
                  <a:lnTo>
                    <a:pt x="646017" y="31839"/>
                  </a:lnTo>
                  <a:lnTo>
                    <a:pt x="703554" y="22342"/>
                  </a:lnTo>
                  <a:lnTo>
                    <a:pt x="762628" y="14447"/>
                  </a:lnTo>
                  <a:lnTo>
                    <a:pt x="823121" y="8210"/>
                  </a:lnTo>
                  <a:lnTo>
                    <a:pt x="884916" y="3686"/>
                  </a:lnTo>
                  <a:lnTo>
                    <a:pt x="947893" y="930"/>
                  </a:lnTo>
                  <a:lnTo>
                    <a:pt x="1011935" y="0"/>
                  </a:lnTo>
                  <a:lnTo>
                    <a:pt x="1076147" y="930"/>
                  </a:lnTo>
                  <a:lnTo>
                    <a:pt x="1139281" y="3686"/>
                  </a:lnTo>
                  <a:lnTo>
                    <a:pt x="1201219" y="8210"/>
                  </a:lnTo>
                  <a:lnTo>
                    <a:pt x="1261844" y="14447"/>
                  </a:lnTo>
                  <a:lnTo>
                    <a:pt x="1321038" y="22342"/>
                  </a:lnTo>
                  <a:lnTo>
                    <a:pt x="1378684" y="31839"/>
                  </a:lnTo>
                  <a:lnTo>
                    <a:pt x="1434664" y="42882"/>
                  </a:lnTo>
                  <a:lnTo>
                    <a:pt x="1488861" y="55416"/>
                  </a:lnTo>
                  <a:lnTo>
                    <a:pt x="1541156" y="69384"/>
                  </a:lnTo>
                  <a:lnTo>
                    <a:pt x="1591434" y="84732"/>
                  </a:lnTo>
                  <a:lnTo>
                    <a:pt x="1639574" y="101403"/>
                  </a:lnTo>
                  <a:lnTo>
                    <a:pt x="1685462" y="119342"/>
                  </a:lnTo>
                  <a:lnTo>
                    <a:pt x="1728977" y="138493"/>
                  </a:lnTo>
                  <a:lnTo>
                    <a:pt x="1770004" y="158801"/>
                  </a:lnTo>
                  <a:lnTo>
                    <a:pt x="1808425" y="180209"/>
                  </a:lnTo>
                  <a:lnTo>
                    <a:pt x="1844121" y="202663"/>
                  </a:lnTo>
                  <a:lnTo>
                    <a:pt x="1876976" y="226106"/>
                  </a:lnTo>
                  <a:lnTo>
                    <a:pt x="1906872" y="250483"/>
                  </a:lnTo>
                  <a:lnTo>
                    <a:pt x="1957315" y="301817"/>
                  </a:lnTo>
                  <a:lnTo>
                    <a:pt x="1994510" y="356217"/>
                  </a:lnTo>
                  <a:lnTo>
                    <a:pt x="2017517" y="413240"/>
                  </a:lnTo>
                  <a:lnTo>
                    <a:pt x="2025395" y="472439"/>
                  </a:lnTo>
                  <a:lnTo>
                    <a:pt x="2023406" y="502446"/>
                  </a:lnTo>
                  <a:lnTo>
                    <a:pt x="2007846" y="560863"/>
                  </a:lnTo>
                  <a:lnTo>
                    <a:pt x="1977627" y="616791"/>
                  </a:lnTo>
                  <a:lnTo>
                    <a:pt x="1933691" y="669797"/>
                  </a:lnTo>
                  <a:lnTo>
                    <a:pt x="1876976" y="719449"/>
                  </a:lnTo>
                  <a:lnTo>
                    <a:pt x="1844121" y="742882"/>
                  </a:lnTo>
                  <a:lnTo>
                    <a:pt x="1808425" y="765313"/>
                  </a:lnTo>
                  <a:lnTo>
                    <a:pt x="1770004" y="786690"/>
                  </a:lnTo>
                  <a:lnTo>
                    <a:pt x="1728977" y="806957"/>
                  </a:lnTo>
                  <a:lnTo>
                    <a:pt x="1685462" y="826062"/>
                  </a:lnTo>
                  <a:lnTo>
                    <a:pt x="1639574" y="843948"/>
                  </a:lnTo>
                  <a:lnTo>
                    <a:pt x="1591434" y="860563"/>
                  </a:lnTo>
                  <a:lnTo>
                    <a:pt x="1541156" y="875853"/>
                  </a:lnTo>
                  <a:lnTo>
                    <a:pt x="1488861" y="889763"/>
                  </a:lnTo>
                  <a:lnTo>
                    <a:pt x="1434664" y="902239"/>
                  </a:lnTo>
                  <a:lnTo>
                    <a:pt x="1378684" y="913227"/>
                  </a:lnTo>
                  <a:lnTo>
                    <a:pt x="1321038" y="922673"/>
                  </a:lnTo>
                  <a:lnTo>
                    <a:pt x="1261844" y="930523"/>
                  </a:lnTo>
                  <a:lnTo>
                    <a:pt x="1201219" y="936723"/>
                  </a:lnTo>
                  <a:lnTo>
                    <a:pt x="1139281" y="941218"/>
                  </a:lnTo>
                  <a:lnTo>
                    <a:pt x="1076147" y="943955"/>
                  </a:lnTo>
                  <a:lnTo>
                    <a:pt x="1011935" y="944879"/>
                  </a:lnTo>
                  <a:lnTo>
                    <a:pt x="947893" y="943955"/>
                  </a:lnTo>
                  <a:lnTo>
                    <a:pt x="884916" y="941218"/>
                  </a:lnTo>
                  <a:lnTo>
                    <a:pt x="823121" y="936723"/>
                  </a:lnTo>
                  <a:lnTo>
                    <a:pt x="762628" y="930523"/>
                  </a:lnTo>
                  <a:lnTo>
                    <a:pt x="703554" y="922673"/>
                  </a:lnTo>
                  <a:lnTo>
                    <a:pt x="646017" y="913227"/>
                  </a:lnTo>
                  <a:lnTo>
                    <a:pt x="590136" y="902239"/>
                  </a:lnTo>
                  <a:lnTo>
                    <a:pt x="536029" y="889763"/>
                  </a:lnTo>
                  <a:lnTo>
                    <a:pt x="483813" y="875853"/>
                  </a:lnTo>
                  <a:lnTo>
                    <a:pt x="433606" y="860563"/>
                  </a:lnTo>
                  <a:lnTo>
                    <a:pt x="385528" y="843948"/>
                  </a:lnTo>
                  <a:lnTo>
                    <a:pt x="339695" y="826062"/>
                  </a:lnTo>
                  <a:lnTo>
                    <a:pt x="296227" y="806957"/>
                  </a:lnTo>
                  <a:lnTo>
                    <a:pt x="255241" y="786690"/>
                  </a:lnTo>
                  <a:lnTo>
                    <a:pt x="216855" y="765313"/>
                  </a:lnTo>
                  <a:lnTo>
                    <a:pt x="181187" y="742882"/>
                  </a:lnTo>
                  <a:lnTo>
                    <a:pt x="148356" y="719449"/>
                  </a:lnTo>
                  <a:lnTo>
                    <a:pt x="118479" y="695070"/>
                  </a:lnTo>
                  <a:lnTo>
                    <a:pt x="68061" y="643687"/>
                  </a:lnTo>
                  <a:lnTo>
                    <a:pt x="30879" y="589165"/>
                  </a:lnTo>
                  <a:lnTo>
                    <a:pt x="7877" y="531939"/>
                  </a:lnTo>
                  <a:lnTo>
                    <a:pt x="0" y="4724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95103" y="2534398"/>
              <a:ext cx="1932939" cy="1591310"/>
            </a:xfrm>
            <a:custGeom>
              <a:avLst/>
              <a:gdLst/>
              <a:ahLst/>
              <a:cxnLst/>
              <a:rect l="l" t="t" r="r" b="b"/>
              <a:pathLst>
                <a:path w="1932939" h="1591310">
                  <a:moveTo>
                    <a:pt x="153924" y="673633"/>
                  </a:moveTo>
                  <a:lnTo>
                    <a:pt x="18288" y="603529"/>
                  </a:lnTo>
                  <a:lnTo>
                    <a:pt x="0" y="637057"/>
                  </a:lnTo>
                  <a:lnTo>
                    <a:pt x="135636" y="707161"/>
                  </a:lnTo>
                  <a:lnTo>
                    <a:pt x="153924" y="673633"/>
                  </a:lnTo>
                  <a:close/>
                </a:path>
                <a:path w="1932939" h="1591310">
                  <a:moveTo>
                    <a:pt x="234696" y="420649"/>
                  </a:moveTo>
                  <a:lnTo>
                    <a:pt x="227076" y="382549"/>
                  </a:lnTo>
                  <a:lnTo>
                    <a:pt x="77724" y="413029"/>
                  </a:lnTo>
                  <a:lnTo>
                    <a:pt x="85344" y="451129"/>
                  </a:lnTo>
                  <a:lnTo>
                    <a:pt x="234696" y="420649"/>
                  </a:lnTo>
                  <a:close/>
                </a:path>
                <a:path w="1932939" h="1591310">
                  <a:moveTo>
                    <a:pt x="391668" y="794029"/>
                  </a:moveTo>
                  <a:lnTo>
                    <a:pt x="256032" y="725449"/>
                  </a:lnTo>
                  <a:lnTo>
                    <a:pt x="237744" y="758977"/>
                  </a:lnTo>
                  <a:lnTo>
                    <a:pt x="373380" y="827557"/>
                  </a:lnTo>
                  <a:lnTo>
                    <a:pt x="391668" y="794029"/>
                  </a:lnTo>
                  <a:close/>
                </a:path>
                <a:path w="1932939" h="1591310">
                  <a:moveTo>
                    <a:pt x="496824" y="367309"/>
                  </a:moveTo>
                  <a:lnTo>
                    <a:pt x="489204" y="329209"/>
                  </a:lnTo>
                  <a:lnTo>
                    <a:pt x="339852" y="359689"/>
                  </a:lnTo>
                  <a:lnTo>
                    <a:pt x="347472" y="397789"/>
                  </a:lnTo>
                  <a:lnTo>
                    <a:pt x="496824" y="367309"/>
                  </a:lnTo>
                  <a:close/>
                </a:path>
                <a:path w="1932939" h="1591310">
                  <a:moveTo>
                    <a:pt x="629412" y="915949"/>
                  </a:moveTo>
                  <a:lnTo>
                    <a:pt x="493776" y="845845"/>
                  </a:lnTo>
                  <a:lnTo>
                    <a:pt x="475488" y="879373"/>
                  </a:lnTo>
                  <a:lnTo>
                    <a:pt x="611124" y="949477"/>
                  </a:lnTo>
                  <a:lnTo>
                    <a:pt x="629412" y="915949"/>
                  </a:lnTo>
                  <a:close/>
                </a:path>
                <a:path w="1932939" h="1591310">
                  <a:moveTo>
                    <a:pt x="757428" y="312445"/>
                  </a:moveTo>
                  <a:lnTo>
                    <a:pt x="749808" y="275869"/>
                  </a:lnTo>
                  <a:lnTo>
                    <a:pt x="600456" y="306349"/>
                  </a:lnTo>
                  <a:lnTo>
                    <a:pt x="608076" y="342925"/>
                  </a:lnTo>
                  <a:lnTo>
                    <a:pt x="757428" y="312445"/>
                  </a:lnTo>
                  <a:close/>
                </a:path>
                <a:path w="1932939" h="1591310">
                  <a:moveTo>
                    <a:pt x="865632" y="1036345"/>
                  </a:moveTo>
                  <a:lnTo>
                    <a:pt x="729996" y="967765"/>
                  </a:lnTo>
                  <a:lnTo>
                    <a:pt x="713232" y="1001293"/>
                  </a:lnTo>
                  <a:lnTo>
                    <a:pt x="848868" y="1069873"/>
                  </a:lnTo>
                  <a:lnTo>
                    <a:pt x="865632" y="1036345"/>
                  </a:lnTo>
                  <a:close/>
                </a:path>
                <a:path w="1932939" h="1591310">
                  <a:moveTo>
                    <a:pt x="1019556" y="259105"/>
                  </a:moveTo>
                  <a:lnTo>
                    <a:pt x="1011936" y="222529"/>
                  </a:lnTo>
                  <a:lnTo>
                    <a:pt x="862584" y="253009"/>
                  </a:lnTo>
                  <a:lnTo>
                    <a:pt x="870204" y="289585"/>
                  </a:lnTo>
                  <a:lnTo>
                    <a:pt x="1019556" y="259105"/>
                  </a:lnTo>
                  <a:close/>
                </a:path>
                <a:path w="1932939" h="1591310">
                  <a:moveTo>
                    <a:pt x="1103376" y="1158265"/>
                  </a:moveTo>
                  <a:lnTo>
                    <a:pt x="967740" y="1088161"/>
                  </a:lnTo>
                  <a:lnTo>
                    <a:pt x="950976" y="1121689"/>
                  </a:lnTo>
                  <a:lnTo>
                    <a:pt x="1086612" y="1191793"/>
                  </a:lnTo>
                  <a:lnTo>
                    <a:pt x="1103376" y="1158265"/>
                  </a:lnTo>
                  <a:close/>
                </a:path>
                <a:path w="1932939" h="1591310">
                  <a:moveTo>
                    <a:pt x="1280160" y="205765"/>
                  </a:moveTo>
                  <a:lnTo>
                    <a:pt x="1272540" y="169189"/>
                  </a:lnTo>
                  <a:lnTo>
                    <a:pt x="1123188" y="199669"/>
                  </a:lnTo>
                  <a:lnTo>
                    <a:pt x="1130808" y="236245"/>
                  </a:lnTo>
                  <a:lnTo>
                    <a:pt x="1280160" y="205765"/>
                  </a:lnTo>
                  <a:close/>
                </a:path>
                <a:path w="1932939" h="1591310">
                  <a:moveTo>
                    <a:pt x="1341120" y="1278661"/>
                  </a:moveTo>
                  <a:lnTo>
                    <a:pt x="1205484" y="1210081"/>
                  </a:lnTo>
                  <a:lnTo>
                    <a:pt x="1188720" y="1243609"/>
                  </a:lnTo>
                  <a:lnTo>
                    <a:pt x="1324356" y="1312189"/>
                  </a:lnTo>
                  <a:lnTo>
                    <a:pt x="1341120" y="1278661"/>
                  </a:lnTo>
                  <a:close/>
                </a:path>
                <a:path w="1932939" h="1591310">
                  <a:moveTo>
                    <a:pt x="1542300" y="152425"/>
                  </a:moveTo>
                  <a:lnTo>
                    <a:pt x="1534680" y="115836"/>
                  </a:lnTo>
                  <a:lnTo>
                    <a:pt x="1385316" y="146329"/>
                  </a:lnTo>
                  <a:lnTo>
                    <a:pt x="1392936" y="182905"/>
                  </a:lnTo>
                  <a:lnTo>
                    <a:pt x="1542300" y="152425"/>
                  </a:lnTo>
                  <a:close/>
                </a:path>
                <a:path w="1932939" h="1591310">
                  <a:moveTo>
                    <a:pt x="1578864" y="1400581"/>
                  </a:moveTo>
                  <a:lnTo>
                    <a:pt x="1443228" y="1330477"/>
                  </a:lnTo>
                  <a:lnTo>
                    <a:pt x="1426464" y="1365529"/>
                  </a:lnTo>
                  <a:lnTo>
                    <a:pt x="1562100" y="1434109"/>
                  </a:lnTo>
                  <a:lnTo>
                    <a:pt x="1578864" y="1400581"/>
                  </a:lnTo>
                  <a:close/>
                </a:path>
                <a:path w="1932939" h="1591310">
                  <a:moveTo>
                    <a:pt x="1802904" y="99085"/>
                  </a:moveTo>
                  <a:lnTo>
                    <a:pt x="1795284" y="62509"/>
                  </a:lnTo>
                  <a:lnTo>
                    <a:pt x="1645920" y="92989"/>
                  </a:lnTo>
                  <a:lnTo>
                    <a:pt x="1653540" y="129565"/>
                  </a:lnTo>
                  <a:lnTo>
                    <a:pt x="1802904" y="99085"/>
                  </a:lnTo>
                  <a:close/>
                </a:path>
                <a:path w="1932939" h="1591310">
                  <a:moveTo>
                    <a:pt x="1892808" y="1580413"/>
                  </a:moveTo>
                  <a:lnTo>
                    <a:pt x="1888858" y="1574317"/>
                  </a:lnTo>
                  <a:lnTo>
                    <a:pt x="1870087" y="1545361"/>
                  </a:lnTo>
                  <a:lnTo>
                    <a:pt x="1825091" y="1475968"/>
                  </a:lnTo>
                  <a:lnTo>
                    <a:pt x="1825091" y="1547228"/>
                  </a:lnTo>
                  <a:lnTo>
                    <a:pt x="1802841" y="1548511"/>
                  </a:lnTo>
                  <a:lnTo>
                    <a:pt x="1812925" y="1528343"/>
                  </a:lnTo>
                  <a:lnTo>
                    <a:pt x="1825091" y="1547228"/>
                  </a:lnTo>
                  <a:lnTo>
                    <a:pt x="1825091" y="1475968"/>
                  </a:lnTo>
                  <a:lnTo>
                    <a:pt x="1802892" y="1441729"/>
                  </a:lnTo>
                  <a:lnTo>
                    <a:pt x="1797558" y="1436941"/>
                  </a:lnTo>
                  <a:lnTo>
                    <a:pt x="1790915" y="1434223"/>
                  </a:lnTo>
                  <a:lnTo>
                    <a:pt x="1784032" y="1434223"/>
                  </a:lnTo>
                  <a:lnTo>
                    <a:pt x="1776984" y="1437157"/>
                  </a:lnTo>
                  <a:lnTo>
                    <a:pt x="1771472" y="1441729"/>
                  </a:lnTo>
                  <a:lnTo>
                    <a:pt x="1768221" y="1448396"/>
                  </a:lnTo>
                  <a:lnTo>
                    <a:pt x="1767992" y="1455801"/>
                  </a:lnTo>
                  <a:lnTo>
                    <a:pt x="1770888" y="1463065"/>
                  </a:lnTo>
                  <a:lnTo>
                    <a:pt x="1804111" y="1514652"/>
                  </a:lnTo>
                  <a:lnTo>
                    <a:pt x="1680972" y="1452397"/>
                  </a:lnTo>
                  <a:lnTo>
                    <a:pt x="1664208" y="1485925"/>
                  </a:lnTo>
                  <a:lnTo>
                    <a:pt x="1789518" y="1549273"/>
                  </a:lnTo>
                  <a:lnTo>
                    <a:pt x="1725168" y="1552981"/>
                  </a:lnTo>
                  <a:lnTo>
                    <a:pt x="1718144" y="1554505"/>
                  </a:lnTo>
                  <a:lnTo>
                    <a:pt x="1717916" y="1554505"/>
                  </a:lnTo>
                  <a:lnTo>
                    <a:pt x="1712023" y="1558886"/>
                  </a:lnTo>
                  <a:lnTo>
                    <a:pt x="1708238" y="1565186"/>
                  </a:lnTo>
                  <a:lnTo>
                    <a:pt x="1706880" y="1572793"/>
                  </a:lnTo>
                  <a:lnTo>
                    <a:pt x="1709343" y="1580146"/>
                  </a:lnTo>
                  <a:lnTo>
                    <a:pt x="1713928" y="1585937"/>
                  </a:lnTo>
                  <a:lnTo>
                    <a:pt x="1719961" y="1589722"/>
                  </a:lnTo>
                  <a:lnTo>
                    <a:pt x="1726692" y="1591081"/>
                  </a:lnTo>
                  <a:lnTo>
                    <a:pt x="1892808" y="1580413"/>
                  </a:lnTo>
                  <a:close/>
                </a:path>
                <a:path w="1932939" h="1591310">
                  <a:moveTo>
                    <a:pt x="1932432" y="53365"/>
                  </a:moveTo>
                  <a:lnTo>
                    <a:pt x="1913966" y="47256"/>
                  </a:lnTo>
                  <a:lnTo>
                    <a:pt x="1775472" y="1536"/>
                  </a:lnTo>
                  <a:lnTo>
                    <a:pt x="1767586" y="0"/>
                  </a:lnTo>
                  <a:lnTo>
                    <a:pt x="1760423" y="1727"/>
                  </a:lnTo>
                  <a:lnTo>
                    <a:pt x="1754682" y="6045"/>
                  </a:lnTo>
                  <a:lnTo>
                    <a:pt x="1751088" y="12204"/>
                  </a:lnTo>
                  <a:lnTo>
                    <a:pt x="1750199" y="20091"/>
                  </a:lnTo>
                  <a:lnTo>
                    <a:pt x="1752028" y="27266"/>
                  </a:lnTo>
                  <a:lnTo>
                    <a:pt x="1756435" y="32994"/>
                  </a:lnTo>
                  <a:lnTo>
                    <a:pt x="1763280" y="36601"/>
                  </a:lnTo>
                  <a:lnTo>
                    <a:pt x="1857895" y="68910"/>
                  </a:lnTo>
                  <a:lnTo>
                    <a:pt x="1783092" y="135661"/>
                  </a:lnTo>
                  <a:lnTo>
                    <a:pt x="1778774" y="141224"/>
                  </a:lnTo>
                  <a:lnTo>
                    <a:pt x="1777187" y="148234"/>
                  </a:lnTo>
                  <a:lnTo>
                    <a:pt x="1778152" y="155803"/>
                  </a:lnTo>
                  <a:lnTo>
                    <a:pt x="1781568" y="163093"/>
                  </a:lnTo>
                  <a:lnTo>
                    <a:pt x="1787994" y="167398"/>
                  </a:lnTo>
                  <a:lnTo>
                    <a:pt x="1795284" y="168998"/>
                  </a:lnTo>
                  <a:lnTo>
                    <a:pt x="1802561" y="168021"/>
                  </a:lnTo>
                  <a:lnTo>
                    <a:pt x="1809000" y="164617"/>
                  </a:lnTo>
                  <a:lnTo>
                    <a:pt x="1903691" y="79260"/>
                  </a:lnTo>
                  <a:lnTo>
                    <a:pt x="1932432" y="53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202950" y="3833876"/>
            <a:ext cx="14446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323604" y="2233632"/>
            <a:ext cx="5034915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18285">
              <a:lnSpc>
                <a:spcPts val="232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  <a:p>
            <a:pPr algn="r" marR="5080">
              <a:lnSpc>
                <a:spcPts val="2105"/>
              </a:lnSpc>
            </a:pPr>
            <a:r>
              <a:rPr dirty="0" sz="2000">
                <a:latin typeface="Arial MT"/>
                <a:cs typeface="Arial MT"/>
              </a:rPr>
              <a:t>Open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85"/>
              </a:lnSpc>
            </a:pPr>
            <a:r>
              <a:rPr dirty="0" sz="2000" spc="-10">
                <a:latin typeface="Tahoma"/>
                <a:cs typeface="Tahoma"/>
              </a:rPr>
              <a:t>Restock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748027" y="4719827"/>
            <a:ext cx="5733415" cy="1903730"/>
            <a:chOff x="1748027" y="4719827"/>
            <a:chExt cx="5733415" cy="1903730"/>
          </a:xfrm>
        </p:grpSpPr>
        <p:sp>
          <p:nvSpPr>
            <p:cNvPr id="16" name="object 16" descr=""/>
            <p:cNvSpPr/>
            <p:nvPr/>
          </p:nvSpPr>
          <p:spPr>
            <a:xfrm>
              <a:off x="1752599" y="5103876"/>
              <a:ext cx="1853564" cy="745490"/>
            </a:xfrm>
            <a:custGeom>
              <a:avLst/>
              <a:gdLst/>
              <a:ahLst/>
              <a:cxnLst/>
              <a:rect l="l" t="t" r="r" b="b"/>
              <a:pathLst>
                <a:path w="1853564" h="745489">
                  <a:moveTo>
                    <a:pt x="0" y="371856"/>
                  </a:moveTo>
                  <a:lnTo>
                    <a:pt x="9226" y="319166"/>
                  </a:lnTo>
                  <a:lnTo>
                    <a:pt x="36059" y="268774"/>
                  </a:lnTo>
                  <a:lnTo>
                    <a:pt x="79231" y="221177"/>
                  </a:lnTo>
                  <a:lnTo>
                    <a:pt x="137473" y="176875"/>
                  </a:lnTo>
                  <a:lnTo>
                    <a:pt x="171849" y="156115"/>
                  </a:lnTo>
                  <a:lnTo>
                    <a:pt x="209517" y="136366"/>
                  </a:lnTo>
                  <a:lnTo>
                    <a:pt x="250317" y="117691"/>
                  </a:lnTo>
                  <a:lnTo>
                    <a:pt x="294093" y="100151"/>
                  </a:lnTo>
                  <a:lnTo>
                    <a:pt x="340684" y="83809"/>
                  </a:lnTo>
                  <a:lnTo>
                    <a:pt x="389933" y="68727"/>
                  </a:lnTo>
                  <a:lnTo>
                    <a:pt x="441680" y="54968"/>
                  </a:lnTo>
                  <a:lnTo>
                    <a:pt x="495768" y="42594"/>
                  </a:lnTo>
                  <a:lnTo>
                    <a:pt x="552038" y="31668"/>
                  </a:lnTo>
                  <a:lnTo>
                    <a:pt x="610330" y="22251"/>
                  </a:lnTo>
                  <a:lnTo>
                    <a:pt x="670488" y="14407"/>
                  </a:lnTo>
                  <a:lnTo>
                    <a:pt x="732351" y="8197"/>
                  </a:lnTo>
                  <a:lnTo>
                    <a:pt x="795762" y="3685"/>
                  </a:lnTo>
                  <a:lnTo>
                    <a:pt x="860562" y="931"/>
                  </a:lnTo>
                  <a:lnTo>
                    <a:pt x="926591" y="0"/>
                  </a:lnTo>
                  <a:lnTo>
                    <a:pt x="992803" y="931"/>
                  </a:lnTo>
                  <a:lnTo>
                    <a:pt x="1057752" y="3685"/>
                  </a:lnTo>
                  <a:lnTo>
                    <a:pt x="1121283" y="8197"/>
                  </a:lnTo>
                  <a:lnTo>
                    <a:pt x="1183238" y="14407"/>
                  </a:lnTo>
                  <a:lnTo>
                    <a:pt x="1243461" y="22251"/>
                  </a:lnTo>
                  <a:lnTo>
                    <a:pt x="1301797" y="31668"/>
                  </a:lnTo>
                  <a:lnTo>
                    <a:pt x="1358088" y="42594"/>
                  </a:lnTo>
                  <a:lnTo>
                    <a:pt x="1412179" y="54968"/>
                  </a:lnTo>
                  <a:lnTo>
                    <a:pt x="1463913" y="68727"/>
                  </a:lnTo>
                  <a:lnTo>
                    <a:pt x="1513134" y="83809"/>
                  </a:lnTo>
                  <a:lnTo>
                    <a:pt x="1559686" y="100151"/>
                  </a:lnTo>
                  <a:lnTo>
                    <a:pt x="1603411" y="117691"/>
                  </a:lnTo>
                  <a:lnTo>
                    <a:pt x="1644155" y="136366"/>
                  </a:lnTo>
                  <a:lnTo>
                    <a:pt x="1681760" y="156115"/>
                  </a:lnTo>
                  <a:lnTo>
                    <a:pt x="1716070" y="176875"/>
                  </a:lnTo>
                  <a:lnTo>
                    <a:pt x="1774181" y="221177"/>
                  </a:lnTo>
                  <a:lnTo>
                    <a:pt x="1817238" y="268774"/>
                  </a:lnTo>
                  <a:lnTo>
                    <a:pt x="1843989" y="319166"/>
                  </a:lnTo>
                  <a:lnTo>
                    <a:pt x="1853183" y="371856"/>
                  </a:lnTo>
                  <a:lnTo>
                    <a:pt x="1850859" y="398464"/>
                  </a:lnTo>
                  <a:lnTo>
                    <a:pt x="1832730" y="450130"/>
                  </a:lnTo>
                  <a:lnTo>
                    <a:pt x="1797670" y="499301"/>
                  </a:lnTo>
                  <a:lnTo>
                    <a:pt x="1746930" y="545466"/>
                  </a:lnTo>
                  <a:lnTo>
                    <a:pt x="1681760" y="588113"/>
                  </a:lnTo>
                  <a:lnTo>
                    <a:pt x="1644155" y="607958"/>
                  </a:lnTo>
                  <a:lnTo>
                    <a:pt x="1603411" y="626733"/>
                  </a:lnTo>
                  <a:lnTo>
                    <a:pt x="1559686" y="644372"/>
                  </a:lnTo>
                  <a:lnTo>
                    <a:pt x="1513134" y="660812"/>
                  </a:lnTo>
                  <a:lnTo>
                    <a:pt x="1463913" y="675990"/>
                  </a:lnTo>
                  <a:lnTo>
                    <a:pt x="1412179" y="689842"/>
                  </a:lnTo>
                  <a:lnTo>
                    <a:pt x="1358088" y="702303"/>
                  </a:lnTo>
                  <a:lnTo>
                    <a:pt x="1301797" y="713310"/>
                  </a:lnTo>
                  <a:lnTo>
                    <a:pt x="1243461" y="722799"/>
                  </a:lnTo>
                  <a:lnTo>
                    <a:pt x="1183238" y="730706"/>
                  </a:lnTo>
                  <a:lnTo>
                    <a:pt x="1121283" y="736967"/>
                  </a:lnTo>
                  <a:lnTo>
                    <a:pt x="1057752" y="741518"/>
                  </a:lnTo>
                  <a:lnTo>
                    <a:pt x="992803" y="744295"/>
                  </a:lnTo>
                  <a:lnTo>
                    <a:pt x="926591" y="745236"/>
                  </a:lnTo>
                  <a:lnTo>
                    <a:pt x="860562" y="744295"/>
                  </a:lnTo>
                  <a:lnTo>
                    <a:pt x="795762" y="741518"/>
                  </a:lnTo>
                  <a:lnTo>
                    <a:pt x="732351" y="736967"/>
                  </a:lnTo>
                  <a:lnTo>
                    <a:pt x="670488" y="730706"/>
                  </a:lnTo>
                  <a:lnTo>
                    <a:pt x="610330" y="722799"/>
                  </a:lnTo>
                  <a:lnTo>
                    <a:pt x="552038" y="713310"/>
                  </a:lnTo>
                  <a:lnTo>
                    <a:pt x="495768" y="702303"/>
                  </a:lnTo>
                  <a:lnTo>
                    <a:pt x="441680" y="689842"/>
                  </a:lnTo>
                  <a:lnTo>
                    <a:pt x="389933" y="675990"/>
                  </a:lnTo>
                  <a:lnTo>
                    <a:pt x="340684" y="660812"/>
                  </a:lnTo>
                  <a:lnTo>
                    <a:pt x="294093" y="644372"/>
                  </a:lnTo>
                  <a:lnTo>
                    <a:pt x="250317" y="626733"/>
                  </a:lnTo>
                  <a:lnTo>
                    <a:pt x="209517" y="607958"/>
                  </a:lnTo>
                  <a:lnTo>
                    <a:pt x="171849" y="588113"/>
                  </a:lnTo>
                  <a:lnTo>
                    <a:pt x="137473" y="567261"/>
                  </a:lnTo>
                  <a:lnTo>
                    <a:pt x="79231" y="522791"/>
                  </a:lnTo>
                  <a:lnTo>
                    <a:pt x="36059" y="475060"/>
                  </a:lnTo>
                  <a:lnTo>
                    <a:pt x="9226" y="424577"/>
                  </a:lnTo>
                  <a:lnTo>
                    <a:pt x="0" y="37185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51348" y="4724399"/>
              <a:ext cx="2025650" cy="944880"/>
            </a:xfrm>
            <a:custGeom>
              <a:avLst/>
              <a:gdLst/>
              <a:ahLst/>
              <a:cxnLst/>
              <a:rect l="l" t="t" r="r" b="b"/>
              <a:pathLst>
                <a:path w="2025650" h="944879">
                  <a:moveTo>
                    <a:pt x="0" y="472439"/>
                  </a:moveTo>
                  <a:lnTo>
                    <a:pt x="7877" y="413240"/>
                  </a:lnTo>
                  <a:lnTo>
                    <a:pt x="30879" y="356217"/>
                  </a:lnTo>
                  <a:lnTo>
                    <a:pt x="68061" y="301817"/>
                  </a:lnTo>
                  <a:lnTo>
                    <a:pt x="118479" y="250483"/>
                  </a:lnTo>
                  <a:lnTo>
                    <a:pt x="148356" y="226106"/>
                  </a:lnTo>
                  <a:lnTo>
                    <a:pt x="181187" y="202663"/>
                  </a:lnTo>
                  <a:lnTo>
                    <a:pt x="216855" y="180209"/>
                  </a:lnTo>
                  <a:lnTo>
                    <a:pt x="255241" y="158801"/>
                  </a:lnTo>
                  <a:lnTo>
                    <a:pt x="296227" y="138493"/>
                  </a:lnTo>
                  <a:lnTo>
                    <a:pt x="339695" y="119342"/>
                  </a:lnTo>
                  <a:lnTo>
                    <a:pt x="385528" y="101403"/>
                  </a:lnTo>
                  <a:lnTo>
                    <a:pt x="433606" y="84732"/>
                  </a:lnTo>
                  <a:lnTo>
                    <a:pt x="483813" y="69384"/>
                  </a:lnTo>
                  <a:lnTo>
                    <a:pt x="536029" y="55416"/>
                  </a:lnTo>
                  <a:lnTo>
                    <a:pt x="590136" y="42882"/>
                  </a:lnTo>
                  <a:lnTo>
                    <a:pt x="646017" y="31839"/>
                  </a:lnTo>
                  <a:lnTo>
                    <a:pt x="703554" y="22342"/>
                  </a:lnTo>
                  <a:lnTo>
                    <a:pt x="762628" y="14447"/>
                  </a:lnTo>
                  <a:lnTo>
                    <a:pt x="823121" y="8210"/>
                  </a:lnTo>
                  <a:lnTo>
                    <a:pt x="884916" y="3686"/>
                  </a:lnTo>
                  <a:lnTo>
                    <a:pt x="947893" y="930"/>
                  </a:lnTo>
                  <a:lnTo>
                    <a:pt x="1011935" y="0"/>
                  </a:lnTo>
                  <a:lnTo>
                    <a:pt x="1076147" y="930"/>
                  </a:lnTo>
                  <a:lnTo>
                    <a:pt x="1139281" y="3686"/>
                  </a:lnTo>
                  <a:lnTo>
                    <a:pt x="1201219" y="8210"/>
                  </a:lnTo>
                  <a:lnTo>
                    <a:pt x="1261844" y="14447"/>
                  </a:lnTo>
                  <a:lnTo>
                    <a:pt x="1321038" y="22342"/>
                  </a:lnTo>
                  <a:lnTo>
                    <a:pt x="1378684" y="31839"/>
                  </a:lnTo>
                  <a:lnTo>
                    <a:pt x="1434664" y="42882"/>
                  </a:lnTo>
                  <a:lnTo>
                    <a:pt x="1488861" y="55416"/>
                  </a:lnTo>
                  <a:lnTo>
                    <a:pt x="1541156" y="69384"/>
                  </a:lnTo>
                  <a:lnTo>
                    <a:pt x="1591434" y="84732"/>
                  </a:lnTo>
                  <a:lnTo>
                    <a:pt x="1639574" y="101403"/>
                  </a:lnTo>
                  <a:lnTo>
                    <a:pt x="1685462" y="119342"/>
                  </a:lnTo>
                  <a:lnTo>
                    <a:pt x="1728977" y="138493"/>
                  </a:lnTo>
                  <a:lnTo>
                    <a:pt x="1770004" y="158801"/>
                  </a:lnTo>
                  <a:lnTo>
                    <a:pt x="1808425" y="180209"/>
                  </a:lnTo>
                  <a:lnTo>
                    <a:pt x="1844121" y="202663"/>
                  </a:lnTo>
                  <a:lnTo>
                    <a:pt x="1876976" y="226106"/>
                  </a:lnTo>
                  <a:lnTo>
                    <a:pt x="1906872" y="250483"/>
                  </a:lnTo>
                  <a:lnTo>
                    <a:pt x="1957315" y="301817"/>
                  </a:lnTo>
                  <a:lnTo>
                    <a:pt x="1994510" y="356217"/>
                  </a:lnTo>
                  <a:lnTo>
                    <a:pt x="2017517" y="413240"/>
                  </a:lnTo>
                  <a:lnTo>
                    <a:pt x="2025395" y="472439"/>
                  </a:lnTo>
                  <a:lnTo>
                    <a:pt x="2023406" y="502446"/>
                  </a:lnTo>
                  <a:lnTo>
                    <a:pt x="2007846" y="560863"/>
                  </a:lnTo>
                  <a:lnTo>
                    <a:pt x="1977627" y="616791"/>
                  </a:lnTo>
                  <a:lnTo>
                    <a:pt x="1933691" y="669797"/>
                  </a:lnTo>
                  <a:lnTo>
                    <a:pt x="1876976" y="719449"/>
                  </a:lnTo>
                  <a:lnTo>
                    <a:pt x="1844121" y="742882"/>
                  </a:lnTo>
                  <a:lnTo>
                    <a:pt x="1808425" y="765313"/>
                  </a:lnTo>
                  <a:lnTo>
                    <a:pt x="1770004" y="786690"/>
                  </a:lnTo>
                  <a:lnTo>
                    <a:pt x="1728977" y="806957"/>
                  </a:lnTo>
                  <a:lnTo>
                    <a:pt x="1685462" y="826062"/>
                  </a:lnTo>
                  <a:lnTo>
                    <a:pt x="1639574" y="843948"/>
                  </a:lnTo>
                  <a:lnTo>
                    <a:pt x="1591434" y="860563"/>
                  </a:lnTo>
                  <a:lnTo>
                    <a:pt x="1541156" y="875853"/>
                  </a:lnTo>
                  <a:lnTo>
                    <a:pt x="1488861" y="889763"/>
                  </a:lnTo>
                  <a:lnTo>
                    <a:pt x="1434664" y="902239"/>
                  </a:lnTo>
                  <a:lnTo>
                    <a:pt x="1378684" y="913227"/>
                  </a:lnTo>
                  <a:lnTo>
                    <a:pt x="1321038" y="922673"/>
                  </a:lnTo>
                  <a:lnTo>
                    <a:pt x="1261844" y="930523"/>
                  </a:lnTo>
                  <a:lnTo>
                    <a:pt x="1201219" y="936723"/>
                  </a:lnTo>
                  <a:lnTo>
                    <a:pt x="1139281" y="941218"/>
                  </a:lnTo>
                  <a:lnTo>
                    <a:pt x="1076147" y="943955"/>
                  </a:lnTo>
                  <a:lnTo>
                    <a:pt x="1011935" y="944879"/>
                  </a:lnTo>
                  <a:lnTo>
                    <a:pt x="947893" y="943955"/>
                  </a:lnTo>
                  <a:lnTo>
                    <a:pt x="884916" y="941218"/>
                  </a:lnTo>
                  <a:lnTo>
                    <a:pt x="823121" y="936723"/>
                  </a:lnTo>
                  <a:lnTo>
                    <a:pt x="762628" y="930523"/>
                  </a:lnTo>
                  <a:lnTo>
                    <a:pt x="703554" y="922673"/>
                  </a:lnTo>
                  <a:lnTo>
                    <a:pt x="646017" y="913227"/>
                  </a:lnTo>
                  <a:lnTo>
                    <a:pt x="590136" y="902239"/>
                  </a:lnTo>
                  <a:lnTo>
                    <a:pt x="536029" y="889763"/>
                  </a:lnTo>
                  <a:lnTo>
                    <a:pt x="483813" y="875853"/>
                  </a:lnTo>
                  <a:lnTo>
                    <a:pt x="433606" y="860563"/>
                  </a:lnTo>
                  <a:lnTo>
                    <a:pt x="385528" y="843948"/>
                  </a:lnTo>
                  <a:lnTo>
                    <a:pt x="339695" y="826062"/>
                  </a:lnTo>
                  <a:lnTo>
                    <a:pt x="296227" y="806957"/>
                  </a:lnTo>
                  <a:lnTo>
                    <a:pt x="255241" y="786690"/>
                  </a:lnTo>
                  <a:lnTo>
                    <a:pt x="216855" y="765313"/>
                  </a:lnTo>
                  <a:lnTo>
                    <a:pt x="181187" y="742882"/>
                  </a:lnTo>
                  <a:lnTo>
                    <a:pt x="148356" y="719449"/>
                  </a:lnTo>
                  <a:lnTo>
                    <a:pt x="118479" y="695070"/>
                  </a:lnTo>
                  <a:lnTo>
                    <a:pt x="68061" y="643687"/>
                  </a:lnTo>
                  <a:lnTo>
                    <a:pt x="30879" y="589165"/>
                  </a:lnTo>
                  <a:lnTo>
                    <a:pt x="7877" y="531939"/>
                  </a:lnTo>
                  <a:lnTo>
                    <a:pt x="0" y="4724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518903" y="5048999"/>
              <a:ext cx="1932939" cy="1574800"/>
            </a:xfrm>
            <a:custGeom>
              <a:avLst/>
              <a:gdLst/>
              <a:ahLst/>
              <a:cxnLst/>
              <a:rect l="l" t="t" r="r" b="b"/>
              <a:pathLst>
                <a:path w="1932939" h="1574800">
                  <a:moveTo>
                    <a:pt x="153924" y="673633"/>
                  </a:moveTo>
                  <a:lnTo>
                    <a:pt x="18288" y="603529"/>
                  </a:lnTo>
                  <a:lnTo>
                    <a:pt x="0" y="637057"/>
                  </a:lnTo>
                  <a:lnTo>
                    <a:pt x="135636" y="707161"/>
                  </a:lnTo>
                  <a:lnTo>
                    <a:pt x="153924" y="673633"/>
                  </a:lnTo>
                  <a:close/>
                </a:path>
                <a:path w="1932939" h="1574800">
                  <a:moveTo>
                    <a:pt x="234696" y="420649"/>
                  </a:moveTo>
                  <a:lnTo>
                    <a:pt x="227076" y="382549"/>
                  </a:lnTo>
                  <a:lnTo>
                    <a:pt x="77724" y="413029"/>
                  </a:lnTo>
                  <a:lnTo>
                    <a:pt x="85344" y="451129"/>
                  </a:lnTo>
                  <a:lnTo>
                    <a:pt x="234696" y="420649"/>
                  </a:lnTo>
                  <a:close/>
                </a:path>
                <a:path w="1932939" h="1574800">
                  <a:moveTo>
                    <a:pt x="391668" y="794029"/>
                  </a:moveTo>
                  <a:lnTo>
                    <a:pt x="256032" y="725449"/>
                  </a:lnTo>
                  <a:lnTo>
                    <a:pt x="237744" y="758977"/>
                  </a:lnTo>
                  <a:lnTo>
                    <a:pt x="373380" y="829081"/>
                  </a:lnTo>
                  <a:lnTo>
                    <a:pt x="391668" y="794029"/>
                  </a:lnTo>
                  <a:close/>
                </a:path>
                <a:path w="1932939" h="1574800">
                  <a:moveTo>
                    <a:pt x="496824" y="367309"/>
                  </a:moveTo>
                  <a:lnTo>
                    <a:pt x="489204" y="329209"/>
                  </a:lnTo>
                  <a:lnTo>
                    <a:pt x="339852" y="359689"/>
                  </a:lnTo>
                  <a:lnTo>
                    <a:pt x="347472" y="397789"/>
                  </a:lnTo>
                  <a:lnTo>
                    <a:pt x="496824" y="367309"/>
                  </a:lnTo>
                  <a:close/>
                </a:path>
                <a:path w="1932939" h="1574800">
                  <a:moveTo>
                    <a:pt x="627888" y="915949"/>
                  </a:moveTo>
                  <a:lnTo>
                    <a:pt x="492252" y="845845"/>
                  </a:lnTo>
                  <a:lnTo>
                    <a:pt x="475488" y="880897"/>
                  </a:lnTo>
                  <a:lnTo>
                    <a:pt x="611124" y="949477"/>
                  </a:lnTo>
                  <a:lnTo>
                    <a:pt x="627888" y="915949"/>
                  </a:lnTo>
                  <a:close/>
                </a:path>
                <a:path w="1932939" h="1574800">
                  <a:moveTo>
                    <a:pt x="757428" y="312445"/>
                  </a:moveTo>
                  <a:lnTo>
                    <a:pt x="749808" y="275869"/>
                  </a:lnTo>
                  <a:lnTo>
                    <a:pt x="600456" y="306349"/>
                  </a:lnTo>
                  <a:lnTo>
                    <a:pt x="608076" y="342925"/>
                  </a:lnTo>
                  <a:lnTo>
                    <a:pt x="757428" y="312445"/>
                  </a:lnTo>
                  <a:close/>
                </a:path>
                <a:path w="1932939" h="1574800">
                  <a:moveTo>
                    <a:pt x="865632" y="1037869"/>
                  </a:moveTo>
                  <a:lnTo>
                    <a:pt x="729996" y="967765"/>
                  </a:lnTo>
                  <a:lnTo>
                    <a:pt x="713232" y="1001293"/>
                  </a:lnTo>
                  <a:lnTo>
                    <a:pt x="848868" y="1071397"/>
                  </a:lnTo>
                  <a:lnTo>
                    <a:pt x="865632" y="1037869"/>
                  </a:lnTo>
                  <a:close/>
                </a:path>
                <a:path w="1932939" h="1574800">
                  <a:moveTo>
                    <a:pt x="1019556" y="259105"/>
                  </a:moveTo>
                  <a:lnTo>
                    <a:pt x="1011936" y="222529"/>
                  </a:lnTo>
                  <a:lnTo>
                    <a:pt x="862584" y="253009"/>
                  </a:lnTo>
                  <a:lnTo>
                    <a:pt x="870204" y="289585"/>
                  </a:lnTo>
                  <a:lnTo>
                    <a:pt x="1019556" y="259105"/>
                  </a:lnTo>
                  <a:close/>
                </a:path>
                <a:path w="1932939" h="1574800">
                  <a:moveTo>
                    <a:pt x="1103376" y="1158265"/>
                  </a:moveTo>
                  <a:lnTo>
                    <a:pt x="967740" y="1089685"/>
                  </a:lnTo>
                  <a:lnTo>
                    <a:pt x="950976" y="1123213"/>
                  </a:lnTo>
                  <a:lnTo>
                    <a:pt x="1086612" y="1193317"/>
                  </a:lnTo>
                  <a:lnTo>
                    <a:pt x="1103376" y="1158265"/>
                  </a:lnTo>
                  <a:close/>
                </a:path>
                <a:path w="1932939" h="1574800">
                  <a:moveTo>
                    <a:pt x="1280160" y="205765"/>
                  </a:moveTo>
                  <a:lnTo>
                    <a:pt x="1272540" y="169189"/>
                  </a:lnTo>
                  <a:lnTo>
                    <a:pt x="1123188" y="199669"/>
                  </a:lnTo>
                  <a:lnTo>
                    <a:pt x="1130808" y="236245"/>
                  </a:lnTo>
                  <a:lnTo>
                    <a:pt x="1280160" y="205765"/>
                  </a:lnTo>
                  <a:close/>
                </a:path>
                <a:path w="1932939" h="1574800">
                  <a:moveTo>
                    <a:pt x="1341120" y="1280185"/>
                  </a:moveTo>
                  <a:lnTo>
                    <a:pt x="1205484" y="1210081"/>
                  </a:lnTo>
                  <a:lnTo>
                    <a:pt x="1187196" y="1245133"/>
                  </a:lnTo>
                  <a:lnTo>
                    <a:pt x="1324356" y="1313713"/>
                  </a:lnTo>
                  <a:lnTo>
                    <a:pt x="1341120" y="1280185"/>
                  </a:lnTo>
                  <a:close/>
                </a:path>
                <a:path w="1932939" h="1574800">
                  <a:moveTo>
                    <a:pt x="1542300" y="152425"/>
                  </a:moveTo>
                  <a:lnTo>
                    <a:pt x="1534680" y="115836"/>
                  </a:lnTo>
                  <a:lnTo>
                    <a:pt x="1385316" y="146329"/>
                  </a:lnTo>
                  <a:lnTo>
                    <a:pt x="1392936" y="182905"/>
                  </a:lnTo>
                  <a:lnTo>
                    <a:pt x="1542300" y="152425"/>
                  </a:lnTo>
                  <a:close/>
                </a:path>
                <a:path w="1932939" h="1574800">
                  <a:moveTo>
                    <a:pt x="1578864" y="1402105"/>
                  </a:moveTo>
                  <a:lnTo>
                    <a:pt x="1443228" y="1332001"/>
                  </a:lnTo>
                  <a:lnTo>
                    <a:pt x="1424940" y="1365529"/>
                  </a:lnTo>
                  <a:lnTo>
                    <a:pt x="1560576" y="1435633"/>
                  </a:lnTo>
                  <a:lnTo>
                    <a:pt x="1578864" y="1402105"/>
                  </a:lnTo>
                  <a:close/>
                </a:path>
                <a:path w="1932939" h="1574800">
                  <a:moveTo>
                    <a:pt x="1802904" y="99085"/>
                  </a:moveTo>
                  <a:lnTo>
                    <a:pt x="1795284" y="62509"/>
                  </a:lnTo>
                  <a:lnTo>
                    <a:pt x="1645920" y="92989"/>
                  </a:lnTo>
                  <a:lnTo>
                    <a:pt x="1653540" y="129565"/>
                  </a:lnTo>
                  <a:lnTo>
                    <a:pt x="1802904" y="99085"/>
                  </a:lnTo>
                  <a:close/>
                </a:path>
                <a:path w="1932939" h="1574800">
                  <a:moveTo>
                    <a:pt x="1857756" y="1565173"/>
                  </a:moveTo>
                  <a:lnTo>
                    <a:pt x="1834045" y="1528597"/>
                  </a:lnTo>
                  <a:lnTo>
                    <a:pt x="1767840" y="1426489"/>
                  </a:lnTo>
                  <a:lnTo>
                    <a:pt x="1748980" y="1417485"/>
                  </a:lnTo>
                  <a:lnTo>
                    <a:pt x="1741932" y="1420393"/>
                  </a:lnTo>
                  <a:lnTo>
                    <a:pt x="1736267" y="1425930"/>
                  </a:lnTo>
                  <a:lnTo>
                    <a:pt x="1733169" y="1432775"/>
                  </a:lnTo>
                  <a:lnTo>
                    <a:pt x="1732940" y="1439887"/>
                  </a:lnTo>
                  <a:lnTo>
                    <a:pt x="1735836" y="1446301"/>
                  </a:lnTo>
                  <a:lnTo>
                    <a:pt x="1769173" y="1498777"/>
                  </a:lnTo>
                  <a:lnTo>
                    <a:pt x="1679448" y="1453921"/>
                  </a:lnTo>
                  <a:lnTo>
                    <a:pt x="1662684" y="1487449"/>
                  </a:lnTo>
                  <a:lnTo>
                    <a:pt x="1752092" y="1532648"/>
                  </a:lnTo>
                  <a:lnTo>
                    <a:pt x="1690116" y="1536217"/>
                  </a:lnTo>
                  <a:lnTo>
                    <a:pt x="1682762" y="1538452"/>
                  </a:lnTo>
                  <a:lnTo>
                    <a:pt x="1676971" y="1542694"/>
                  </a:lnTo>
                  <a:lnTo>
                    <a:pt x="1673186" y="1548638"/>
                  </a:lnTo>
                  <a:lnTo>
                    <a:pt x="1671828" y="1556029"/>
                  </a:lnTo>
                  <a:lnTo>
                    <a:pt x="1674304" y="1563382"/>
                  </a:lnTo>
                  <a:lnTo>
                    <a:pt x="1679067" y="1569173"/>
                  </a:lnTo>
                  <a:lnTo>
                    <a:pt x="1685544" y="1572958"/>
                  </a:lnTo>
                  <a:lnTo>
                    <a:pt x="1693164" y="1574317"/>
                  </a:lnTo>
                  <a:lnTo>
                    <a:pt x="1857756" y="1565173"/>
                  </a:lnTo>
                  <a:close/>
                </a:path>
                <a:path w="1932939" h="1574800">
                  <a:moveTo>
                    <a:pt x="1932432" y="53365"/>
                  </a:moveTo>
                  <a:lnTo>
                    <a:pt x="1913966" y="47256"/>
                  </a:lnTo>
                  <a:lnTo>
                    <a:pt x="1775472" y="1536"/>
                  </a:lnTo>
                  <a:lnTo>
                    <a:pt x="1767586" y="0"/>
                  </a:lnTo>
                  <a:lnTo>
                    <a:pt x="1760423" y="1727"/>
                  </a:lnTo>
                  <a:lnTo>
                    <a:pt x="1754682" y="6045"/>
                  </a:lnTo>
                  <a:lnTo>
                    <a:pt x="1751088" y="12204"/>
                  </a:lnTo>
                  <a:lnTo>
                    <a:pt x="1750199" y="20091"/>
                  </a:lnTo>
                  <a:lnTo>
                    <a:pt x="1752028" y="27266"/>
                  </a:lnTo>
                  <a:lnTo>
                    <a:pt x="1756435" y="32994"/>
                  </a:lnTo>
                  <a:lnTo>
                    <a:pt x="1763280" y="36601"/>
                  </a:lnTo>
                  <a:lnTo>
                    <a:pt x="1857895" y="68910"/>
                  </a:lnTo>
                  <a:lnTo>
                    <a:pt x="1783092" y="135661"/>
                  </a:lnTo>
                  <a:lnTo>
                    <a:pt x="1778774" y="141224"/>
                  </a:lnTo>
                  <a:lnTo>
                    <a:pt x="1777187" y="148234"/>
                  </a:lnTo>
                  <a:lnTo>
                    <a:pt x="1778152" y="155803"/>
                  </a:lnTo>
                  <a:lnTo>
                    <a:pt x="1781568" y="163093"/>
                  </a:lnTo>
                  <a:lnTo>
                    <a:pt x="1787994" y="167398"/>
                  </a:lnTo>
                  <a:lnTo>
                    <a:pt x="1795284" y="168998"/>
                  </a:lnTo>
                  <a:lnTo>
                    <a:pt x="1802561" y="168021"/>
                  </a:lnTo>
                  <a:lnTo>
                    <a:pt x="1809000" y="164617"/>
                  </a:lnTo>
                  <a:lnTo>
                    <a:pt x="1903691" y="79260"/>
                  </a:lnTo>
                  <a:lnTo>
                    <a:pt x="1932432" y="53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606832" y="6260029"/>
            <a:ext cx="14471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7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11426" y="4748266"/>
            <a:ext cx="4970780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54150">
              <a:lnSpc>
                <a:spcPts val="232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  <a:p>
            <a:pPr marL="3303904">
              <a:lnSpc>
                <a:spcPts val="2105"/>
              </a:lnSpc>
            </a:pPr>
            <a:r>
              <a:rPr dirty="0" sz="2000">
                <a:latin typeface="Arial MT"/>
                <a:cs typeface="Arial MT"/>
              </a:rPr>
              <a:t>Open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85"/>
              </a:lnSpc>
            </a:pPr>
            <a:r>
              <a:rPr dirty="0" sz="2000" spc="-10">
                <a:latin typeface="Tahoma"/>
                <a:cs typeface="Tahoma"/>
              </a:rPr>
              <a:t>Collect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278" y="563463"/>
            <a:ext cx="8517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Use</a:t>
            </a:r>
            <a:r>
              <a:rPr dirty="0" sz="3600" spc="-5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Case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b="1">
                <a:latin typeface="Tahoma"/>
                <a:cs typeface="Tahoma"/>
              </a:rPr>
              <a:t>–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200" b="1">
                <a:latin typeface="Arial"/>
                <a:cs typeface="Arial"/>
              </a:rPr>
              <a:t>Example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(self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service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machine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8262" y="1112058"/>
            <a:ext cx="44799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Tahoma"/>
                <a:cs typeface="Tahoma"/>
              </a:rPr>
              <a:t>–</a:t>
            </a:r>
            <a:r>
              <a:rPr dirty="0" sz="3200" spc="-75" b="1">
                <a:latin typeface="Tahoma"/>
                <a:cs typeface="Tahoma"/>
              </a:rPr>
              <a:t> </a:t>
            </a:r>
            <a:r>
              <a:rPr dirty="0" sz="3200" b="1">
                <a:latin typeface="Arial"/>
                <a:cs typeface="Arial"/>
              </a:rPr>
              <a:t>extends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relationship)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824037" y="2584513"/>
            <a:ext cx="5661025" cy="1992630"/>
            <a:chOff x="1824037" y="2584513"/>
            <a:chExt cx="5661025" cy="1992630"/>
          </a:xfrm>
        </p:grpSpPr>
        <p:sp>
          <p:nvSpPr>
            <p:cNvPr id="5" name="object 5" descr=""/>
            <p:cNvSpPr/>
            <p:nvPr/>
          </p:nvSpPr>
          <p:spPr>
            <a:xfrm>
              <a:off x="1828800" y="2589276"/>
              <a:ext cx="1853564" cy="745490"/>
            </a:xfrm>
            <a:custGeom>
              <a:avLst/>
              <a:gdLst/>
              <a:ahLst/>
              <a:cxnLst/>
              <a:rect l="l" t="t" r="r" b="b"/>
              <a:pathLst>
                <a:path w="1853564" h="745489">
                  <a:moveTo>
                    <a:pt x="0" y="371856"/>
                  </a:moveTo>
                  <a:lnTo>
                    <a:pt x="9226" y="319166"/>
                  </a:lnTo>
                  <a:lnTo>
                    <a:pt x="36059" y="268774"/>
                  </a:lnTo>
                  <a:lnTo>
                    <a:pt x="79231" y="221177"/>
                  </a:lnTo>
                  <a:lnTo>
                    <a:pt x="137473" y="176875"/>
                  </a:lnTo>
                  <a:lnTo>
                    <a:pt x="171849" y="156115"/>
                  </a:lnTo>
                  <a:lnTo>
                    <a:pt x="209517" y="136366"/>
                  </a:lnTo>
                  <a:lnTo>
                    <a:pt x="250317" y="117691"/>
                  </a:lnTo>
                  <a:lnTo>
                    <a:pt x="294093" y="100151"/>
                  </a:lnTo>
                  <a:lnTo>
                    <a:pt x="340684" y="83809"/>
                  </a:lnTo>
                  <a:lnTo>
                    <a:pt x="389933" y="68727"/>
                  </a:lnTo>
                  <a:lnTo>
                    <a:pt x="441680" y="54968"/>
                  </a:lnTo>
                  <a:lnTo>
                    <a:pt x="495768" y="42594"/>
                  </a:lnTo>
                  <a:lnTo>
                    <a:pt x="552038" y="31668"/>
                  </a:lnTo>
                  <a:lnTo>
                    <a:pt x="610330" y="22251"/>
                  </a:lnTo>
                  <a:lnTo>
                    <a:pt x="670488" y="14407"/>
                  </a:lnTo>
                  <a:lnTo>
                    <a:pt x="732351" y="8197"/>
                  </a:lnTo>
                  <a:lnTo>
                    <a:pt x="795762" y="3685"/>
                  </a:lnTo>
                  <a:lnTo>
                    <a:pt x="860562" y="931"/>
                  </a:lnTo>
                  <a:lnTo>
                    <a:pt x="926591" y="0"/>
                  </a:lnTo>
                  <a:lnTo>
                    <a:pt x="992803" y="931"/>
                  </a:lnTo>
                  <a:lnTo>
                    <a:pt x="1057752" y="3685"/>
                  </a:lnTo>
                  <a:lnTo>
                    <a:pt x="1121283" y="8197"/>
                  </a:lnTo>
                  <a:lnTo>
                    <a:pt x="1183238" y="14407"/>
                  </a:lnTo>
                  <a:lnTo>
                    <a:pt x="1243461" y="22251"/>
                  </a:lnTo>
                  <a:lnTo>
                    <a:pt x="1301797" y="31668"/>
                  </a:lnTo>
                  <a:lnTo>
                    <a:pt x="1358088" y="42594"/>
                  </a:lnTo>
                  <a:lnTo>
                    <a:pt x="1412179" y="54968"/>
                  </a:lnTo>
                  <a:lnTo>
                    <a:pt x="1463913" y="68727"/>
                  </a:lnTo>
                  <a:lnTo>
                    <a:pt x="1513134" y="83809"/>
                  </a:lnTo>
                  <a:lnTo>
                    <a:pt x="1559686" y="100151"/>
                  </a:lnTo>
                  <a:lnTo>
                    <a:pt x="1603411" y="117691"/>
                  </a:lnTo>
                  <a:lnTo>
                    <a:pt x="1644155" y="136366"/>
                  </a:lnTo>
                  <a:lnTo>
                    <a:pt x="1681760" y="156115"/>
                  </a:lnTo>
                  <a:lnTo>
                    <a:pt x="1716070" y="176875"/>
                  </a:lnTo>
                  <a:lnTo>
                    <a:pt x="1774181" y="221177"/>
                  </a:lnTo>
                  <a:lnTo>
                    <a:pt x="1817238" y="268774"/>
                  </a:lnTo>
                  <a:lnTo>
                    <a:pt x="1843989" y="319166"/>
                  </a:lnTo>
                  <a:lnTo>
                    <a:pt x="1853183" y="371856"/>
                  </a:lnTo>
                  <a:lnTo>
                    <a:pt x="1850859" y="398464"/>
                  </a:lnTo>
                  <a:lnTo>
                    <a:pt x="1832730" y="450130"/>
                  </a:lnTo>
                  <a:lnTo>
                    <a:pt x="1797670" y="499301"/>
                  </a:lnTo>
                  <a:lnTo>
                    <a:pt x="1746930" y="545466"/>
                  </a:lnTo>
                  <a:lnTo>
                    <a:pt x="1681760" y="588113"/>
                  </a:lnTo>
                  <a:lnTo>
                    <a:pt x="1644155" y="607958"/>
                  </a:lnTo>
                  <a:lnTo>
                    <a:pt x="1603411" y="626733"/>
                  </a:lnTo>
                  <a:lnTo>
                    <a:pt x="1559686" y="644372"/>
                  </a:lnTo>
                  <a:lnTo>
                    <a:pt x="1513134" y="660812"/>
                  </a:lnTo>
                  <a:lnTo>
                    <a:pt x="1463913" y="675990"/>
                  </a:lnTo>
                  <a:lnTo>
                    <a:pt x="1412179" y="689842"/>
                  </a:lnTo>
                  <a:lnTo>
                    <a:pt x="1358088" y="702303"/>
                  </a:lnTo>
                  <a:lnTo>
                    <a:pt x="1301797" y="713310"/>
                  </a:lnTo>
                  <a:lnTo>
                    <a:pt x="1243461" y="722799"/>
                  </a:lnTo>
                  <a:lnTo>
                    <a:pt x="1183238" y="730706"/>
                  </a:lnTo>
                  <a:lnTo>
                    <a:pt x="1121283" y="736967"/>
                  </a:lnTo>
                  <a:lnTo>
                    <a:pt x="1057752" y="741518"/>
                  </a:lnTo>
                  <a:lnTo>
                    <a:pt x="992803" y="744295"/>
                  </a:lnTo>
                  <a:lnTo>
                    <a:pt x="926591" y="745236"/>
                  </a:lnTo>
                  <a:lnTo>
                    <a:pt x="860562" y="744295"/>
                  </a:lnTo>
                  <a:lnTo>
                    <a:pt x="795762" y="741518"/>
                  </a:lnTo>
                  <a:lnTo>
                    <a:pt x="732351" y="736967"/>
                  </a:lnTo>
                  <a:lnTo>
                    <a:pt x="670488" y="730706"/>
                  </a:lnTo>
                  <a:lnTo>
                    <a:pt x="610330" y="722799"/>
                  </a:lnTo>
                  <a:lnTo>
                    <a:pt x="552038" y="713310"/>
                  </a:lnTo>
                  <a:lnTo>
                    <a:pt x="495768" y="702303"/>
                  </a:lnTo>
                  <a:lnTo>
                    <a:pt x="441680" y="689842"/>
                  </a:lnTo>
                  <a:lnTo>
                    <a:pt x="389933" y="675990"/>
                  </a:lnTo>
                  <a:lnTo>
                    <a:pt x="340684" y="660812"/>
                  </a:lnTo>
                  <a:lnTo>
                    <a:pt x="294093" y="644372"/>
                  </a:lnTo>
                  <a:lnTo>
                    <a:pt x="250317" y="626733"/>
                  </a:lnTo>
                  <a:lnTo>
                    <a:pt x="209517" y="607958"/>
                  </a:lnTo>
                  <a:lnTo>
                    <a:pt x="171849" y="588113"/>
                  </a:lnTo>
                  <a:lnTo>
                    <a:pt x="137473" y="567261"/>
                  </a:lnTo>
                  <a:lnTo>
                    <a:pt x="79231" y="522791"/>
                  </a:lnTo>
                  <a:lnTo>
                    <a:pt x="36059" y="475060"/>
                  </a:lnTo>
                  <a:lnTo>
                    <a:pt x="9226" y="424577"/>
                  </a:lnTo>
                  <a:lnTo>
                    <a:pt x="0" y="37185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52871" y="3628644"/>
              <a:ext cx="2026920" cy="943610"/>
            </a:xfrm>
            <a:custGeom>
              <a:avLst/>
              <a:gdLst/>
              <a:ahLst/>
              <a:cxnLst/>
              <a:rect l="l" t="t" r="r" b="b"/>
              <a:pathLst>
                <a:path w="2026920" h="943610">
                  <a:moveTo>
                    <a:pt x="0" y="472439"/>
                  </a:moveTo>
                  <a:lnTo>
                    <a:pt x="7878" y="412940"/>
                  </a:lnTo>
                  <a:lnTo>
                    <a:pt x="30885" y="355714"/>
                  </a:lnTo>
                  <a:lnTo>
                    <a:pt x="68080" y="301192"/>
                  </a:lnTo>
                  <a:lnTo>
                    <a:pt x="118523" y="249809"/>
                  </a:lnTo>
                  <a:lnTo>
                    <a:pt x="148419" y="225430"/>
                  </a:lnTo>
                  <a:lnTo>
                    <a:pt x="181274" y="201997"/>
                  </a:lnTo>
                  <a:lnTo>
                    <a:pt x="216970" y="179565"/>
                  </a:lnTo>
                  <a:lnTo>
                    <a:pt x="255391" y="158189"/>
                  </a:lnTo>
                  <a:lnTo>
                    <a:pt x="296418" y="137921"/>
                  </a:lnTo>
                  <a:lnTo>
                    <a:pt x="339933" y="118817"/>
                  </a:lnTo>
                  <a:lnTo>
                    <a:pt x="385821" y="100931"/>
                  </a:lnTo>
                  <a:lnTo>
                    <a:pt x="433961" y="84315"/>
                  </a:lnTo>
                  <a:lnTo>
                    <a:pt x="484239" y="69026"/>
                  </a:lnTo>
                  <a:lnTo>
                    <a:pt x="536534" y="55116"/>
                  </a:lnTo>
                  <a:lnTo>
                    <a:pt x="590731" y="42640"/>
                  </a:lnTo>
                  <a:lnTo>
                    <a:pt x="646711" y="31652"/>
                  </a:lnTo>
                  <a:lnTo>
                    <a:pt x="704357" y="22206"/>
                  </a:lnTo>
                  <a:lnTo>
                    <a:pt x="763551" y="14356"/>
                  </a:lnTo>
                  <a:lnTo>
                    <a:pt x="824176" y="8156"/>
                  </a:lnTo>
                  <a:lnTo>
                    <a:pt x="886114" y="3661"/>
                  </a:lnTo>
                  <a:lnTo>
                    <a:pt x="949248" y="924"/>
                  </a:lnTo>
                  <a:lnTo>
                    <a:pt x="1013460" y="0"/>
                  </a:lnTo>
                  <a:lnTo>
                    <a:pt x="1077509" y="924"/>
                  </a:lnTo>
                  <a:lnTo>
                    <a:pt x="1140505" y="3661"/>
                  </a:lnTo>
                  <a:lnTo>
                    <a:pt x="1202330" y="8156"/>
                  </a:lnTo>
                  <a:lnTo>
                    <a:pt x="1262864" y="14356"/>
                  </a:lnTo>
                  <a:lnTo>
                    <a:pt x="1321988" y="22206"/>
                  </a:lnTo>
                  <a:lnTo>
                    <a:pt x="1379584" y="31652"/>
                  </a:lnTo>
                  <a:lnTo>
                    <a:pt x="1435531" y="42640"/>
                  </a:lnTo>
                  <a:lnTo>
                    <a:pt x="1489711" y="55116"/>
                  </a:lnTo>
                  <a:lnTo>
                    <a:pt x="1542004" y="69026"/>
                  </a:lnTo>
                  <a:lnTo>
                    <a:pt x="1592292" y="84315"/>
                  </a:lnTo>
                  <a:lnTo>
                    <a:pt x="1640455" y="100931"/>
                  </a:lnTo>
                  <a:lnTo>
                    <a:pt x="1686374" y="118817"/>
                  </a:lnTo>
                  <a:lnTo>
                    <a:pt x="1729930" y="137921"/>
                  </a:lnTo>
                  <a:lnTo>
                    <a:pt x="1771004" y="158189"/>
                  </a:lnTo>
                  <a:lnTo>
                    <a:pt x="1809477" y="179565"/>
                  </a:lnTo>
                  <a:lnTo>
                    <a:pt x="1845229" y="201997"/>
                  </a:lnTo>
                  <a:lnTo>
                    <a:pt x="1878142" y="225430"/>
                  </a:lnTo>
                  <a:lnTo>
                    <a:pt x="1908096" y="249809"/>
                  </a:lnTo>
                  <a:lnTo>
                    <a:pt x="1958652" y="301192"/>
                  </a:lnTo>
                  <a:lnTo>
                    <a:pt x="1995943" y="355714"/>
                  </a:lnTo>
                  <a:lnTo>
                    <a:pt x="2019017" y="412940"/>
                  </a:lnTo>
                  <a:lnTo>
                    <a:pt x="2026920" y="472439"/>
                  </a:lnTo>
                  <a:lnTo>
                    <a:pt x="2024924" y="502277"/>
                  </a:lnTo>
                  <a:lnTo>
                    <a:pt x="2009316" y="560394"/>
                  </a:lnTo>
                  <a:lnTo>
                    <a:pt x="1979015" y="616070"/>
                  </a:lnTo>
                  <a:lnTo>
                    <a:pt x="1934972" y="668868"/>
                  </a:lnTo>
                  <a:lnTo>
                    <a:pt x="1878142" y="718351"/>
                  </a:lnTo>
                  <a:lnTo>
                    <a:pt x="1845229" y="741713"/>
                  </a:lnTo>
                  <a:lnTo>
                    <a:pt x="1809477" y="764082"/>
                  </a:lnTo>
                  <a:lnTo>
                    <a:pt x="1771004" y="785404"/>
                  </a:lnTo>
                  <a:lnTo>
                    <a:pt x="1729930" y="805624"/>
                  </a:lnTo>
                  <a:lnTo>
                    <a:pt x="1686374" y="824687"/>
                  </a:lnTo>
                  <a:lnTo>
                    <a:pt x="1640455" y="842540"/>
                  </a:lnTo>
                  <a:lnTo>
                    <a:pt x="1592292" y="859126"/>
                  </a:lnTo>
                  <a:lnTo>
                    <a:pt x="1542004" y="874392"/>
                  </a:lnTo>
                  <a:lnTo>
                    <a:pt x="1489711" y="888283"/>
                  </a:lnTo>
                  <a:lnTo>
                    <a:pt x="1435531" y="900745"/>
                  </a:lnTo>
                  <a:lnTo>
                    <a:pt x="1379584" y="911722"/>
                  </a:lnTo>
                  <a:lnTo>
                    <a:pt x="1321988" y="921160"/>
                  </a:lnTo>
                  <a:lnTo>
                    <a:pt x="1262864" y="929005"/>
                  </a:lnTo>
                  <a:lnTo>
                    <a:pt x="1202330" y="935201"/>
                  </a:lnTo>
                  <a:lnTo>
                    <a:pt x="1140505" y="939695"/>
                  </a:lnTo>
                  <a:lnTo>
                    <a:pt x="1077509" y="942431"/>
                  </a:lnTo>
                  <a:lnTo>
                    <a:pt x="1013460" y="943355"/>
                  </a:lnTo>
                  <a:lnTo>
                    <a:pt x="949248" y="942431"/>
                  </a:lnTo>
                  <a:lnTo>
                    <a:pt x="886114" y="939695"/>
                  </a:lnTo>
                  <a:lnTo>
                    <a:pt x="824176" y="935201"/>
                  </a:lnTo>
                  <a:lnTo>
                    <a:pt x="763551" y="929005"/>
                  </a:lnTo>
                  <a:lnTo>
                    <a:pt x="704357" y="921160"/>
                  </a:lnTo>
                  <a:lnTo>
                    <a:pt x="646711" y="911722"/>
                  </a:lnTo>
                  <a:lnTo>
                    <a:pt x="590731" y="900745"/>
                  </a:lnTo>
                  <a:lnTo>
                    <a:pt x="536534" y="888283"/>
                  </a:lnTo>
                  <a:lnTo>
                    <a:pt x="484239" y="874392"/>
                  </a:lnTo>
                  <a:lnTo>
                    <a:pt x="433961" y="859126"/>
                  </a:lnTo>
                  <a:lnTo>
                    <a:pt x="385821" y="842540"/>
                  </a:lnTo>
                  <a:lnTo>
                    <a:pt x="339933" y="824687"/>
                  </a:lnTo>
                  <a:lnTo>
                    <a:pt x="296418" y="805624"/>
                  </a:lnTo>
                  <a:lnTo>
                    <a:pt x="255391" y="785404"/>
                  </a:lnTo>
                  <a:lnTo>
                    <a:pt x="216970" y="764082"/>
                  </a:lnTo>
                  <a:lnTo>
                    <a:pt x="181274" y="741713"/>
                  </a:lnTo>
                  <a:lnTo>
                    <a:pt x="148419" y="718351"/>
                  </a:lnTo>
                  <a:lnTo>
                    <a:pt x="118523" y="694051"/>
                  </a:lnTo>
                  <a:lnTo>
                    <a:pt x="68080" y="642856"/>
                  </a:lnTo>
                  <a:lnTo>
                    <a:pt x="30885" y="588565"/>
                  </a:lnTo>
                  <a:lnTo>
                    <a:pt x="7878" y="531613"/>
                  </a:lnTo>
                  <a:lnTo>
                    <a:pt x="0" y="4724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604745" y="3936027"/>
            <a:ext cx="17094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Close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598164" y="2205037"/>
            <a:ext cx="3959860" cy="1902460"/>
            <a:chOff x="3598164" y="2205037"/>
            <a:chExt cx="3959860" cy="1902460"/>
          </a:xfrm>
        </p:grpSpPr>
        <p:sp>
          <p:nvSpPr>
            <p:cNvPr id="9" name="object 9" descr=""/>
            <p:cNvSpPr/>
            <p:nvPr/>
          </p:nvSpPr>
          <p:spPr>
            <a:xfrm>
              <a:off x="5527548" y="2209800"/>
              <a:ext cx="2025650" cy="944880"/>
            </a:xfrm>
            <a:custGeom>
              <a:avLst/>
              <a:gdLst/>
              <a:ahLst/>
              <a:cxnLst/>
              <a:rect l="l" t="t" r="r" b="b"/>
              <a:pathLst>
                <a:path w="2025650" h="944880">
                  <a:moveTo>
                    <a:pt x="0" y="472439"/>
                  </a:moveTo>
                  <a:lnTo>
                    <a:pt x="7877" y="413240"/>
                  </a:lnTo>
                  <a:lnTo>
                    <a:pt x="30879" y="356217"/>
                  </a:lnTo>
                  <a:lnTo>
                    <a:pt x="68061" y="301817"/>
                  </a:lnTo>
                  <a:lnTo>
                    <a:pt x="118479" y="250483"/>
                  </a:lnTo>
                  <a:lnTo>
                    <a:pt x="148356" y="226106"/>
                  </a:lnTo>
                  <a:lnTo>
                    <a:pt x="181187" y="202663"/>
                  </a:lnTo>
                  <a:lnTo>
                    <a:pt x="216855" y="180209"/>
                  </a:lnTo>
                  <a:lnTo>
                    <a:pt x="255241" y="158801"/>
                  </a:lnTo>
                  <a:lnTo>
                    <a:pt x="296227" y="138493"/>
                  </a:lnTo>
                  <a:lnTo>
                    <a:pt x="339695" y="119342"/>
                  </a:lnTo>
                  <a:lnTo>
                    <a:pt x="385528" y="101403"/>
                  </a:lnTo>
                  <a:lnTo>
                    <a:pt x="433606" y="84732"/>
                  </a:lnTo>
                  <a:lnTo>
                    <a:pt x="483813" y="69384"/>
                  </a:lnTo>
                  <a:lnTo>
                    <a:pt x="536029" y="55416"/>
                  </a:lnTo>
                  <a:lnTo>
                    <a:pt x="590136" y="42882"/>
                  </a:lnTo>
                  <a:lnTo>
                    <a:pt x="646017" y="31839"/>
                  </a:lnTo>
                  <a:lnTo>
                    <a:pt x="703554" y="22342"/>
                  </a:lnTo>
                  <a:lnTo>
                    <a:pt x="762628" y="14447"/>
                  </a:lnTo>
                  <a:lnTo>
                    <a:pt x="823121" y="8210"/>
                  </a:lnTo>
                  <a:lnTo>
                    <a:pt x="884916" y="3686"/>
                  </a:lnTo>
                  <a:lnTo>
                    <a:pt x="947893" y="930"/>
                  </a:lnTo>
                  <a:lnTo>
                    <a:pt x="1011935" y="0"/>
                  </a:lnTo>
                  <a:lnTo>
                    <a:pt x="1076147" y="930"/>
                  </a:lnTo>
                  <a:lnTo>
                    <a:pt x="1139281" y="3686"/>
                  </a:lnTo>
                  <a:lnTo>
                    <a:pt x="1201219" y="8210"/>
                  </a:lnTo>
                  <a:lnTo>
                    <a:pt x="1261844" y="14447"/>
                  </a:lnTo>
                  <a:lnTo>
                    <a:pt x="1321038" y="22342"/>
                  </a:lnTo>
                  <a:lnTo>
                    <a:pt x="1378684" y="31839"/>
                  </a:lnTo>
                  <a:lnTo>
                    <a:pt x="1434664" y="42882"/>
                  </a:lnTo>
                  <a:lnTo>
                    <a:pt x="1488861" y="55416"/>
                  </a:lnTo>
                  <a:lnTo>
                    <a:pt x="1541156" y="69384"/>
                  </a:lnTo>
                  <a:lnTo>
                    <a:pt x="1591434" y="84732"/>
                  </a:lnTo>
                  <a:lnTo>
                    <a:pt x="1639574" y="101403"/>
                  </a:lnTo>
                  <a:lnTo>
                    <a:pt x="1685462" y="119342"/>
                  </a:lnTo>
                  <a:lnTo>
                    <a:pt x="1728977" y="138493"/>
                  </a:lnTo>
                  <a:lnTo>
                    <a:pt x="1770004" y="158801"/>
                  </a:lnTo>
                  <a:lnTo>
                    <a:pt x="1808425" y="180209"/>
                  </a:lnTo>
                  <a:lnTo>
                    <a:pt x="1844121" y="202663"/>
                  </a:lnTo>
                  <a:lnTo>
                    <a:pt x="1876976" y="226106"/>
                  </a:lnTo>
                  <a:lnTo>
                    <a:pt x="1906872" y="250483"/>
                  </a:lnTo>
                  <a:lnTo>
                    <a:pt x="1957315" y="301817"/>
                  </a:lnTo>
                  <a:lnTo>
                    <a:pt x="1994510" y="356217"/>
                  </a:lnTo>
                  <a:lnTo>
                    <a:pt x="2017517" y="413240"/>
                  </a:lnTo>
                  <a:lnTo>
                    <a:pt x="2025395" y="472439"/>
                  </a:lnTo>
                  <a:lnTo>
                    <a:pt x="2023406" y="502446"/>
                  </a:lnTo>
                  <a:lnTo>
                    <a:pt x="2007846" y="560863"/>
                  </a:lnTo>
                  <a:lnTo>
                    <a:pt x="1977627" y="616791"/>
                  </a:lnTo>
                  <a:lnTo>
                    <a:pt x="1933691" y="669797"/>
                  </a:lnTo>
                  <a:lnTo>
                    <a:pt x="1876976" y="719449"/>
                  </a:lnTo>
                  <a:lnTo>
                    <a:pt x="1844121" y="742882"/>
                  </a:lnTo>
                  <a:lnTo>
                    <a:pt x="1808425" y="765313"/>
                  </a:lnTo>
                  <a:lnTo>
                    <a:pt x="1770004" y="786690"/>
                  </a:lnTo>
                  <a:lnTo>
                    <a:pt x="1728977" y="806957"/>
                  </a:lnTo>
                  <a:lnTo>
                    <a:pt x="1685462" y="826062"/>
                  </a:lnTo>
                  <a:lnTo>
                    <a:pt x="1639574" y="843948"/>
                  </a:lnTo>
                  <a:lnTo>
                    <a:pt x="1591434" y="860563"/>
                  </a:lnTo>
                  <a:lnTo>
                    <a:pt x="1541156" y="875853"/>
                  </a:lnTo>
                  <a:lnTo>
                    <a:pt x="1488861" y="889763"/>
                  </a:lnTo>
                  <a:lnTo>
                    <a:pt x="1434664" y="902239"/>
                  </a:lnTo>
                  <a:lnTo>
                    <a:pt x="1378684" y="913227"/>
                  </a:lnTo>
                  <a:lnTo>
                    <a:pt x="1321038" y="922673"/>
                  </a:lnTo>
                  <a:lnTo>
                    <a:pt x="1261844" y="930523"/>
                  </a:lnTo>
                  <a:lnTo>
                    <a:pt x="1201219" y="936723"/>
                  </a:lnTo>
                  <a:lnTo>
                    <a:pt x="1139281" y="941218"/>
                  </a:lnTo>
                  <a:lnTo>
                    <a:pt x="1076147" y="943955"/>
                  </a:lnTo>
                  <a:lnTo>
                    <a:pt x="1011935" y="944879"/>
                  </a:lnTo>
                  <a:lnTo>
                    <a:pt x="947893" y="943955"/>
                  </a:lnTo>
                  <a:lnTo>
                    <a:pt x="884916" y="941218"/>
                  </a:lnTo>
                  <a:lnTo>
                    <a:pt x="823121" y="936723"/>
                  </a:lnTo>
                  <a:lnTo>
                    <a:pt x="762628" y="930523"/>
                  </a:lnTo>
                  <a:lnTo>
                    <a:pt x="703554" y="922673"/>
                  </a:lnTo>
                  <a:lnTo>
                    <a:pt x="646017" y="913227"/>
                  </a:lnTo>
                  <a:lnTo>
                    <a:pt x="590136" y="902239"/>
                  </a:lnTo>
                  <a:lnTo>
                    <a:pt x="536029" y="889763"/>
                  </a:lnTo>
                  <a:lnTo>
                    <a:pt x="483813" y="875853"/>
                  </a:lnTo>
                  <a:lnTo>
                    <a:pt x="433606" y="860563"/>
                  </a:lnTo>
                  <a:lnTo>
                    <a:pt x="385528" y="843948"/>
                  </a:lnTo>
                  <a:lnTo>
                    <a:pt x="339695" y="826062"/>
                  </a:lnTo>
                  <a:lnTo>
                    <a:pt x="296227" y="806957"/>
                  </a:lnTo>
                  <a:lnTo>
                    <a:pt x="255241" y="786690"/>
                  </a:lnTo>
                  <a:lnTo>
                    <a:pt x="216855" y="765313"/>
                  </a:lnTo>
                  <a:lnTo>
                    <a:pt x="181187" y="742882"/>
                  </a:lnTo>
                  <a:lnTo>
                    <a:pt x="148356" y="719449"/>
                  </a:lnTo>
                  <a:lnTo>
                    <a:pt x="118479" y="695070"/>
                  </a:lnTo>
                  <a:lnTo>
                    <a:pt x="68061" y="643687"/>
                  </a:lnTo>
                  <a:lnTo>
                    <a:pt x="30879" y="589165"/>
                  </a:lnTo>
                  <a:lnTo>
                    <a:pt x="7877" y="531939"/>
                  </a:lnTo>
                  <a:lnTo>
                    <a:pt x="0" y="4724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598164" y="2546603"/>
              <a:ext cx="1929764" cy="1560830"/>
            </a:xfrm>
            <a:custGeom>
              <a:avLst/>
              <a:gdLst/>
              <a:ahLst/>
              <a:cxnLst/>
              <a:rect l="l" t="t" r="r" b="b"/>
              <a:pathLst>
                <a:path w="1929764" h="1560829">
                  <a:moveTo>
                    <a:pt x="114300" y="647712"/>
                  </a:moveTo>
                  <a:lnTo>
                    <a:pt x="12192" y="595896"/>
                  </a:lnTo>
                  <a:lnTo>
                    <a:pt x="0" y="621804"/>
                  </a:lnTo>
                  <a:lnTo>
                    <a:pt x="102108" y="673620"/>
                  </a:lnTo>
                  <a:lnTo>
                    <a:pt x="114300" y="647712"/>
                  </a:lnTo>
                  <a:close/>
                </a:path>
                <a:path w="1929764" h="1560829">
                  <a:moveTo>
                    <a:pt x="193535" y="409956"/>
                  </a:moveTo>
                  <a:lnTo>
                    <a:pt x="188963" y="382524"/>
                  </a:lnTo>
                  <a:lnTo>
                    <a:pt x="76187" y="405384"/>
                  </a:lnTo>
                  <a:lnTo>
                    <a:pt x="82283" y="432816"/>
                  </a:lnTo>
                  <a:lnTo>
                    <a:pt x="193535" y="409956"/>
                  </a:lnTo>
                  <a:close/>
                </a:path>
                <a:path w="1929764" h="1560829">
                  <a:moveTo>
                    <a:pt x="292608" y="739152"/>
                  </a:moveTo>
                  <a:lnTo>
                    <a:pt x="190500" y="687336"/>
                  </a:lnTo>
                  <a:lnTo>
                    <a:pt x="178308" y="711720"/>
                  </a:lnTo>
                  <a:lnTo>
                    <a:pt x="278892" y="763536"/>
                  </a:lnTo>
                  <a:lnTo>
                    <a:pt x="292608" y="739152"/>
                  </a:lnTo>
                  <a:close/>
                </a:path>
                <a:path w="1929764" h="1560829">
                  <a:moveTo>
                    <a:pt x="390131" y="370332"/>
                  </a:moveTo>
                  <a:lnTo>
                    <a:pt x="384035" y="342900"/>
                  </a:lnTo>
                  <a:lnTo>
                    <a:pt x="272783" y="365760"/>
                  </a:lnTo>
                  <a:lnTo>
                    <a:pt x="277355" y="393192"/>
                  </a:lnTo>
                  <a:lnTo>
                    <a:pt x="390131" y="370332"/>
                  </a:lnTo>
                  <a:close/>
                </a:path>
                <a:path w="1929764" h="1560829">
                  <a:moveTo>
                    <a:pt x="470916" y="830592"/>
                  </a:moveTo>
                  <a:lnTo>
                    <a:pt x="368808" y="777252"/>
                  </a:lnTo>
                  <a:lnTo>
                    <a:pt x="356616" y="803160"/>
                  </a:lnTo>
                  <a:lnTo>
                    <a:pt x="457200" y="854976"/>
                  </a:lnTo>
                  <a:lnTo>
                    <a:pt x="470916" y="830592"/>
                  </a:lnTo>
                  <a:close/>
                </a:path>
                <a:path w="1929764" h="1560829">
                  <a:moveTo>
                    <a:pt x="586727" y="330708"/>
                  </a:moveTo>
                  <a:lnTo>
                    <a:pt x="580631" y="303276"/>
                  </a:lnTo>
                  <a:lnTo>
                    <a:pt x="467855" y="326136"/>
                  </a:lnTo>
                  <a:lnTo>
                    <a:pt x="473951" y="353568"/>
                  </a:lnTo>
                  <a:lnTo>
                    <a:pt x="586727" y="330708"/>
                  </a:lnTo>
                  <a:close/>
                </a:path>
                <a:path w="1929764" h="1560829">
                  <a:moveTo>
                    <a:pt x="649224" y="920508"/>
                  </a:moveTo>
                  <a:lnTo>
                    <a:pt x="547116" y="868692"/>
                  </a:lnTo>
                  <a:lnTo>
                    <a:pt x="533400" y="894600"/>
                  </a:lnTo>
                  <a:lnTo>
                    <a:pt x="635508" y="946416"/>
                  </a:lnTo>
                  <a:lnTo>
                    <a:pt x="649224" y="920508"/>
                  </a:lnTo>
                  <a:close/>
                </a:path>
                <a:path w="1929764" h="1560829">
                  <a:moveTo>
                    <a:pt x="781799" y="291084"/>
                  </a:moveTo>
                  <a:lnTo>
                    <a:pt x="775703" y="262128"/>
                  </a:lnTo>
                  <a:lnTo>
                    <a:pt x="664451" y="284988"/>
                  </a:lnTo>
                  <a:lnTo>
                    <a:pt x="670547" y="313944"/>
                  </a:lnTo>
                  <a:lnTo>
                    <a:pt x="781799" y="291084"/>
                  </a:lnTo>
                  <a:close/>
                </a:path>
                <a:path w="1929764" h="1560829">
                  <a:moveTo>
                    <a:pt x="827532" y="1011948"/>
                  </a:moveTo>
                  <a:lnTo>
                    <a:pt x="725424" y="960132"/>
                  </a:lnTo>
                  <a:lnTo>
                    <a:pt x="711708" y="986040"/>
                  </a:lnTo>
                  <a:lnTo>
                    <a:pt x="813816" y="1037856"/>
                  </a:lnTo>
                  <a:lnTo>
                    <a:pt x="827532" y="1011948"/>
                  </a:lnTo>
                  <a:close/>
                </a:path>
                <a:path w="1929764" h="1560829">
                  <a:moveTo>
                    <a:pt x="978395" y="249936"/>
                  </a:moveTo>
                  <a:lnTo>
                    <a:pt x="972299" y="222504"/>
                  </a:lnTo>
                  <a:lnTo>
                    <a:pt x="859523" y="245364"/>
                  </a:lnTo>
                  <a:lnTo>
                    <a:pt x="865619" y="272796"/>
                  </a:lnTo>
                  <a:lnTo>
                    <a:pt x="978395" y="249936"/>
                  </a:lnTo>
                  <a:close/>
                </a:path>
                <a:path w="1929764" h="1560829">
                  <a:moveTo>
                    <a:pt x="1004316" y="1103388"/>
                  </a:moveTo>
                  <a:lnTo>
                    <a:pt x="903732" y="1051572"/>
                  </a:lnTo>
                  <a:lnTo>
                    <a:pt x="890016" y="1075956"/>
                  </a:lnTo>
                  <a:lnTo>
                    <a:pt x="992124" y="1127772"/>
                  </a:lnTo>
                  <a:lnTo>
                    <a:pt x="1004316" y="1103388"/>
                  </a:lnTo>
                  <a:close/>
                </a:path>
                <a:path w="1929764" h="1560829">
                  <a:moveTo>
                    <a:pt x="1173467" y="210312"/>
                  </a:moveTo>
                  <a:lnTo>
                    <a:pt x="1168895" y="182880"/>
                  </a:lnTo>
                  <a:lnTo>
                    <a:pt x="1056119" y="205740"/>
                  </a:lnTo>
                  <a:lnTo>
                    <a:pt x="1062215" y="233172"/>
                  </a:lnTo>
                  <a:lnTo>
                    <a:pt x="1173467" y="210312"/>
                  </a:lnTo>
                  <a:close/>
                </a:path>
                <a:path w="1929764" h="1560829">
                  <a:moveTo>
                    <a:pt x="1182624" y="1193304"/>
                  </a:moveTo>
                  <a:lnTo>
                    <a:pt x="1082040" y="1141488"/>
                  </a:lnTo>
                  <a:lnTo>
                    <a:pt x="1068324" y="1167396"/>
                  </a:lnTo>
                  <a:lnTo>
                    <a:pt x="1170432" y="1219212"/>
                  </a:lnTo>
                  <a:lnTo>
                    <a:pt x="1182624" y="1193304"/>
                  </a:lnTo>
                  <a:close/>
                </a:path>
                <a:path w="1929764" h="1560829">
                  <a:moveTo>
                    <a:pt x="1360932" y="1284744"/>
                  </a:moveTo>
                  <a:lnTo>
                    <a:pt x="1258824" y="1232928"/>
                  </a:lnTo>
                  <a:lnTo>
                    <a:pt x="1246632" y="1258836"/>
                  </a:lnTo>
                  <a:lnTo>
                    <a:pt x="1348740" y="1310652"/>
                  </a:lnTo>
                  <a:lnTo>
                    <a:pt x="1360932" y="1284744"/>
                  </a:lnTo>
                  <a:close/>
                </a:path>
                <a:path w="1929764" h="1560829">
                  <a:moveTo>
                    <a:pt x="1370063" y="170688"/>
                  </a:moveTo>
                  <a:lnTo>
                    <a:pt x="1363967" y="141732"/>
                  </a:lnTo>
                  <a:lnTo>
                    <a:pt x="1252715" y="164592"/>
                  </a:lnTo>
                  <a:lnTo>
                    <a:pt x="1257287" y="193548"/>
                  </a:lnTo>
                  <a:lnTo>
                    <a:pt x="1370063" y="170688"/>
                  </a:lnTo>
                  <a:close/>
                </a:path>
                <a:path w="1929764" h="1560829">
                  <a:moveTo>
                    <a:pt x="1539240" y="1376184"/>
                  </a:moveTo>
                  <a:lnTo>
                    <a:pt x="1437132" y="1324368"/>
                  </a:lnTo>
                  <a:lnTo>
                    <a:pt x="1424940" y="1350276"/>
                  </a:lnTo>
                  <a:lnTo>
                    <a:pt x="1525524" y="1402092"/>
                  </a:lnTo>
                  <a:lnTo>
                    <a:pt x="1539240" y="1376184"/>
                  </a:lnTo>
                  <a:close/>
                </a:path>
                <a:path w="1929764" h="1560829">
                  <a:moveTo>
                    <a:pt x="1565135" y="131064"/>
                  </a:moveTo>
                  <a:lnTo>
                    <a:pt x="1560563" y="102108"/>
                  </a:lnTo>
                  <a:lnTo>
                    <a:pt x="1447787" y="124968"/>
                  </a:lnTo>
                  <a:lnTo>
                    <a:pt x="1453883" y="153924"/>
                  </a:lnTo>
                  <a:lnTo>
                    <a:pt x="1565135" y="131064"/>
                  </a:lnTo>
                  <a:close/>
                </a:path>
                <a:path w="1929764" h="1560829">
                  <a:moveTo>
                    <a:pt x="1717548" y="1467624"/>
                  </a:moveTo>
                  <a:lnTo>
                    <a:pt x="1615440" y="1415808"/>
                  </a:lnTo>
                  <a:lnTo>
                    <a:pt x="1603248" y="1440192"/>
                  </a:lnTo>
                  <a:lnTo>
                    <a:pt x="1703832" y="1492008"/>
                  </a:lnTo>
                  <a:lnTo>
                    <a:pt x="1717548" y="1467624"/>
                  </a:lnTo>
                  <a:close/>
                </a:path>
                <a:path w="1929764" h="1560829">
                  <a:moveTo>
                    <a:pt x="1761744" y="89916"/>
                  </a:moveTo>
                  <a:lnTo>
                    <a:pt x="1755635" y="62484"/>
                  </a:lnTo>
                  <a:lnTo>
                    <a:pt x="1644383" y="85344"/>
                  </a:lnTo>
                  <a:lnTo>
                    <a:pt x="1650479" y="112776"/>
                  </a:lnTo>
                  <a:lnTo>
                    <a:pt x="1761744" y="89916"/>
                  </a:lnTo>
                  <a:close/>
                </a:path>
                <a:path w="1929764" h="1560829">
                  <a:moveTo>
                    <a:pt x="1854708" y="1552968"/>
                  </a:moveTo>
                  <a:lnTo>
                    <a:pt x="1824126" y="1505724"/>
                  </a:lnTo>
                  <a:lnTo>
                    <a:pt x="1816608" y="1494104"/>
                  </a:lnTo>
                  <a:lnTo>
                    <a:pt x="1816608" y="1548396"/>
                  </a:lnTo>
                  <a:lnTo>
                    <a:pt x="1803031" y="1527098"/>
                  </a:lnTo>
                  <a:lnTo>
                    <a:pt x="1816608" y="1548396"/>
                  </a:lnTo>
                  <a:lnTo>
                    <a:pt x="1816608" y="1494104"/>
                  </a:lnTo>
                  <a:lnTo>
                    <a:pt x="1787652" y="1449336"/>
                  </a:lnTo>
                  <a:lnTo>
                    <a:pt x="1783080" y="1441716"/>
                  </a:lnTo>
                  <a:lnTo>
                    <a:pt x="1773936" y="1440192"/>
                  </a:lnTo>
                  <a:lnTo>
                    <a:pt x="1767840" y="1444764"/>
                  </a:lnTo>
                  <a:lnTo>
                    <a:pt x="1760220" y="1449336"/>
                  </a:lnTo>
                  <a:lnTo>
                    <a:pt x="1758696" y="1456956"/>
                  </a:lnTo>
                  <a:lnTo>
                    <a:pt x="1763268" y="1464576"/>
                  </a:lnTo>
                  <a:lnTo>
                    <a:pt x="1791792" y="1509407"/>
                  </a:lnTo>
                  <a:lnTo>
                    <a:pt x="1781746" y="1528381"/>
                  </a:lnTo>
                  <a:lnTo>
                    <a:pt x="1728216" y="1531632"/>
                  </a:lnTo>
                  <a:lnTo>
                    <a:pt x="1720596" y="1531632"/>
                  </a:lnTo>
                  <a:lnTo>
                    <a:pt x="1714500" y="1539252"/>
                  </a:lnTo>
                  <a:lnTo>
                    <a:pt x="1716024" y="1546872"/>
                  </a:lnTo>
                  <a:lnTo>
                    <a:pt x="1716024" y="1554492"/>
                  </a:lnTo>
                  <a:lnTo>
                    <a:pt x="1722120" y="1560588"/>
                  </a:lnTo>
                  <a:lnTo>
                    <a:pt x="1731264" y="1560588"/>
                  </a:lnTo>
                  <a:lnTo>
                    <a:pt x="1854708" y="1552968"/>
                  </a:lnTo>
                  <a:close/>
                </a:path>
                <a:path w="1929764" h="1560829">
                  <a:moveTo>
                    <a:pt x="1929371" y="41148"/>
                  </a:moveTo>
                  <a:lnTo>
                    <a:pt x="1906816" y="33528"/>
                  </a:lnTo>
                  <a:lnTo>
                    <a:pt x="1812036" y="1524"/>
                  </a:lnTo>
                  <a:lnTo>
                    <a:pt x="1804416" y="0"/>
                  </a:lnTo>
                  <a:lnTo>
                    <a:pt x="1795259" y="3048"/>
                  </a:lnTo>
                  <a:lnTo>
                    <a:pt x="1793735" y="10668"/>
                  </a:lnTo>
                  <a:lnTo>
                    <a:pt x="1790700" y="18288"/>
                  </a:lnTo>
                  <a:lnTo>
                    <a:pt x="1795259" y="25908"/>
                  </a:lnTo>
                  <a:lnTo>
                    <a:pt x="1802879" y="28956"/>
                  </a:lnTo>
                  <a:lnTo>
                    <a:pt x="1846986" y="44145"/>
                  </a:lnTo>
                  <a:lnTo>
                    <a:pt x="1839455" y="45720"/>
                  </a:lnTo>
                  <a:lnTo>
                    <a:pt x="1845551" y="73152"/>
                  </a:lnTo>
                  <a:lnTo>
                    <a:pt x="1853107" y="71564"/>
                  </a:lnTo>
                  <a:lnTo>
                    <a:pt x="1818132" y="103632"/>
                  </a:lnTo>
                  <a:lnTo>
                    <a:pt x="1812036" y="108204"/>
                  </a:lnTo>
                  <a:lnTo>
                    <a:pt x="1810512" y="117348"/>
                  </a:lnTo>
                  <a:lnTo>
                    <a:pt x="1816608" y="123444"/>
                  </a:lnTo>
                  <a:lnTo>
                    <a:pt x="1821167" y="129540"/>
                  </a:lnTo>
                  <a:lnTo>
                    <a:pt x="1830324" y="129540"/>
                  </a:lnTo>
                  <a:lnTo>
                    <a:pt x="1836420" y="123444"/>
                  </a:lnTo>
                  <a:lnTo>
                    <a:pt x="1929371" y="41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683011" y="3745519"/>
            <a:ext cx="14471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23604" y="2233632"/>
            <a:ext cx="5034915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18285">
              <a:lnSpc>
                <a:spcPts val="232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&lt;&lt;includes&gt;&gt;</a:t>
            </a:r>
            <a:endParaRPr sz="2000">
              <a:latin typeface="Times New Roman"/>
              <a:cs typeface="Times New Roman"/>
            </a:endParaRPr>
          </a:p>
          <a:p>
            <a:pPr algn="r" marR="5080">
              <a:lnSpc>
                <a:spcPts val="2105"/>
              </a:lnSpc>
            </a:pPr>
            <a:r>
              <a:rPr dirty="0" sz="2000">
                <a:latin typeface="Arial MT"/>
                <a:cs typeface="Arial MT"/>
              </a:rPr>
              <a:t>Open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85"/>
              </a:lnSpc>
            </a:pPr>
            <a:r>
              <a:rPr dirty="0" sz="2000" spc="-10">
                <a:latin typeface="Tahoma"/>
                <a:cs typeface="Tahoma"/>
              </a:rPr>
              <a:t>Restock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900427" y="3276600"/>
            <a:ext cx="2905125" cy="2976880"/>
            <a:chOff x="1900427" y="3276600"/>
            <a:chExt cx="2905125" cy="2976880"/>
          </a:xfrm>
        </p:grpSpPr>
        <p:sp>
          <p:nvSpPr>
            <p:cNvPr id="14" name="object 14" descr=""/>
            <p:cNvSpPr/>
            <p:nvPr/>
          </p:nvSpPr>
          <p:spPr>
            <a:xfrm>
              <a:off x="1904999" y="5091683"/>
              <a:ext cx="2895600" cy="1156970"/>
            </a:xfrm>
            <a:custGeom>
              <a:avLst/>
              <a:gdLst/>
              <a:ahLst/>
              <a:cxnLst/>
              <a:rect l="l" t="t" r="r" b="b"/>
              <a:pathLst>
                <a:path w="2895600" h="1156970">
                  <a:moveTo>
                    <a:pt x="0" y="579119"/>
                  </a:moveTo>
                  <a:lnTo>
                    <a:pt x="5925" y="526378"/>
                  </a:lnTo>
                  <a:lnTo>
                    <a:pt x="23359" y="474969"/>
                  </a:lnTo>
                  <a:lnTo>
                    <a:pt x="51787" y="425097"/>
                  </a:lnTo>
                  <a:lnTo>
                    <a:pt x="90695" y="376965"/>
                  </a:lnTo>
                  <a:lnTo>
                    <a:pt x="139569" y="330777"/>
                  </a:lnTo>
                  <a:lnTo>
                    <a:pt x="197894" y="286737"/>
                  </a:lnTo>
                  <a:lnTo>
                    <a:pt x="230440" y="265587"/>
                  </a:lnTo>
                  <a:lnTo>
                    <a:pt x="265156" y="245049"/>
                  </a:lnTo>
                  <a:lnTo>
                    <a:pt x="301977" y="225151"/>
                  </a:lnTo>
                  <a:lnTo>
                    <a:pt x="340840" y="205917"/>
                  </a:lnTo>
                  <a:lnTo>
                    <a:pt x="381681" y="187373"/>
                  </a:lnTo>
                  <a:lnTo>
                    <a:pt x="424434" y="169545"/>
                  </a:lnTo>
                  <a:lnTo>
                    <a:pt x="469035" y="152457"/>
                  </a:lnTo>
                  <a:lnTo>
                    <a:pt x="515421" y="136135"/>
                  </a:lnTo>
                  <a:lnTo>
                    <a:pt x="563527" y="120605"/>
                  </a:lnTo>
                  <a:lnTo>
                    <a:pt x="613288" y="105893"/>
                  </a:lnTo>
                  <a:lnTo>
                    <a:pt x="664641" y="92023"/>
                  </a:lnTo>
                  <a:lnTo>
                    <a:pt x="717521" y="79022"/>
                  </a:lnTo>
                  <a:lnTo>
                    <a:pt x="771864" y="66914"/>
                  </a:lnTo>
                  <a:lnTo>
                    <a:pt x="827606" y="55725"/>
                  </a:lnTo>
                  <a:lnTo>
                    <a:pt x="884682" y="45481"/>
                  </a:lnTo>
                  <a:lnTo>
                    <a:pt x="943027" y="36208"/>
                  </a:lnTo>
                  <a:lnTo>
                    <a:pt x="1002579" y="27929"/>
                  </a:lnTo>
                  <a:lnTo>
                    <a:pt x="1063272" y="20672"/>
                  </a:lnTo>
                  <a:lnTo>
                    <a:pt x="1125042" y="14462"/>
                  </a:lnTo>
                  <a:lnTo>
                    <a:pt x="1187825" y="9323"/>
                  </a:lnTo>
                  <a:lnTo>
                    <a:pt x="1251556" y="5282"/>
                  </a:lnTo>
                  <a:lnTo>
                    <a:pt x="1316172" y="2364"/>
                  </a:lnTo>
                  <a:lnTo>
                    <a:pt x="1381608" y="595"/>
                  </a:lnTo>
                  <a:lnTo>
                    <a:pt x="1447800" y="0"/>
                  </a:lnTo>
                  <a:lnTo>
                    <a:pt x="1514111" y="595"/>
                  </a:lnTo>
                  <a:lnTo>
                    <a:pt x="1579653" y="2364"/>
                  </a:lnTo>
                  <a:lnTo>
                    <a:pt x="1644363" y="5282"/>
                  </a:lnTo>
                  <a:lnTo>
                    <a:pt x="1708176" y="9323"/>
                  </a:lnTo>
                  <a:lnTo>
                    <a:pt x="1771028" y="14462"/>
                  </a:lnTo>
                  <a:lnTo>
                    <a:pt x="1832856" y="20672"/>
                  </a:lnTo>
                  <a:lnTo>
                    <a:pt x="1893597" y="27929"/>
                  </a:lnTo>
                  <a:lnTo>
                    <a:pt x="1953186" y="36208"/>
                  </a:lnTo>
                  <a:lnTo>
                    <a:pt x="2011560" y="45481"/>
                  </a:lnTo>
                  <a:lnTo>
                    <a:pt x="2068656" y="55725"/>
                  </a:lnTo>
                  <a:lnTo>
                    <a:pt x="2124408" y="66914"/>
                  </a:lnTo>
                  <a:lnTo>
                    <a:pt x="2178755" y="79022"/>
                  </a:lnTo>
                  <a:lnTo>
                    <a:pt x="2231632" y="92023"/>
                  </a:lnTo>
                  <a:lnTo>
                    <a:pt x="2282975" y="105893"/>
                  </a:lnTo>
                  <a:lnTo>
                    <a:pt x="2332721" y="120605"/>
                  </a:lnTo>
                  <a:lnTo>
                    <a:pt x="2380805" y="136135"/>
                  </a:lnTo>
                  <a:lnTo>
                    <a:pt x="2427165" y="152457"/>
                  </a:lnTo>
                  <a:lnTo>
                    <a:pt x="2471737" y="169545"/>
                  </a:lnTo>
                  <a:lnTo>
                    <a:pt x="2514457" y="187373"/>
                  </a:lnTo>
                  <a:lnTo>
                    <a:pt x="2555260" y="205917"/>
                  </a:lnTo>
                  <a:lnTo>
                    <a:pt x="2594085" y="225151"/>
                  </a:lnTo>
                  <a:lnTo>
                    <a:pt x="2630866" y="245049"/>
                  </a:lnTo>
                  <a:lnTo>
                    <a:pt x="2665540" y="265587"/>
                  </a:lnTo>
                  <a:lnTo>
                    <a:pt x="2698044" y="286737"/>
                  </a:lnTo>
                  <a:lnTo>
                    <a:pt x="2756285" y="330777"/>
                  </a:lnTo>
                  <a:lnTo>
                    <a:pt x="2805079" y="376965"/>
                  </a:lnTo>
                  <a:lnTo>
                    <a:pt x="2843918" y="425097"/>
                  </a:lnTo>
                  <a:lnTo>
                    <a:pt x="2872290" y="474969"/>
                  </a:lnTo>
                  <a:lnTo>
                    <a:pt x="2889687" y="526378"/>
                  </a:lnTo>
                  <a:lnTo>
                    <a:pt x="2895600" y="579119"/>
                  </a:lnTo>
                  <a:lnTo>
                    <a:pt x="2894111" y="605521"/>
                  </a:lnTo>
                  <a:lnTo>
                    <a:pt x="2882392" y="657395"/>
                  </a:lnTo>
                  <a:lnTo>
                    <a:pt x="2859444" y="707860"/>
                  </a:lnTo>
                  <a:lnTo>
                    <a:pt x="2825775" y="756711"/>
                  </a:lnTo>
                  <a:lnTo>
                    <a:pt x="2781895" y="803743"/>
                  </a:lnTo>
                  <a:lnTo>
                    <a:pt x="2728313" y="848749"/>
                  </a:lnTo>
                  <a:lnTo>
                    <a:pt x="2665540" y="891526"/>
                  </a:lnTo>
                  <a:lnTo>
                    <a:pt x="2630866" y="912013"/>
                  </a:lnTo>
                  <a:lnTo>
                    <a:pt x="2594085" y="931866"/>
                  </a:lnTo>
                  <a:lnTo>
                    <a:pt x="2555260" y="951059"/>
                  </a:lnTo>
                  <a:lnTo>
                    <a:pt x="2514457" y="969566"/>
                  </a:lnTo>
                  <a:lnTo>
                    <a:pt x="2471737" y="987361"/>
                  </a:lnTo>
                  <a:lnTo>
                    <a:pt x="2427165" y="1004419"/>
                  </a:lnTo>
                  <a:lnTo>
                    <a:pt x="2380805" y="1020714"/>
                  </a:lnTo>
                  <a:lnTo>
                    <a:pt x="2332721" y="1036220"/>
                  </a:lnTo>
                  <a:lnTo>
                    <a:pt x="2282975" y="1050912"/>
                  </a:lnTo>
                  <a:lnTo>
                    <a:pt x="2231632" y="1064764"/>
                  </a:lnTo>
                  <a:lnTo>
                    <a:pt x="2178755" y="1077750"/>
                  </a:lnTo>
                  <a:lnTo>
                    <a:pt x="2124408" y="1089845"/>
                  </a:lnTo>
                  <a:lnTo>
                    <a:pt x="2068656" y="1101022"/>
                  </a:lnTo>
                  <a:lnTo>
                    <a:pt x="2011560" y="1111257"/>
                  </a:lnTo>
                  <a:lnTo>
                    <a:pt x="1953186" y="1120524"/>
                  </a:lnTo>
                  <a:lnTo>
                    <a:pt x="1893597" y="1128797"/>
                  </a:lnTo>
                  <a:lnTo>
                    <a:pt x="1832856" y="1136050"/>
                  </a:lnTo>
                  <a:lnTo>
                    <a:pt x="1771028" y="1142257"/>
                  </a:lnTo>
                  <a:lnTo>
                    <a:pt x="1708176" y="1147394"/>
                  </a:lnTo>
                  <a:lnTo>
                    <a:pt x="1644363" y="1151434"/>
                  </a:lnTo>
                  <a:lnTo>
                    <a:pt x="1579653" y="1154351"/>
                  </a:lnTo>
                  <a:lnTo>
                    <a:pt x="1514111" y="1156120"/>
                  </a:lnTo>
                  <a:lnTo>
                    <a:pt x="1447800" y="1156715"/>
                  </a:lnTo>
                  <a:lnTo>
                    <a:pt x="1381608" y="1156120"/>
                  </a:lnTo>
                  <a:lnTo>
                    <a:pt x="1316172" y="1154351"/>
                  </a:lnTo>
                  <a:lnTo>
                    <a:pt x="1251556" y="1151434"/>
                  </a:lnTo>
                  <a:lnTo>
                    <a:pt x="1187825" y="1147394"/>
                  </a:lnTo>
                  <a:lnTo>
                    <a:pt x="1125042" y="1142257"/>
                  </a:lnTo>
                  <a:lnTo>
                    <a:pt x="1063272" y="1136050"/>
                  </a:lnTo>
                  <a:lnTo>
                    <a:pt x="1002579" y="1128797"/>
                  </a:lnTo>
                  <a:lnTo>
                    <a:pt x="943027" y="1120524"/>
                  </a:lnTo>
                  <a:lnTo>
                    <a:pt x="884682" y="1111257"/>
                  </a:lnTo>
                  <a:lnTo>
                    <a:pt x="827606" y="1101022"/>
                  </a:lnTo>
                  <a:lnTo>
                    <a:pt x="771864" y="1089845"/>
                  </a:lnTo>
                  <a:lnTo>
                    <a:pt x="717521" y="1077750"/>
                  </a:lnTo>
                  <a:lnTo>
                    <a:pt x="664641" y="1064764"/>
                  </a:lnTo>
                  <a:lnTo>
                    <a:pt x="613288" y="1050912"/>
                  </a:lnTo>
                  <a:lnTo>
                    <a:pt x="563527" y="1036220"/>
                  </a:lnTo>
                  <a:lnTo>
                    <a:pt x="515421" y="1020714"/>
                  </a:lnTo>
                  <a:lnTo>
                    <a:pt x="469035" y="1004419"/>
                  </a:lnTo>
                  <a:lnTo>
                    <a:pt x="424434" y="987361"/>
                  </a:lnTo>
                  <a:lnTo>
                    <a:pt x="381681" y="969566"/>
                  </a:lnTo>
                  <a:lnTo>
                    <a:pt x="340840" y="951059"/>
                  </a:lnTo>
                  <a:lnTo>
                    <a:pt x="301977" y="931866"/>
                  </a:lnTo>
                  <a:lnTo>
                    <a:pt x="265156" y="912013"/>
                  </a:lnTo>
                  <a:lnTo>
                    <a:pt x="230440" y="891526"/>
                  </a:lnTo>
                  <a:lnTo>
                    <a:pt x="197894" y="870429"/>
                  </a:lnTo>
                  <a:lnTo>
                    <a:pt x="139569" y="826512"/>
                  </a:lnTo>
                  <a:lnTo>
                    <a:pt x="90695" y="780467"/>
                  </a:lnTo>
                  <a:lnTo>
                    <a:pt x="51787" y="732500"/>
                  </a:lnTo>
                  <a:lnTo>
                    <a:pt x="23359" y="682816"/>
                  </a:lnTo>
                  <a:lnTo>
                    <a:pt x="5925" y="631621"/>
                  </a:lnTo>
                  <a:lnTo>
                    <a:pt x="0" y="57911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06268" y="3276600"/>
              <a:ext cx="132715" cy="1828800"/>
            </a:xfrm>
            <a:custGeom>
              <a:avLst/>
              <a:gdLst/>
              <a:ahLst/>
              <a:cxnLst/>
              <a:rect l="l" t="t" r="r" b="b"/>
              <a:pathLst>
                <a:path w="132714" h="1828800">
                  <a:moveTo>
                    <a:pt x="80772" y="1828800"/>
                  </a:moveTo>
                  <a:lnTo>
                    <a:pt x="51816" y="1828800"/>
                  </a:lnTo>
                  <a:lnTo>
                    <a:pt x="51816" y="1714500"/>
                  </a:lnTo>
                  <a:lnTo>
                    <a:pt x="80772" y="1714500"/>
                  </a:lnTo>
                  <a:lnTo>
                    <a:pt x="80772" y="1828800"/>
                  </a:lnTo>
                  <a:close/>
                </a:path>
                <a:path w="132714" h="1828800">
                  <a:moveTo>
                    <a:pt x="80772" y="1629156"/>
                  </a:moveTo>
                  <a:lnTo>
                    <a:pt x="51816" y="1629156"/>
                  </a:lnTo>
                  <a:lnTo>
                    <a:pt x="51816" y="1514856"/>
                  </a:lnTo>
                  <a:lnTo>
                    <a:pt x="80772" y="1514856"/>
                  </a:lnTo>
                  <a:lnTo>
                    <a:pt x="80772" y="1629156"/>
                  </a:lnTo>
                  <a:close/>
                </a:path>
                <a:path w="132714" h="1828800">
                  <a:moveTo>
                    <a:pt x="80772" y="1429512"/>
                  </a:moveTo>
                  <a:lnTo>
                    <a:pt x="51816" y="1429512"/>
                  </a:lnTo>
                  <a:lnTo>
                    <a:pt x="51816" y="1315212"/>
                  </a:lnTo>
                  <a:lnTo>
                    <a:pt x="80772" y="1315212"/>
                  </a:lnTo>
                  <a:lnTo>
                    <a:pt x="80772" y="1429512"/>
                  </a:lnTo>
                  <a:close/>
                </a:path>
                <a:path w="132714" h="1828800">
                  <a:moveTo>
                    <a:pt x="80772" y="1229868"/>
                  </a:moveTo>
                  <a:lnTo>
                    <a:pt x="51816" y="1229868"/>
                  </a:lnTo>
                  <a:lnTo>
                    <a:pt x="51816" y="1115568"/>
                  </a:lnTo>
                  <a:lnTo>
                    <a:pt x="80772" y="1115568"/>
                  </a:lnTo>
                  <a:lnTo>
                    <a:pt x="80772" y="1229868"/>
                  </a:lnTo>
                  <a:close/>
                </a:path>
                <a:path w="132714" h="1828800">
                  <a:moveTo>
                    <a:pt x="80772" y="1028700"/>
                  </a:moveTo>
                  <a:lnTo>
                    <a:pt x="51816" y="1028700"/>
                  </a:lnTo>
                  <a:lnTo>
                    <a:pt x="51816" y="914400"/>
                  </a:lnTo>
                  <a:lnTo>
                    <a:pt x="80772" y="914400"/>
                  </a:lnTo>
                  <a:lnTo>
                    <a:pt x="80772" y="1028700"/>
                  </a:lnTo>
                  <a:close/>
                </a:path>
                <a:path w="132714" h="1828800">
                  <a:moveTo>
                    <a:pt x="80772" y="829056"/>
                  </a:moveTo>
                  <a:lnTo>
                    <a:pt x="51816" y="829056"/>
                  </a:lnTo>
                  <a:lnTo>
                    <a:pt x="51816" y="714756"/>
                  </a:lnTo>
                  <a:lnTo>
                    <a:pt x="80772" y="714756"/>
                  </a:lnTo>
                  <a:lnTo>
                    <a:pt x="80772" y="829056"/>
                  </a:lnTo>
                  <a:close/>
                </a:path>
                <a:path w="132714" h="1828800">
                  <a:moveTo>
                    <a:pt x="80772" y="629412"/>
                  </a:moveTo>
                  <a:lnTo>
                    <a:pt x="51816" y="629412"/>
                  </a:lnTo>
                  <a:lnTo>
                    <a:pt x="51816" y="515112"/>
                  </a:lnTo>
                  <a:lnTo>
                    <a:pt x="80772" y="515112"/>
                  </a:lnTo>
                  <a:lnTo>
                    <a:pt x="80772" y="629412"/>
                  </a:lnTo>
                  <a:close/>
                </a:path>
                <a:path w="132714" h="1828800">
                  <a:moveTo>
                    <a:pt x="80772" y="429767"/>
                  </a:moveTo>
                  <a:lnTo>
                    <a:pt x="51816" y="429767"/>
                  </a:lnTo>
                  <a:lnTo>
                    <a:pt x="51816" y="315467"/>
                  </a:lnTo>
                  <a:lnTo>
                    <a:pt x="80772" y="315467"/>
                  </a:lnTo>
                  <a:lnTo>
                    <a:pt x="80772" y="429767"/>
                  </a:lnTo>
                  <a:close/>
                </a:path>
                <a:path w="132714" h="1828800">
                  <a:moveTo>
                    <a:pt x="15240" y="131063"/>
                  </a:moveTo>
                  <a:lnTo>
                    <a:pt x="9144" y="126491"/>
                  </a:lnTo>
                  <a:lnTo>
                    <a:pt x="1524" y="123444"/>
                  </a:lnTo>
                  <a:lnTo>
                    <a:pt x="0" y="114300"/>
                  </a:lnTo>
                  <a:lnTo>
                    <a:pt x="4572" y="108204"/>
                  </a:lnTo>
                  <a:lnTo>
                    <a:pt x="65532" y="0"/>
                  </a:lnTo>
                  <a:lnTo>
                    <a:pt x="86653" y="36575"/>
                  </a:lnTo>
                  <a:lnTo>
                    <a:pt x="53340" y="36575"/>
                  </a:lnTo>
                  <a:lnTo>
                    <a:pt x="66294" y="58558"/>
                  </a:lnTo>
                  <a:lnTo>
                    <a:pt x="28956" y="121920"/>
                  </a:lnTo>
                  <a:lnTo>
                    <a:pt x="24384" y="128016"/>
                  </a:lnTo>
                  <a:lnTo>
                    <a:pt x="15240" y="131063"/>
                  </a:lnTo>
                  <a:close/>
                </a:path>
                <a:path w="132714" h="1828800">
                  <a:moveTo>
                    <a:pt x="66294" y="58558"/>
                  </a:moveTo>
                  <a:lnTo>
                    <a:pt x="53340" y="36575"/>
                  </a:lnTo>
                  <a:lnTo>
                    <a:pt x="79248" y="36575"/>
                  </a:lnTo>
                  <a:lnTo>
                    <a:pt x="66294" y="58558"/>
                  </a:lnTo>
                  <a:close/>
                </a:path>
                <a:path w="132714" h="1828800">
                  <a:moveTo>
                    <a:pt x="117348" y="131063"/>
                  </a:moveTo>
                  <a:lnTo>
                    <a:pt x="108204" y="128016"/>
                  </a:lnTo>
                  <a:lnTo>
                    <a:pt x="103632" y="121920"/>
                  </a:lnTo>
                  <a:lnTo>
                    <a:pt x="66294" y="58558"/>
                  </a:lnTo>
                  <a:lnTo>
                    <a:pt x="79248" y="36575"/>
                  </a:lnTo>
                  <a:lnTo>
                    <a:pt x="86653" y="36575"/>
                  </a:lnTo>
                  <a:lnTo>
                    <a:pt x="128016" y="108204"/>
                  </a:lnTo>
                  <a:lnTo>
                    <a:pt x="132588" y="114300"/>
                  </a:lnTo>
                  <a:lnTo>
                    <a:pt x="129540" y="123444"/>
                  </a:lnTo>
                  <a:lnTo>
                    <a:pt x="123444" y="126491"/>
                  </a:lnTo>
                  <a:lnTo>
                    <a:pt x="117348" y="131063"/>
                  </a:lnTo>
                  <a:close/>
                </a:path>
                <a:path w="132714" h="1828800">
                  <a:moveTo>
                    <a:pt x="80772" y="228600"/>
                  </a:moveTo>
                  <a:lnTo>
                    <a:pt x="51816" y="228600"/>
                  </a:lnTo>
                  <a:lnTo>
                    <a:pt x="51816" y="114300"/>
                  </a:lnTo>
                  <a:lnTo>
                    <a:pt x="80772" y="114300"/>
                  </a:lnTo>
                  <a:lnTo>
                    <a:pt x="80772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602705" y="4367250"/>
            <a:ext cx="2823845" cy="16281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&lt;&lt;extends&gt;&gt;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000">
              <a:latin typeface="Times New Roman"/>
              <a:cs typeface="Times New Roman"/>
            </a:endParaRPr>
          </a:p>
          <a:p>
            <a:pPr marL="1332230" marR="5080" indent="-628015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Restock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According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Sales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Use</a:t>
            </a:r>
            <a:r>
              <a:rPr dirty="0" sz="3200" spc="-9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Case</a:t>
            </a:r>
            <a:r>
              <a:rPr dirty="0" sz="3200" spc="-65" b="1">
                <a:latin typeface="Arial"/>
                <a:cs typeface="Arial"/>
              </a:rPr>
              <a:t> </a:t>
            </a:r>
            <a:r>
              <a:rPr dirty="0" sz="3200" b="1">
                <a:latin typeface="Tahoma"/>
                <a:cs typeface="Tahoma"/>
              </a:rPr>
              <a:t>–</a:t>
            </a:r>
            <a:r>
              <a:rPr dirty="0" sz="3200" spc="-95" b="1">
                <a:latin typeface="Tahoma"/>
                <a:cs typeface="Tahoma"/>
              </a:rPr>
              <a:t> </a:t>
            </a:r>
            <a:r>
              <a:rPr dirty="0" sz="2800" b="1">
                <a:latin typeface="Arial"/>
                <a:cs typeface="Arial"/>
              </a:rPr>
              <a:t>Example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(self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service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machine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50" b="1">
                <a:latin typeface="Tahoma"/>
                <a:cs typeface="Tahoma"/>
              </a:rPr>
              <a:t>– </a:t>
            </a:r>
            <a:r>
              <a:rPr dirty="0" sz="2800" b="1">
                <a:latin typeface="Arial"/>
                <a:cs typeface="Arial"/>
              </a:rPr>
              <a:t>generalize</a:t>
            </a:r>
            <a:r>
              <a:rPr dirty="0" sz="2800" spc="-10" b="1">
                <a:latin typeface="Arial"/>
                <a:cs typeface="Arial"/>
              </a:rPr>
              <a:t> relationship):</a:t>
            </a:r>
            <a:r>
              <a:rPr dirty="0" sz="2800" spc="-110" b="1">
                <a:latin typeface="Arial"/>
                <a:cs typeface="Arial"/>
              </a:rPr>
              <a:t> </a:t>
            </a:r>
            <a:r>
              <a:rPr dirty="0" sz="2800" spc="-20" b="1">
                <a:latin typeface="Arial"/>
                <a:cs typeface="Arial"/>
              </a:rPr>
              <a:t>Actor-to-</a:t>
            </a:r>
            <a:r>
              <a:rPr dirty="0" sz="2800" spc="-10" b="1">
                <a:latin typeface="Arial"/>
                <a:cs typeface="Arial"/>
              </a:rPr>
              <a:t>Actor relationship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868233" y="1900237"/>
            <a:ext cx="3743325" cy="4352925"/>
            <a:chOff x="1868233" y="1900237"/>
            <a:chExt cx="3743325" cy="4352925"/>
          </a:xfrm>
        </p:grpSpPr>
        <p:sp>
          <p:nvSpPr>
            <p:cNvPr id="4" name="object 4" descr=""/>
            <p:cNvSpPr/>
            <p:nvPr/>
          </p:nvSpPr>
          <p:spPr>
            <a:xfrm>
              <a:off x="4520183" y="19050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158996" y="2362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899" y="0"/>
                  </a:moveTo>
                  <a:lnTo>
                    <a:pt x="723899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899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799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34183" y="44196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72995" y="48768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723900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900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825996" y="4262628"/>
            <a:ext cx="1447800" cy="1838325"/>
            <a:chOff x="6825996" y="4262628"/>
            <a:chExt cx="1447800" cy="1838325"/>
          </a:xfrm>
        </p:grpSpPr>
        <p:sp>
          <p:nvSpPr>
            <p:cNvPr id="9" name="object 9" descr=""/>
            <p:cNvSpPr/>
            <p:nvPr/>
          </p:nvSpPr>
          <p:spPr>
            <a:xfrm>
              <a:off x="7187184" y="42672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25996" y="47244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723900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900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083783" y="4368788"/>
            <a:ext cx="20091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Supplier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Agent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63608" y="6237172"/>
            <a:ext cx="1398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Restocker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03176" y="6273784"/>
            <a:ext cx="1224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Collector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112008" y="3712464"/>
            <a:ext cx="3651885" cy="958850"/>
            <a:chOff x="3112008" y="3712464"/>
            <a:chExt cx="3651885" cy="958850"/>
          </a:xfrm>
        </p:grpSpPr>
        <p:sp>
          <p:nvSpPr>
            <p:cNvPr id="15" name="object 15" descr=""/>
            <p:cNvSpPr/>
            <p:nvPr/>
          </p:nvSpPr>
          <p:spPr>
            <a:xfrm>
              <a:off x="3116580" y="4139184"/>
              <a:ext cx="607060" cy="527685"/>
            </a:xfrm>
            <a:custGeom>
              <a:avLst/>
              <a:gdLst/>
              <a:ahLst/>
              <a:cxnLst/>
              <a:rect l="l" t="t" r="r" b="b"/>
              <a:pathLst>
                <a:path w="607060" h="527685">
                  <a:moveTo>
                    <a:pt x="0" y="527304"/>
                  </a:moveTo>
                  <a:lnTo>
                    <a:pt x="60655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69208" y="39624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7804"/>
                  </a:lnTo>
                  <a:lnTo>
                    <a:pt x="4572" y="9144"/>
                  </a:lnTo>
                  <a:lnTo>
                    <a:pt x="7804" y="7804"/>
                  </a:lnTo>
                  <a:lnTo>
                    <a:pt x="9144" y="4572"/>
                  </a:lnTo>
                  <a:lnTo>
                    <a:pt x="7804" y="1339"/>
                  </a:lnTo>
                  <a:lnTo>
                    <a:pt x="4572" y="0"/>
                  </a:lnTo>
                  <a:lnTo>
                    <a:pt x="1339" y="1339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73780" y="3717036"/>
              <a:ext cx="3185160" cy="702945"/>
            </a:xfrm>
            <a:custGeom>
              <a:avLst/>
              <a:gdLst/>
              <a:ahLst/>
              <a:cxnLst/>
              <a:rect l="l" t="t" r="r" b="b"/>
              <a:pathLst>
                <a:path w="3185159" h="702945">
                  <a:moveTo>
                    <a:pt x="0" y="249936"/>
                  </a:moveTo>
                  <a:lnTo>
                    <a:pt x="300227" y="594360"/>
                  </a:lnTo>
                </a:path>
                <a:path w="3185159" h="702945">
                  <a:moveTo>
                    <a:pt x="0" y="249936"/>
                  </a:moveTo>
                  <a:lnTo>
                    <a:pt x="635508" y="0"/>
                  </a:lnTo>
                </a:path>
                <a:path w="3185159" h="702945">
                  <a:moveTo>
                    <a:pt x="300227" y="594360"/>
                  </a:moveTo>
                  <a:lnTo>
                    <a:pt x="635508" y="0"/>
                  </a:lnTo>
                </a:path>
                <a:path w="3185159" h="702945">
                  <a:moveTo>
                    <a:pt x="3185159" y="702564"/>
                  </a:moveTo>
                  <a:lnTo>
                    <a:pt x="2455164" y="36423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28360" y="42839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7804"/>
                  </a:lnTo>
                  <a:lnTo>
                    <a:pt x="4572" y="9144"/>
                  </a:lnTo>
                  <a:lnTo>
                    <a:pt x="7804" y="7804"/>
                  </a:lnTo>
                  <a:lnTo>
                    <a:pt x="9144" y="4572"/>
                  </a:lnTo>
                  <a:lnTo>
                    <a:pt x="7804" y="1339"/>
                  </a:lnTo>
                  <a:lnTo>
                    <a:pt x="4572" y="0"/>
                  </a:lnTo>
                  <a:lnTo>
                    <a:pt x="1339" y="1339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45251" y="3811524"/>
              <a:ext cx="680085" cy="477520"/>
            </a:xfrm>
            <a:custGeom>
              <a:avLst/>
              <a:gdLst/>
              <a:ahLst/>
              <a:cxnLst/>
              <a:rect l="l" t="t" r="r" b="b"/>
              <a:pathLst>
                <a:path w="680085" h="477520">
                  <a:moveTo>
                    <a:pt x="487680" y="477011"/>
                  </a:moveTo>
                  <a:lnTo>
                    <a:pt x="679703" y="62483"/>
                  </a:lnTo>
                </a:path>
                <a:path w="680085" h="477520">
                  <a:moveTo>
                    <a:pt x="487680" y="477011"/>
                  </a:moveTo>
                  <a:lnTo>
                    <a:pt x="0" y="0"/>
                  </a:lnTo>
                </a:path>
                <a:path w="680085" h="477520">
                  <a:moveTo>
                    <a:pt x="679703" y="62483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5400" y="2514600"/>
            <a:ext cx="1720850" cy="337185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55"/>
              </a:spcBef>
            </a:pPr>
            <a:r>
              <a:rPr dirty="0" sz="1600">
                <a:latin typeface="Tahoma"/>
                <a:cs typeface="Tahoma"/>
              </a:rPr>
              <a:t>generalized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actor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1</a:t>
            </a:r>
            <a:r>
              <a:rPr dirty="0" spc="-25"/>
              <a:t>9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685800" y="5410200"/>
            <a:ext cx="1205865" cy="582295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375920" marR="153035" indent="-285115">
              <a:lnSpc>
                <a:spcPct val="100000"/>
              </a:lnSpc>
              <a:spcBef>
                <a:spcPts val="355"/>
              </a:spcBef>
            </a:pPr>
            <a:r>
              <a:rPr dirty="0" sz="1600" spc="-10">
                <a:latin typeface="Tahoma"/>
                <a:cs typeface="Tahoma"/>
              </a:rPr>
              <a:t>specialized actor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-635">
              <a:lnSpc>
                <a:spcPct val="100200"/>
              </a:lnSpc>
              <a:spcBef>
                <a:spcPts val="95"/>
              </a:spcBef>
            </a:pPr>
            <a:r>
              <a:rPr dirty="0" sz="3200" b="1">
                <a:latin typeface="Arial"/>
                <a:cs typeface="Arial"/>
              </a:rPr>
              <a:t>Use</a:t>
            </a:r>
            <a:r>
              <a:rPr dirty="0" sz="3200" spc="-9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Case</a:t>
            </a:r>
            <a:r>
              <a:rPr dirty="0" sz="3200" spc="-65" b="1">
                <a:latin typeface="Arial"/>
                <a:cs typeface="Arial"/>
              </a:rPr>
              <a:t> </a:t>
            </a:r>
            <a:r>
              <a:rPr dirty="0" sz="3200" b="1">
                <a:latin typeface="Tahoma"/>
                <a:cs typeface="Tahoma"/>
              </a:rPr>
              <a:t>–</a:t>
            </a:r>
            <a:r>
              <a:rPr dirty="0" sz="3200" spc="-95" b="1">
                <a:latin typeface="Tahoma"/>
                <a:cs typeface="Tahoma"/>
              </a:rPr>
              <a:t> </a:t>
            </a:r>
            <a:r>
              <a:rPr dirty="0" sz="2800" b="1">
                <a:latin typeface="Arial"/>
                <a:cs typeface="Arial"/>
              </a:rPr>
              <a:t>Example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(self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service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machine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50" b="1">
                <a:latin typeface="Tahoma"/>
                <a:cs typeface="Tahoma"/>
              </a:rPr>
              <a:t>– </a:t>
            </a:r>
            <a:r>
              <a:rPr dirty="0" sz="2800" b="1">
                <a:latin typeface="Arial"/>
                <a:cs typeface="Arial"/>
              </a:rPr>
              <a:t>generalize</a:t>
            </a:r>
            <a:r>
              <a:rPr dirty="0" sz="2800" spc="-10" b="1">
                <a:latin typeface="Arial"/>
                <a:cs typeface="Arial"/>
              </a:rPr>
              <a:t> relationship):</a:t>
            </a:r>
            <a:r>
              <a:rPr dirty="0" sz="2800" spc="-110" b="1">
                <a:latin typeface="Arial"/>
                <a:cs typeface="Arial"/>
              </a:rPr>
              <a:t> </a:t>
            </a:r>
            <a:r>
              <a:rPr dirty="0" sz="2800" spc="-20" b="1">
                <a:latin typeface="Arial"/>
                <a:cs typeface="Arial"/>
              </a:rPr>
              <a:t>Actor-to-</a:t>
            </a:r>
            <a:r>
              <a:rPr dirty="0" sz="2800" spc="-10" b="1">
                <a:latin typeface="Arial"/>
                <a:cs typeface="Arial"/>
              </a:rPr>
              <a:t>Actor </a:t>
            </a:r>
            <a:r>
              <a:rPr dirty="0" sz="2800" b="1">
                <a:latin typeface="Arial"/>
                <a:cs typeface="Arial"/>
              </a:rPr>
              <a:t>relationship</a:t>
            </a:r>
            <a:r>
              <a:rPr dirty="0" sz="2800" spc="-60" b="1">
                <a:latin typeface="Arial"/>
                <a:cs typeface="Arial"/>
              </a:rPr>
              <a:t> </a:t>
            </a:r>
            <a:r>
              <a:rPr dirty="0" sz="2800" b="1">
                <a:latin typeface="Tahoma"/>
                <a:cs typeface="Tahoma"/>
              </a:rPr>
              <a:t>–</a:t>
            </a:r>
            <a:r>
              <a:rPr dirty="0" sz="2800" spc="-130" b="1">
                <a:latin typeface="Tahoma"/>
                <a:cs typeface="Tahoma"/>
              </a:rPr>
              <a:t> </a:t>
            </a:r>
            <a:r>
              <a:rPr dirty="0" sz="2800" b="1">
                <a:latin typeface="Arial"/>
                <a:cs typeface="Arial"/>
              </a:rPr>
              <a:t>example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spc="-50" b="1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868233" y="1900237"/>
            <a:ext cx="3743325" cy="4352925"/>
            <a:chOff x="1868233" y="1900237"/>
            <a:chExt cx="3743325" cy="4352925"/>
          </a:xfrm>
        </p:grpSpPr>
        <p:sp>
          <p:nvSpPr>
            <p:cNvPr id="4" name="object 4" descr=""/>
            <p:cNvSpPr/>
            <p:nvPr/>
          </p:nvSpPr>
          <p:spPr>
            <a:xfrm>
              <a:off x="4520183" y="19050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158996" y="2362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899" y="0"/>
                  </a:moveTo>
                  <a:lnTo>
                    <a:pt x="723899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899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799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34183" y="44196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72995" y="48768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723900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900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825996" y="4262628"/>
            <a:ext cx="1447800" cy="1838325"/>
            <a:chOff x="6825996" y="4262628"/>
            <a:chExt cx="1447800" cy="1838325"/>
          </a:xfrm>
        </p:grpSpPr>
        <p:sp>
          <p:nvSpPr>
            <p:cNvPr id="9" name="object 9" descr=""/>
            <p:cNvSpPr/>
            <p:nvPr/>
          </p:nvSpPr>
          <p:spPr>
            <a:xfrm>
              <a:off x="7187184" y="4267200"/>
              <a:ext cx="723900" cy="457200"/>
            </a:xfrm>
            <a:custGeom>
              <a:avLst/>
              <a:gdLst/>
              <a:ahLst/>
              <a:cxnLst/>
              <a:rect l="l" t="t" r="r" b="b"/>
              <a:pathLst>
                <a:path w="723900" h="457200">
                  <a:moveTo>
                    <a:pt x="0" y="228600"/>
                  </a:moveTo>
                  <a:lnTo>
                    <a:pt x="18409" y="156837"/>
                  </a:lnTo>
                  <a:lnTo>
                    <a:pt x="40325" y="124111"/>
                  </a:lnTo>
                  <a:lnTo>
                    <a:pt x="69738" y="94146"/>
                  </a:lnTo>
                  <a:lnTo>
                    <a:pt x="105917" y="67436"/>
                  </a:lnTo>
                  <a:lnTo>
                    <a:pt x="148132" y="44476"/>
                  </a:lnTo>
                  <a:lnTo>
                    <a:pt x="195651" y="25758"/>
                  </a:lnTo>
                  <a:lnTo>
                    <a:pt x="247741" y="11777"/>
                  </a:lnTo>
                  <a:lnTo>
                    <a:pt x="303672" y="3026"/>
                  </a:lnTo>
                  <a:lnTo>
                    <a:pt x="362712" y="0"/>
                  </a:lnTo>
                  <a:lnTo>
                    <a:pt x="421338" y="3026"/>
                  </a:lnTo>
                  <a:lnTo>
                    <a:pt x="476938" y="11777"/>
                  </a:lnTo>
                  <a:lnTo>
                    <a:pt x="528771" y="25758"/>
                  </a:lnTo>
                  <a:lnTo>
                    <a:pt x="576096" y="44476"/>
                  </a:lnTo>
                  <a:lnTo>
                    <a:pt x="618172" y="67436"/>
                  </a:lnTo>
                  <a:lnTo>
                    <a:pt x="654259" y="94146"/>
                  </a:lnTo>
                  <a:lnTo>
                    <a:pt x="683616" y="124111"/>
                  </a:lnTo>
                  <a:lnTo>
                    <a:pt x="705502" y="156837"/>
                  </a:lnTo>
                  <a:lnTo>
                    <a:pt x="723900" y="228600"/>
                  </a:lnTo>
                  <a:lnTo>
                    <a:pt x="719177" y="265738"/>
                  </a:lnTo>
                  <a:lnTo>
                    <a:pt x="683616" y="333760"/>
                  </a:lnTo>
                  <a:lnTo>
                    <a:pt x="654259" y="363711"/>
                  </a:lnTo>
                  <a:lnTo>
                    <a:pt x="618172" y="390334"/>
                  </a:lnTo>
                  <a:lnTo>
                    <a:pt x="576096" y="413162"/>
                  </a:lnTo>
                  <a:lnTo>
                    <a:pt x="528771" y="431729"/>
                  </a:lnTo>
                  <a:lnTo>
                    <a:pt x="476938" y="445568"/>
                  </a:lnTo>
                  <a:lnTo>
                    <a:pt x="421338" y="454214"/>
                  </a:lnTo>
                  <a:lnTo>
                    <a:pt x="362712" y="457200"/>
                  </a:lnTo>
                  <a:lnTo>
                    <a:pt x="303672" y="454214"/>
                  </a:lnTo>
                  <a:lnTo>
                    <a:pt x="247741" y="445568"/>
                  </a:lnTo>
                  <a:lnTo>
                    <a:pt x="195651" y="431729"/>
                  </a:lnTo>
                  <a:lnTo>
                    <a:pt x="148132" y="413162"/>
                  </a:lnTo>
                  <a:lnTo>
                    <a:pt x="105917" y="390334"/>
                  </a:lnTo>
                  <a:lnTo>
                    <a:pt x="69738" y="363711"/>
                  </a:lnTo>
                  <a:lnTo>
                    <a:pt x="40325" y="333760"/>
                  </a:lnTo>
                  <a:lnTo>
                    <a:pt x="18409" y="300947"/>
                  </a:lnTo>
                  <a:lnTo>
                    <a:pt x="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25996" y="47244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723900" y="914400"/>
                  </a:lnTo>
                </a:path>
                <a:path w="1447800" h="1371600">
                  <a:moveTo>
                    <a:pt x="361187" y="1371600"/>
                  </a:moveTo>
                  <a:lnTo>
                    <a:pt x="723900" y="914400"/>
                  </a:lnTo>
                  <a:lnTo>
                    <a:pt x="1085087" y="1371600"/>
                  </a:lnTo>
                </a:path>
                <a:path w="1447800" h="1371600">
                  <a:moveTo>
                    <a:pt x="0" y="228600"/>
                  </a:moveTo>
                  <a:lnTo>
                    <a:pt x="1447800" y="22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464782" y="4063989"/>
            <a:ext cx="735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 MT"/>
                <a:cs typeface="Arial MT"/>
              </a:rPr>
              <a:t>Cook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07475" y="6237172"/>
            <a:ext cx="1497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Cook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03176" y="6273784"/>
            <a:ext cx="170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Father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Cook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112008" y="3712464"/>
            <a:ext cx="3651885" cy="958850"/>
            <a:chOff x="3112008" y="3712464"/>
            <a:chExt cx="3651885" cy="958850"/>
          </a:xfrm>
        </p:grpSpPr>
        <p:sp>
          <p:nvSpPr>
            <p:cNvPr id="15" name="object 15" descr=""/>
            <p:cNvSpPr/>
            <p:nvPr/>
          </p:nvSpPr>
          <p:spPr>
            <a:xfrm>
              <a:off x="3116580" y="4139184"/>
              <a:ext cx="607060" cy="527685"/>
            </a:xfrm>
            <a:custGeom>
              <a:avLst/>
              <a:gdLst/>
              <a:ahLst/>
              <a:cxnLst/>
              <a:rect l="l" t="t" r="r" b="b"/>
              <a:pathLst>
                <a:path w="607060" h="527685">
                  <a:moveTo>
                    <a:pt x="0" y="527304"/>
                  </a:moveTo>
                  <a:lnTo>
                    <a:pt x="606551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69208" y="39624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7804"/>
                  </a:lnTo>
                  <a:lnTo>
                    <a:pt x="4572" y="9144"/>
                  </a:lnTo>
                  <a:lnTo>
                    <a:pt x="7804" y="7804"/>
                  </a:lnTo>
                  <a:lnTo>
                    <a:pt x="9144" y="4572"/>
                  </a:lnTo>
                  <a:lnTo>
                    <a:pt x="7804" y="1339"/>
                  </a:lnTo>
                  <a:lnTo>
                    <a:pt x="4572" y="0"/>
                  </a:lnTo>
                  <a:lnTo>
                    <a:pt x="1339" y="1339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73780" y="3717036"/>
              <a:ext cx="3185160" cy="702945"/>
            </a:xfrm>
            <a:custGeom>
              <a:avLst/>
              <a:gdLst/>
              <a:ahLst/>
              <a:cxnLst/>
              <a:rect l="l" t="t" r="r" b="b"/>
              <a:pathLst>
                <a:path w="3185159" h="702945">
                  <a:moveTo>
                    <a:pt x="0" y="249936"/>
                  </a:moveTo>
                  <a:lnTo>
                    <a:pt x="300227" y="594360"/>
                  </a:lnTo>
                </a:path>
                <a:path w="3185159" h="702945">
                  <a:moveTo>
                    <a:pt x="0" y="249936"/>
                  </a:moveTo>
                  <a:lnTo>
                    <a:pt x="635508" y="0"/>
                  </a:lnTo>
                </a:path>
                <a:path w="3185159" h="702945">
                  <a:moveTo>
                    <a:pt x="300227" y="594360"/>
                  </a:moveTo>
                  <a:lnTo>
                    <a:pt x="635508" y="0"/>
                  </a:lnTo>
                </a:path>
                <a:path w="3185159" h="702945">
                  <a:moveTo>
                    <a:pt x="3185159" y="702564"/>
                  </a:moveTo>
                  <a:lnTo>
                    <a:pt x="2455164" y="36423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28360" y="42839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572"/>
                  </a:moveTo>
                  <a:lnTo>
                    <a:pt x="1339" y="7804"/>
                  </a:lnTo>
                  <a:lnTo>
                    <a:pt x="4572" y="9144"/>
                  </a:lnTo>
                  <a:lnTo>
                    <a:pt x="7804" y="7804"/>
                  </a:lnTo>
                  <a:lnTo>
                    <a:pt x="9144" y="4572"/>
                  </a:lnTo>
                  <a:lnTo>
                    <a:pt x="7804" y="1339"/>
                  </a:lnTo>
                  <a:lnTo>
                    <a:pt x="4572" y="0"/>
                  </a:lnTo>
                  <a:lnTo>
                    <a:pt x="1339" y="1339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45251" y="3811524"/>
              <a:ext cx="680085" cy="477520"/>
            </a:xfrm>
            <a:custGeom>
              <a:avLst/>
              <a:gdLst/>
              <a:ahLst/>
              <a:cxnLst/>
              <a:rect l="l" t="t" r="r" b="b"/>
              <a:pathLst>
                <a:path w="680085" h="477520">
                  <a:moveTo>
                    <a:pt x="487680" y="477011"/>
                  </a:moveTo>
                  <a:lnTo>
                    <a:pt x="679703" y="62483"/>
                  </a:lnTo>
                </a:path>
                <a:path w="680085" h="477520">
                  <a:moveTo>
                    <a:pt x="487680" y="477011"/>
                  </a:moveTo>
                  <a:lnTo>
                    <a:pt x="0" y="0"/>
                  </a:lnTo>
                </a:path>
                <a:path w="680085" h="477520">
                  <a:moveTo>
                    <a:pt x="679703" y="62483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5400" y="2514600"/>
            <a:ext cx="1720850" cy="337185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355"/>
              </a:spcBef>
            </a:pPr>
            <a:r>
              <a:rPr dirty="0" sz="1600">
                <a:latin typeface="Tahoma"/>
                <a:cs typeface="Tahoma"/>
              </a:rPr>
              <a:t>generalized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actor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71891" y="6965614"/>
            <a:ext cx="22097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5800" y="5410200"/>
            <a:ext cx="1205865" cy="582295"/>
          </a:xfrm>
          <a:prstGeom prst="rect">
            <a:avLst/>
          </a:prstGeom>
          <a:solidFill>
            <a:srgbClr val="CC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375920" marR="153035" indent="-285115">
              <a:lnSpc>
                <a:spcPct val="100000"/>
              </a:lnSpc>
              <a:spcBef>
                <a:spcPts val="355"/>
              </a:spcBef>
            </a:pPr>
            <a:r>
              <a:rPr dirty="0" sz="1600" spc="-10">
                <a:latin typeface="Tahoma"/>
                <a:cs typeface="Tahoma"/>
              </a:rPr>
              <a:t>specialized actor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14195" y="1966595"/>
            <a:ext cx="7344409" cy="5134610"/>
            <a:chOff x="1814195" y="1966595"/>
            <a:chExt cx="7344409" cy="5134610"/>
          </a:xfrm>
        </p:grpSpPr>
        <p:sp>
          <p:nvSpPr>
            <p:cNvPr id="3" name="object 3" descr=""/>
            <p:cNvSpPr/>
            <p:nvPr/>
          </p:nvSpPr>
          <p:spPr>
            <a:xfrm>
              <a:off x="1828800" y="1981200"/>
              <a:ext cx="7315200" cy="5105400"/>
            </a:xfrm>
            <a:custGeom>
              <a:avLst/>
              <a:gdLst/>
              <a:ahLst/>
              <a:cxnLst/>
              <a:rect l="l" t="t" r="r" b="b"/>
              <a:pathLst>
                <a:path w="7315200" h="5105400">
                  <a:moveTo>
                    <a:pt x="7315200" y="5105400"/>
                  </a:moveTo>
                  <a:lnTo>
                    <a:pt x="0" y="5105400"/>
                  </a:lnTo>
                  <a:lnTo>
                    <a:pt x="0" y="0"/>
                  </a:lnTo>
                  <a:lnTo>
                    <a:pt x="7315200" y="0"/>
                  </a:lnTo>
                  <a:lnTo>
                    <a:pt x="7315200" y="5105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828800" y="1981200"/>
              <a:ext cx="7315200" cy="5105400"/>
            </a:xfrm>
            <a:custGeom>
              <a:avLst/>
              <a:gdLst/>
              <a:ahLst/>
              <a:cxnLst/>
              <a:rect l="l" t="t" r="r" b="b"/>
              <a:pathLst>
                <a:path w="7315200" h="5105400">
                  <a:moveTo>
                    <a:pt x="0" y="0"/>
                  </a:moveTo>
                  <a:lnTo>
                    <a:pt x="7315200" y="0"/>
                  </a:lnTo>
                  <a:lnTo>
                    <a:pt x="7315200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2828" y="3272028"/>
              <a:ext cx="6440423" cy="372465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332" rIns="0" bIns="0" rtlCol="0" vert="horz">
            <a:spAutoFit/>
          </a:bodyPr>
          <a:lstStyle/>
          <a:p>
            <a:pPr marL="3279775" marR="5080" indent="-265049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Use</a:t>
            </a:r>
            <a:r>
              <a:rPr dirty="0" sz="4000" spc="-50"/>
              <a:t> </a:t>
            </a:r>
            <a:r>
              <a:rPr dirty="0" sz="4000"/>
              <a:t>Case</a:t>
            </a:r>
            <a:r>
              <a:rPr dirty="0" sz="4000" spc="-90"/>
              <a:t> </a:t>
            </a:r>
            <a:r>
              <a:rPr dirty="0" sz="4000"/>
              <a:t>–</a:t>
            </a:r>
            <a:r>
              <a:rPr dirty="0" sz="4000" spc="-45"/>
              <a:t> </a:t>
            </a:r>
            <a:r>
              <a:rPr dirty="0" sz="4000"/>
              <a:t>Example</a:t>
            </a:r>
            <a:r>
              <a:rPr dirty="0" sz="4000" spc="-50"/>
              <a:t> </a:t>
            </a:r>
            <a:r>
              <a:rPr dirty="0" sz="4000"/>
              <a:t>(self</a:t>
            </a:r>
            <a:r>
              <a:rPr dirty="0" sz="4000" spc="-20"/>
              <a:t> </a:t>
            </a:r>
            <a:r>
              <a:rPr dirty="0" sz="4000" spc="-10"/>
              <a:t>service machine)</a:t>
            </a:r>
            <a:endParaRPr sz="4000"/>
          </a:p>
        </p:txBody>
      </p:sp>
      <p:sp>
        <p:nvSpPr>
          <p:cNvPr id="7" name="object 7" descr=""/>
          <p:cNvSpPr txBox="1"/>
          <p:nvPr/>
        </p:nvSpPr>
        <p:spPr>
          <a:xfrm>
            <a:off x="6766070" y="6500842"/>
            <a:ext cx="1369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Close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Machine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2805" y="3759148"/>
            <a:ext cx="716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Restock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23967" y="4539429"/>
            <a:ext cx="1369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Close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Machine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9474" y="3510733"/>
            <a:ext cx="1348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Open </a:t>
            </a:r>
            <a:r>
              <a:rPr dirty="0" sz="1600" spc="-10">
                <a:latin typeface="Arial MT"/>
                <a:cs typeface="Arial MT"/>
              </a:rPr>
              <a:t>Machine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99914" y="3338526"/>
            <a:ext cx="11614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&lt;&lt;includes&gt;&gt;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23967" y="5334950"/>
            <a:ext cx="1348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Open </a:t>
            </a:r>
            <a:r>
              <a:rPr dirty="0" sz="1600" spc="-10">
                <a:latin typeface="Arial MT"/>
                <a:cs typeface="Arial MT"/>
              </a:rPr>
              <a:t>Machine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07913" y="6260036"/>
            <a:ext cx="11614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&lt;&lt;includes&gt;&gt;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657600" y="2278379"/>
            <a:ext cx="2057400" cy="541020"/>
          </a:xfrm>
          <a:custGeom>
            <a:avLst/>
            <a:gdLst/>
            <a:ahLst/>
            <a:cxnLst/>
            <a:rect l="l" t="t" r="r" b="b"/>
            <a:pathLst>
              <a:path w="2057400" h="541019">
                <a:moveTo>
                  <a:pt x="0" y="271272"/>
                </a:moveTo>
                <a:lnTo>
                  <a:pt x="20949" y="216735"/>
                </a:lnTo>
                <a:lnTo>
                  <a:pt x="56901" y="182353"/>
                </a:lnTo>
                <a:lnTo>
                  <a:pt x="108999" y="149934"/>
                </a:lnTo>
                <a:lnTo>
                  <a:pt x="176004" y="119806"/>
                </a:lnTo>
                <a:lnTo>
                  <a:pt x="214709" y="105704"/>
                </a:lnTo>
                <a:lnTo>
                  <a:pt x="256676" y="92298"/>
                </a:lnTo>
                <a:lnTo>
                  <a:pt x="301751" y="79629"/>
                </a:lnTo>
                <a:lnTo>
                  <a:pt x="349779" y="67737"/>
                </a:lnTo>
                <a:lnTo>
                  <a:pt x="400605" y="56664"/>
                </a:lnTo>
                <a:lnTo>
                  <a:pt x="454074" y="46452"/>
                </a:lnTo>
                <a:lnTo>
                  <a:pt x="510031" y="37140"/>
                </a:lnTo>
                <a:lnTo>
                  <a:pt x="568323" y="28770"/>
                </a:lnTo>
                <a:lnTo>
                  <a:pt x="628792" y="21383"/>
                </a:lnTo>
                <a:lnTo>
                  <a:pt x="691286" y="15020"/>
                </a:lnTo>
                <a:lnTo>
                  <a:pt x="755649" y="9722"/>
                </a:lnTo>
                <a:lnTo>
                  <a:pt x="821727" y="5530"/>
                </a:lnTo>
                <a:lnTo>
                  <a:pt x="889365" y="2485"/>
                </a:lnTo>
                <a:lnTo>
                  <a:pt x="958407" y="628"/>
                </a:lnTo>
                <a:lnTo>
                  <a:pt x="1028700" y="0"/>
                </a:lnTo>
                <a:lnTo>
                  <a:pt x="1099167" y="628"/>
                </a:lnTo>
                <a:lnTo>
                  <a:pt x="1168355" y="2485"/>
                </a:lnTo>
                <a:lnTo>
                  <a:pt x="1236109" y="5530"/>
                </a:lnTo>
                <a:lnTo>
                  <a:pt x="1302279" y="9722"/>
                </a:lnTo>
                <a:lnTo>
                  <a:pt x="1366710" y="15020"/>
                </a:lnTo>
                <a:lnTo>
                  <a:pt x="1429250" y="21383"/>
                </a:lnTo>
                <a:lnTo>
                  <a:pt x="1489746" y="28770"/>
                </a:lnTo>
                <a:lnTo>
                  <a:pt x="1548045" y="37140"/>
                </a:lnTo>
                <a:lnTo>
                  <a:pt x="1603995" y="46452"/>
                </a:lnTo>
                <a:lnTo>
                  <a:pt x="1657442" y="56664"/>
                </a:lnTo>
                <a:lnTo>
                  <a:pt x="1708234" y="67737"/>
                </a:lnTo>
                <a:lnTo>
                  <a:pt x="1756219" y="79629"/>
                </a:lnTo>
                <a:lnTo>
                  <a:pt x="1801243" y="92298"/>
                </a:lnTo>
                <a:lnTo>
                  <a:pt x="1843153" y="105704"/>
                </a:lnTo>
                <a:lnTo>
                  <a:pt x="1881797" y="119806"/>
                </a:lnTo>
                <a:lnTo>
                  <a:pt x="1917022" y="134563"/>
                </a:lnTo>
                <a:lnTo>
                  <a:pt x="1976604" y="165877"/>
                </a:lnTo>
                <a:lnTo>
                  <a:pt x="2020675" y="199319"/>
                </a:lnTo>
                <a:lnTo>
                  <a:pt x="2048015" y="234560"/>
                </a:lnTo>
                <a:lnTo>
                  <a:pt x="2057400" y="271272"/>
                </a:lnTo>
                <a:lnTo>
                  <a:pt x="2054818" y="290580"/>
                </a:lnTo>
                <a:lnTo>
                  <a:pt x="2034690" y="328033"/>
                </a:lnTo>
                <a:lnTo>
                  <a:pt x="1995764" y="363630"/>
                </a:lnTo>
                <a:lnTo>
                  <a:pt x="1939429" y="397012"/>
                </a:lnTo>
                <a:lnTo>
                  <a:pt x="1867074" y="427818"/>
                </a:lnTo>
                <a:lnTo>
                  <a:pt x="1825324" y="442142"/>
                </a:lnTo>
                <a:lnTo>
                  <a:pt x="1780089" y="455687"/>
                </a:lnTo>
                <a:lnTo>
                  <a:pt x="1731543" y="468407"/>
                </a:lnTo>
                <a:lnTo>
                  <a:pt x="1679861" y="480257"/>
                </a:lnTo>
                <a:lnTo>
                  <a:pt x="1625215" y="491193"/>
                </a:lnTo>
                <a:lnTo>
                  <a:pt x="1567780" y="501170"/>
                </a:lnTo>
                <a:lnTo>
                  <a:pt x="1507728" y="510141"/>
                </a:lnTo>
                <a:lnTo>
                  <a:pt x="1445234" y="518063"/>
                </a:lnTo>
                <a:lnTo>
                  <a:pt x="1380471" y="524890"/>
                </a:lnTo>
                <a:lnTo>
                  <a:pt x="1313613" y="530576"/>
                </a:lnTo>
                <a:lnTo>
                  <a:pt x="1244833" y="535077"/>
                </a:lnTo>
                <a:lnTo>
                  <a:pt x="1174305" y="538349"/>
                </a:lnTo>
                <a:lnTo>
                  <a:pt x="1102203" y="540344"/>
                </a:lnTo>
                <a:lnTo>
                  <a:pt x="1028700" y="541020"/>
                </a:lnTo>
                <a:lnTo>
                  <a:pt x="955378" y="540344"/>
                </a:lnTo>
                <a:lnTo>
                  <a:pt x="883425" y="538349"/>
                </a:lnTo>
                <a:lnTo>
                  <a:pt x="813017" y="535077"/>
                </a:lnTo>
                <a:lnTo>
                  <a:pt x="744328" y="530576"/>
                </a:lnTo>
                <a:lnTo>
                  <a:pt x="677536" y="524890"/>
                </a:lnTo>
                <a:lnTo>
                  <a:pt x="612816" y="518063"/>
                </a:lnTo>
                <a:lnTo>
                  <a:pt x="550344" y="510141"/>
                </a:lnTo>
                <a:lnTo>
                  <a:pt x="490295" y="501170"/>
                </a:lnTo>
                <a:lnTo>
                  <a:pt x="432847" y="491193"/>
                </a:lnTo>
                <a:lnTo>
                  <a:pt x="378173" y="480257"/>
                </a:lnTo>
                <a:lnTo>
                  <a:pt x="326451" y="468407"/>
                </a:lnTo>
                <a:lnTo>
                  <a:pt x="277856" y="455687"/>
                </a:lnTo>
                <a:lnTo>
                  <a:pt x="232564" y="442142"/>
                </a:lnTo>
                <a:lnTo>
                  <a:pt x="190751" y="427818"/>
                </a:lnTo>
                <a:lnTo>
                  <a:pt x="152592" y="412760"/>
                </a:lnTo>
                <a:lnTo>
                  <a:pt x="87943" y="380621"/>
                </a:lnTo>
                <a:lnTo>
                  <a:pt x="40024" y="346086"/>
                </a:lnTo>
                <a:lnTo>
                  <a:pt x="10240" y="309516"/>
                </a:lnTo>
                <a:lnTo>
                  <a:pt x="0" y="271272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353563" y="2242828"/>
            <a:ext cx="7054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Buy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50">
                <a:latin typeface="Tahoma"/>
                <a:cs typeface="Tahoma"/>
              </a:rPr>
              <a:t>a </a:t>
            </a:r>
            <a:r>
              <a:rPr dirty="0" sz="1600" spc="-20">
                <a:latin typeface="Tahoma"/>
                <a:cs typeface="Tahoma"/>
              </a:rPr>
              <a:t>product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00348" y="4336105"/>
            <a:ext cx="3895725" cy="151638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2273935">
              <a:lnSpc>
                <a:spcPct val="100000"/>
              </a:lnSpc>
              <a:spcBef>
                <a:spcPts val="1095"/>
              </a:spcBef>
            </a:pPr>
            <a:r>
              <a:rPr dirty="0" sz="1600" spc="-10">
                <a:latin typeface="Times New Roman"/>
                <a:cs typeface="Times New Roman"/>
              </a:rPr>
              <a:t>&lt;&lt;includes&gt;&gt;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00">
                <a:latin typeface="Tahoma"/>
                <a:cs typeface="Tahoma"/>
              </a:rPr>
              <a:t>Restock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according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sales</a:t>
            </a:r>
            <a:endParaRPr sz="160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675"/>
              </a:spcBef>
            </a:pPr>
            <a:r>
              <a:rPr dirty="0" sz="1600" spc="-10">
                <a:latin typeface="Times New Roman"/>
                <a:cs typeface="Times New Roman"/>
              </a:rPr>
              <a:t>&lt;&lt;includes&gt;&gt;</a:t>
            </a:r>
            <a:endParaRPr sz="1600">
              <a:latin typeface="Times New Roman"/>
              <a:cs typeface="Times New Roman"/>
            </a:endParaRPr>
          </a:p>
          <a:p>
            <a:pPr algn="ctr" marR="256540">
              <a:lnSpc>
                <a:spcPct val="100000"/>
              </a:lnSpc>
              <a:spcBef>
                <a:spcPts val="1390"/>
              </a:spcBef>
            </a:pPr>
            <a:r>
              <a:rPr dirty="0" sz="1600" spc="-10">
                <a:latin typeface="Tahoma"/>
                <a:cs typeface="Tahoma"/>
              </a:rPr>
              <a:t>Collect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7200" y="2576322"/>
            <a:ext cx="3215005" cy="3524250"/>
            <a:chOff x="457200" y="2576322"/>
            <a:chExt cx="3215005" cy="3524250"/>
          </a:xfrm>
        </p:grpSpPr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2" y="4796028"/>
              <a:ext cx="138684" cy="14630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65631" y="4937760"/>
              <a:ext cx="259079" cy="410209"/>
            </a:xfrm>
            <a:custGeom>
              <a:avLst/>
              <a:gdLst/>
              <a:ahLst/>
              <a:cxnLst/>
              <a:rect l="l" t="t" r="r" b="b"/>
              <a:pathLst>
                <a:path w="259080" h="410210">
                  <a:moveTo>
                    <a:pt x="129540" y="0"/>
                  </a:moveTo>
                  <a:lnTo>
                    <a:pt x="129540" y="272795"/>
                  </a:lnTo>
                </a:path>
                <a:path w="259080" h="410210">
                  <a:moveTo>
                    <a:pt x="65532" y="409955"/>
                  </a:moveTo>
                  <a:lnTo>
                    <a:pt x="129540" y="272795"/>
                  </a:lnTo>
                  <a:lnTo>
                    <a:pt x="195072" y="409955"/>
                  </a:lnTo>
                </a:path>
                <a:path w="259080" h="410210">
                  <a:moveTo>
                    <a:pt x="0" y="68579"/>
                  </a:moveTo>
                  <a:lnTo>
                    <a:pt x="259080" y="6857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160" y="5545835"/>
              <a:ext cx="138683" cy="14630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22732" y="5687567"/>
              <a:ext cx="129539" cy="408940"/>
            </a:xfrm>
            <a:custGeom>
              <a:avLst/>
              <a:gdLst/>
              <a:ahLst/>
              <a:cxnLst/>
              <a:rect l="l" t="t" r="r" b="b"/>
              <a:pathLst>
                <a:path w="129540" h="408939">
                  <a:moveTo>
                    <a:pt x="64007" y="0"/>
                  </a:moveTo>
                  <a:lnTo>
                    <a:pt x="64007" y="272796"/>
                  </a:lnTo>
                </a:path>
                <a:path w="129540" h="408939">
                  <a:moveTo>
                    <a:pt x="0" y="408432"/>
                  </a:moveTo>
                  <a:lnTo>
                    <a:pt x="64007" y="272796"/>
                  </a:lnTo>
                  <a:lnTo>
                    <a:pt x="129540" y="40843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7200" y="5756148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 h="0">
                  <a:moveTo>
                    <a:pt x="0" y="0"/>
                  </a:moveTo>
                  <a:lnTo>
                    <a:pt x="25907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079" y="5501640"/>
              <a:ext cx="138684" cy="14478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342644" y="5641848"/>
              <a:ext cx="257810" cy="408940"/>
            </a:xfrm>
            <a:custGeom>
              <a:avLst/>
              <a:gdLst/>
              <a:ahLst/>
              <a:cxnLst/>
              <a:rect l="l" t="t" r="r" b="b"/>
              <a:pathLst>
                <a:path w="257809" h="408939">
                  <a:moveTo>
                    <a:pt x="129539" y="0"/>
                  </a:moveTo>
                  <a:lnTo>
                    <a:pt x="129539" y="272796"/>
                  </a:lnTo>
                </a:path>
                <a:path w="257809" h="408939">
                  <a:moveTo>
                    <a:pt x="64007" y="408432"/>
                  </a:moveTo>
                  <a:lnTo>
                    <a:pt x="129539" y="272796"/>
                  </a:lnTo>
                  <a:lnTo>
                    <a:pt x="193547" y="408432"/>
                  </a:lnTo>
                </a:path>
                <a:path w="257809" h="408939">
                  <a:moveTo>
                    <a:pt x="0" y="68580"/>
                  </a:moveTo>
                  <a:lnTo>
                    <a:pt x="257555" y="6858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131" y="5393435"/>
              <a:ext cx="204215" cy="17830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184" y="5387340"/>
              <a:ext cx="243839" cy="132587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295400" y="3886200"/>
              <a:ext cx="2286000" cy="1066800"/>
            </a:xfrm>
            <a:custGeom>
              <a:avLst/>
              <a:gdLst/>
              <a:ahLst/>
              <a:cxnLst/>
              <a:rect l="l" t="t" r="r" b="b"/>
              <a:pathLst>
                <a:path w="2286000" h="1066800">
                  <a:moveTo>
                    <a:pt x="0" y="106680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71600" y="5029200"/>
              <a:ext cx="2133600" cy="685800"/>
            </a:xfrm>
            <a:custGeom>
              <a:avLst/>
              <a:gdLst/>
              <a:ahLst/>
              <a:cxnLst/>
              <a:rect l="l" t="t" r="r" b="b"/>
              <a:pathLst>
                <a:path w="2133600" h="685800">
                  <a:moveTo>
                    <a:pt x="0" y="0"/>
                  </a:moveTo>
                  <a:lnTo>
                    <a:pt x="2133600" y="6858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559" y="2662428"/>
              <a:ext cx="138684" cy="14630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990600" y="2804159"/>
              <a:ext cx="259079" cy="410209"/>
            </a:xfrm>
            <a:custGeom>
              <a:avLst/>
              <a:gdLst/>
              <a:ahLst/>
              <a:cxnLst/>
              <a:rect l="l" t="t" r="r" b="b"/>
              <a:pathLst>
                <a:path w="259080" h="410210">
                  <a:moveTo>
                    <a:pt x="129539" y="0"/>
                  </a:moveTo>
                  <a:lnTo>
                    <a:pt x="129539" y="272796"/>
                  </a:lnTo>
                </a:path>
                <a:path w="259080" h="410210">
                  <a:moveTo>
                    <a:pt x="65531" y="409956"/>
                  </a:moveTo>
                  <a:lnTo>
                    <a:pt x="129539" y="272796"/>
                  </a:lnTo>
                  <a:lnTo>
                    <a:pt x="195072" y="409956"/>
                  </a:lnTo>
                </a:path>
                <a:path w="259080" h="410210">
                  <a:moveTo>
                    <a:pt x="0" y="68580"/>
                  </a:moveTo>
                  <a:lnTo>
                    <a:pt x="259079" y="6858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95400" y="2590800"/>
              <a:ext cx="2362200" cy="304800"/>
            </a:xfrm>
            <a:custGeom>
              <a:avLst/>
              <a:gdLst/>
              <a:ahLst/>
              <a:cxnLst/>
              <a:rect l="l" t="t" r="r" b="b"/>
              <a:pathLst>
                <a:path w="2362200" h="304800">
                  <a:moveTo>
                    <a:pt x="0" y="304800"/>
                  </a:moveTo>
                  <a:lnTo>
                    <a:pt x="236220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37097" y="3538148"/>
            <a:ext cx="8489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customer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9071891" y="6965614"/>
            <a:ext cx="22097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57268" y="6412450"/>
            <a:ext cx="725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supplier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898886" y="2370776"/>
            <a:ext cx="2783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Self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Service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Machine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/>
          <p:nvPr/>
        </p:nvSpPr>
        <p:spPr>
          <a:xfrm>
            <a:off x="9300491" y="6965614"/>
            <a:ext cx="22097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1C1C1C"/>
                </a:solidFill>
                <a:latin typeface="Tahoma"/>
                <a:cs typeface="Tahoma"/>
              </a:rPr>
              <a:t>22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977" y="3611327"/>
            <a:ext cx="63607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dirty="0" spc="-50"/>
              <a:t> </a:t>
            </a:r>
            <a:r>
              <a:rPr dirty="0"/>
              <a:t>Use</a:t>
            </a:r>
            <a:r>
              <a:rPr dirty="0" spc="-75"/>
              <a:t> </a:t>
            </a:r>
            <a:r>
              <a:rPr dirty="0"/>
              <a:t>Case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10"/>
              <a:t>Classes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372110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Identify</a:t>
            </a:r>
            <a:r>
              <a:rPr dirty="0" spc="-120"/>
              <a:t> </a:t>
            </a:r>
            <a:r>
              <a:rPr dirty="0"/>
              <a:t>Classes</a:t>
            </a:r>
            <a:r>
              <a:rPr dirty="0" spc="-155"/>
              <a:t> </a:t>
            </a:r>
            <a:r>
              <a:rPr dirty="0"/>
              <a:t>(Extract</a:t>
            </a:r>
            <a:r>
              <a:rPr dirty="0" spc="-140"/>
              <a:t> </a:t>
            </a:r>
            <a:r>
              <a:rPr dirty="0" spc="-10"/>
              <a:t>Nouns)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31368" y="2858491"/>
            <a:ext cx="1301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5">
                <a:solidFill>
                  <a:srgbClr val="FF0000"/>
                </a:solidFill>
                <a:latin typeface="Times New Roman"/>
                <a:cs typeface="Times New Roman"/>
              </a:rPr>
              <a:t>■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31368" y="2134613"/>
            <a:ext cx="7454265" cy="14890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45465" marR="5080" indent="-533400">
              <a:lnSpc>
                <a:spcPts val="2160"/>
              </a:lnSpc>
              <a:spcBef>
                <a:spcPts val="375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545465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University</a:t>
            </a:r>
            <a:r>
              <a:rPr dirty="0" sz="2000" spc="-55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record</a:t>
            </a:r>
            <a:r>
              <a:rPr dirty="0" sz="2000" spc="-45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system</a:t>
            </a:r>
            <a:r>
              <a:rPr dirty="0" sz="2000" spc="-15" b="1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should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keep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information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about </a:t>
            </a:r>
            <a:r>
              <a:rPr dirty="0" sz="2000">
                <a:latin typeface="Tahoma"/>
                <a:cs typeface="Tahoma"/>
              </a:rPr>
              <a:t>its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students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academic</a:t>
            </a:r>
            <a:r>
              <a:rPr dirty="0" sz="2000" spc="-3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staff.</a:t>
            </a:r>
            <a:endParaRPr sz="2000">
              <a:latin typeface="Tahoma"/>
              <a:cs typeface="Tahoma"/>
            </a:endParaRPr>
          </a:p>
          <a:p>
            <a:pPr marL="545465" marR="37465">
              <a:lnSpc>
                <a:spcPts val="2160"/>
              </a:lnSpc>
              <a:spcBef>
                <a:spcPts val="480"/>
              </a:spcBef>
            </a:pPr>
            <a:r>
              <a:rPr dirty="0" sz="2000" b="1">
                <a:latin typeface="Tahoma"/>
                <a:cs typeface="Tahoma"/>
              </a:rPr>
              <a:t>Records</a:t>
            </a:r>
            <a:r>
              <a:rPr dirty="0" sz="2000" spc="-45" b="1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university</a:t>
            </a:r>
            <a:r>
              <a:rPr dirty="0" sz="2000" spc="-75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members</a:t>
            </a:r>
            <a:r>
              <a:rPr dirty="0" sz="2000" spc="-15" b="1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include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their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5" b="1">
                <a:latin typeface="Tahoma"/>
                <a:cs typeface="Tahoma"/>
              </a:rPr>
              <a:t>id </a:t>
            </a:r>
            <a:r>
              <a:rPr dirty="0" sz="2000" b="1">
                <a:latin typeface="Tahoma"/>
                <a:cs typeface="Tahoma"/>
              </a:rPr>
              <a:t>number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surname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given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name,</a:t>
            </a:r>
            <a:r>
              <a:rPr dirty="0" sz="2000" spc="-4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email,</a:t>
            </a:r>
            <a:r>
              <a:rPr dirty="0" sz="2000" spc="-4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address,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spc="-20" b="1">
                <a:latin typeface="Tahoma"/>
                <a:cs typeface="Tahoma"/>
              </a:rPr>
              <a:t>date</a:t>
            </a:r>
            <a:r>
              <a:rPr dirty="0" sz="2000" spc="50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of</a:t>
            </a:r>
            <a:r>
              <a:rPr dirty="0" sz="2000" spc="-3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birth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telephone</a:t>
            </a:r>
            <a:r>
              <a:rPr dirty="0" sz="2000" spc="-5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number.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31368" y="3625070"/>
            <a:ext cx="6979284" cy="112966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927100" marR="5080" indent="-457834">
              <a:lnSpc>
                <a:spcPts val="1939"/>
              </a:lnSpc>
              <a:spcBef>
                <a:spcPts val="345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927100" algn="l"/>
                <a:tab pos="3235325" algn="l"/>
              </a:tabLst>
            </a:pPr>
            <a:r>
              <a:rPr dirty="0" sz="1800">
                <a:latin typeface="Tahoma"/>
                <a:cs typeface="Tahoma"/>
              </a:rPr>
              <a:t>Students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staff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their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own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unique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ID </a:t>
            </a:r>
            <a:r>
              <a:rPr dirty="0" sz="1800">
                <a:latin typeface="Tahoma"/>
                <a:cs typeface="Tahoma"/>
              </a:rPr>
              <a:t>number:</a:t>
            </a:r>
            <a:r>
              <a:rPr dirty="0" sz="1800" spc="-80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studN</a:t>
            </a:r>
            <a:r>
              <a:rPr dirty="0" sz="1800" spc="-40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(students),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acadN</a:t>
            </a:r>
            <a:r>
              <a:rPr dirty="0" sz="1800" spc="-65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(academic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employee), </a:t>
            </a:r>
            <a:r>
              <a:rPr dirty="0" sz="1800">
                <a:latin typeface="Tahoma"/>
                <a:cs typeface="Tahoma"/>
              </a:rPr>
              <a:t>where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integer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10">
                <a:latin typeface="Tahoma"/>
                <a:cs typeface="Tahoma"/>
              </a:rPr>
              <a:t>(N&gt;0).</a:t>
            </a:r>
            <a:endParaRPr sz="1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225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545465" algn="l"/>
              </a:tabLst>
            </a:pP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addition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attributes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mentioned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above: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8530" y="5418810"/>
            <a:ext cx="1111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0">
                <a:solidFill>
                  <a:srgbClr val="3333CC"/>
                </a:solidFill>
                <a:latin typeface="Times New Roman"/>
                <a:cs typeface="Times New Roman"/>
              </a:rPr>
              <a:t>■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88530" y="4755894"/>
            <a:ext cx="6943090" cy="109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469900" algn="l"/>
              </a:tabLst>
            </a:pPr>
            <a:r>
              <a:rPr dirty="0" sz="1800">
                <a:latin typeface="Tahoma"/>
                <a:cs typeface="Tahoma"/>
              </a:rPr>
              <a:t>Students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also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subjects</a:t>
            </a:r>
            <a:r>
              <a:rPr dirty="0" sz="1800" spc="15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enrolled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in.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A </a:t>
            </a:r>
            <a:r>
              <a:rPr dirty="0" sz="1800">
                <a:latin typeface="Tahoma"/>
                <a:cs typeface="Tahoma"/>
              </a:rPr>
              <a:t>student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cannot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enrolled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10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subjects. </a:t>
            </a: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employees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salary,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ts val="1945"/>
              </a:lnSpc>
            </a:pPr>
            <a:r>
              <a:rPr dirty="0" sz="1800">
                <a:latin typeface="Tahoma"/>
                <a:cs typeface="Tahoma"/>
              </a:rPr>
              <a:t>they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teach.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teach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3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</a:t>
            </a:r>
            <a:r>
              <a:rPr dirty="0" spc="-25"/>
              <a:t>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157480">
              <a:lnSpc>
                <a:spcPct val="100000"/>
              </a:lnSpc>
              <a:spcBef>
                <a:spcPts val="100"/>
              </a:spcBef>
            </a:pPr>
            <a:r>
              <a:rPr dirty="0"/>
              <a:t>Nouns</a:t>
            </a:r>
            <a:r>
              <a:rPr dirty="0" spc="-70"/>
              <a:t> </a:t>
            </a:r>
            <a:r>
              <a:rPr dirty="0"/>
              <a:t>which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/>
              <a:t>potential</a:t>
            </a:r>
            <a:r>
              <a:rPr dirty="0" spc="-80"/>
              <a:t> </a:t>
            </a:r>
            <a:r>
              <a:rPr dirty="0" spc="-10"/>
              <a:t>classes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31368" y="2858491"/>
            <a:ext cx="1301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5">
                <a:solidFill>
                  <a:srgbClr val="FF0000"/>
                </a:solidFill>
                <a:latin typeface="Times New Roman"/>
                <a:cs typeface="Times New Roman"/>
              </a:rPr>
              <a:t>■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31368" y="2120139"/>
            <a:ext cx="7454265" cy="150368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545465" marR="5080" indent="-533400">
              <a:lnSpc>
                <a:spcPts val="2160"/>
              </a:lnSpc>
              <a:spcBef>
                <a:spcPts val="489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545465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100" spc="-1015" b="1" i="1">
                <a:latin typeface="Verdana"/>
                <a:cs typeface="Verdana"/>
              </a:rPr>
              <a:t>U</a:t>
            </a:r>
            <a:r>
              <a:rPr dirty="0" sz="2100" spc="-1310" b="1" i="1">
                <a:latin typeface="Verdana"/>
                <a:cs typeface="Verdana"/>
              </a:rPr>
              <a:t>n</a:t>
            </a:r>
            <a:r>
              <a:rPr dirty="0" sz="2100" spc="-1330" b="1" i="1">
                <a:latin typeface="Verdana"/>
                <a:cs typeface="Verdana"/>
              </a:rPr>
              <a:t>i</a:t>
            </a:r>
            <a:r>
              <a:rPr dirty="0" sz="2100" spc="-1040" b="1" i="1">
                <a:latin typeface="Verdana"/>
                <a:cs typeface="Verdana"/>
              </a:rPr>
              <a:t>v</a:t>
            </a:r>
            <a:r>
              <a:rPr dirty="0" sz="2100" spc="-1060" b="1" i="1">
                <a:latin typeface="Verdana"/>
                <a:cs typeface="Verdana"/>
              </a:rPr>
              <a:t>e</a:t>
            </a:r>
            <a:r>
              <a:rPr dirty="0" sz="2100" spc="-1085" b="1" i="1">
                <a:latin typeface="Verdana"/>
                <a:cs typeface="Verdana"/>
              </a:rPr>
              <a:t>r</a:t>
            </a:r>
            <a:r>
              <a:rPr dirty="0" sz="2100" spc="-1340" b="1" i="1">
                <a:latin typeface="Verdana"/>
                <a:cs typeface="Verdana"/>
              </a:rPr>
              <a:t>s</a:t>
            </a:r>
            <a:r>
              <a:rPr dirty="0" sz="2100" spc="-1335" b="1" i="1">
                <a:latin typeface="Verdana"/>
                <a:cs typeface="Verdana"/>
              </a:rPr>
              <a:t>i</a:t>
            </a:r>
            <a:r>
              <a:rPr dirty="0" sz="2100" spc="-1050" b="1" i="1">
                <a:latin typeface="Verdana"/>
                <a:cs typeface="Verdana"/>
              </a:rPr>
              <a:t>t</a:t>
            </a:r>
            <a:r>
              <a:rPr dirty="0" sz="2100" spc="-375" b="1" i="1">
                <a:latin typeface="Verdana"/>
                <a:cs typeface="Verdana"/>
              </a:rPr>
              <a:t>y</a:t>
            </a:r>
            <a:r>
              <a:rPr dirty="0" sz="2100" spc="-1085" b="1" i="1">
                <a:latin typeface="Verdana"/>
                <a:cs typeface="Verdana"/>
              </a:rPr>
              <a:t>r</a:t>
            </a:r>
            <a:r>
              <a:rPr dirty="0" sz="2100" spc="-1060" b="1" i="1">
                <a:latin typeface="Verdana"/>
                <a:cs typeface="Verdana"/>
              </a:rPr>
              <a:t>e</a:t>
            </a:r>
            <a:r>
              <a:rPr dirty="0" sz="2100" spc="-1040" b="1" i="1">
                <a:latin typeface="Verdana"/>
                <a:cs typeface="Verdana"/>
              </a:rPr>
              <a:t>c</a:t>
            </a:r>
            <a:r>
              <a:rPr dirty="0" sz="2100" spc="-1050" b="1" i="1">
                <a:latin typeface="Verdana"/>
                <a:cs typeface="Verdana"/>
              </a:rPr>
              <a:t>o</a:t>
            </a:r>
            <a:r>
              <a:rPr dirty="0" sz="2100" spc="-1085" b="1" i="1">
                <a:latin typeface="Verdana"/>
                <a:cs typeface="Verdana"/>
              </a:rPr>
              <a:t>r</a:t>
            </a:r>
            <a:r>
              <a:rPr dirty="0" sz="2100" spc="-350" b="1" i="1">
                <a:latin typeface="Verdana"/>
                <a:cs typeface="Verdana"/>
              </a:rPr>
              <a:t>d</a:t>
            </a:r>
            <a:r>
              <a:rPr dirty="0" sz="2100" spc="-1065" b="1" i="1">
                <a:latin typeface="Verdana"/>
                <a:cs typeface="Verdana"/>
              </a:rPr>
              <a:t>sy</a:t>
            </a:r>
            <a:r>
              <a:rPr dirty="0" sz="2100" spc="-1090" b="1" i="1">
                <a:latin typeface="Verdana"/>
                <a:cs typeface="Verdana"/>
              </a:rPr>
              <a:t>s</a:t>
            </a:r>
            <a:r>
              <a:rPr dirty="0" sz="2100" spc="-1019" b="1" i="1">
                <a:latin typeface="Verdana"/>
                <a:cs typeface="Verdana"/>
              </a:rPr>
              <a:t>t</a:t>
            </a:r>
            <a:r>
              <a:rPr dirty="0" sz="2100" spc="-1060" b="1" i="1">
                <a:latin typeface="Verdana"/>
                <a:cs typeface="Verdana"/>
              </a:rPr>
              <a:t>e</a:t>
            </a:r>
            <a:r>
              <a:rPr dirty="0" sz="2100" spc="-155" b="1" i="1">
                <a:latin typeface="Verdana"/>
                <a:cs typeface="Verdana"/>
              </a:rPr>
              <a:t>m</a:t>
            </a:r>
            <a:r>
              <a:rPr dirty="0" sz="2000" spc="-60">
                <a:latin typeface="Tahoma"/>
                <a:cs typeface="Tahoma"/>
              </a:rPr>
              <a:t>s</a:t>
            </a:r>
            <a:r>
              <a:rPr dirty="0" sz="2000" spc="-65">
                <a:latin typeface="Tahoma"/>
                <a:cs typeface="Tahoma"/>
              </a:rPr>
              <a:t>h</a:t>
            </a:r>
            <a:r>
              <a:rPr dirty="0" sz="2000" spc="-75">
                <a:latin typeface="Tahoma"/>
                <a:cs typeface="Tahoma"/>
              </a:rPr>
              <a:t>o</a:t>
            </a:r>
            <a:r>
              <a:rPr dirty="0" sz="2000" spc="-65">
                <a:latin typeface="Tahoma"/>
                <a:cs typeface="Tahoma"/>
              </a:rPr>
              <a:t>uld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keep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information </a:t>
            </a:r>
            <a:r>
              <a:rPr dirty="0" sz="2000" spc="-10">
                <a:latin typeface="Tahoma"/>
                <a:cs typeface="Tahoma"/>
              </a:rPr>
              <a:t>about</a:t>
            </a:r>
            <a:r>
              <a:rPr dirty="0" sz="2000" spc="500">
                <a:latin typeface="Tahoma"/>
                <a:cs typeface="Tahoma"/>
              </a:rPr>
              <a:t>               </a:t>
            </a:r>
            <a:r>
              <a:rPr dirty="0" sz="2000" spc="-10">
                <a:latin typeface="Tahoma"/>
                <a:cs typeface="Tahoma"/>
              </a:rPr>
              <a:t>its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100" spc="-1070" b="1" i="1">
                <a:latin typeface="Verdana"/>
                <a:cs typeface="Verdana"/>
              </a:rPr>
              <a:t>s</a:t>
            </a:r>
            <a:r>
              <a:rPr dirty="0" sz="2100" spc="-1045" b="1" i="1">
                <a:latin typeface="Verdana"/>
                <a:cs typeface="Verdana"/>
              </a:rPr>
              <a:t>t</a:t>
            </a:r>
            <a:r>
              <a:rPr dirty="0" sz="2100" spc="-1040" b="1" i="1">
                <a:latin typeface="Verdana"/>
                <a:cs typeface="Verdana"/>
              </a:rPr>
              <a:t>u</a:t>
            </a:r>
            <a:r>
              <a:rPr dirty="0" sz="2100" spc="-1030" b="1" i="1">
                <a:latin typeface="Verdana"/>
                <a:cs typeface="Verdana"/>
              </a:rPr>
              <a:t>d</a:t>
            </a:r>
            <a:r>
              <a:rPr dirty="0" sz="2100" spc="-1055" b="1" i="1">
                <a:latin typeface="Verdana"/>
                <a:cs typeface="Verdana"/>
              </a:rPr>
              <a:t>e</a:t>
            </a:r>
            <a:r>
              <a:rPr dirty="0" sz="2100" spc="-1045" b="1" i="1">
                <a:latin typeface="Verdana"/>
                <a:cs typeface="Verdana"/>
              </a:rPr>
              <a:t>nt</a:t>
            </a:r>
            <a:r>
              <a:rPr dirty="0" sz="2100" spc="-215" b="1" i="1">
                <a:latin typeface="Verdana"/>
                <a:cs typeface="Verdana"/>
              </a:rPr>
              <a:t>s</a:t>
            </a:r>
            <a:r>
              <a:rPr dirty="0" sz="2000" spc="-50">
                <a:latin typeface="Tahoma"/>
                <a:cs typeface="Tahoma"/>
              </a:rPr>
              <a:t>a</a:t>
            </a:r>
            <a:r>
              <a:rPr dirty="0" sz="2000" spc="-80">
                <a:latin typeface="Tahoma"/>
                <a:cs typeface="Tahoma"/>
              </a:rPr>
              <a:t>n</a:t>
            </a:r>
            <a:r>
              <a:rPr dirty="0" sz="2000" spc="-60">
                <a:latin typeface="Tahoma"/>
                <a:cs typeface="Tahoma"/>
              </a:rPr>
              <a:t>d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100" spc="-990" b="1" i="1">
                <a:latin typeface="Verdana"/>
                <a:cs typeface="Verdana"/>
              </a:rPr>
              <a:t>ac</a:t>
            </a:r>
            <a:r>
              <a:rPr dirty="0" sz="2100" spc="-1010" b="1" i="1">
                <a:latin typeface="Verdana"/>
                <a:cs typeface="Verdana"/>
              </a:rPr>
              <a:t>a</a:t>
            </a:r>
            <a:r>
              <a:rPr dirty="0" sz="2100" spc="-985" b="1" i="1">
                <a:latin typeface="Verdana"/>
                <a:cs typeface="Verdana"/>
              </a:rPr>
              <a:t>d</a:t>
            </a:r>
            <a:r>
              <a:rPr dirty="0" sz="2100" spc="-990" b="1" i="1">
                <a:latin typeface="Verdana"/>
                <a:cs typeface="Verdana"/>
              </a:rPr>
              <a:t>e</a:t>
            </a:r>
            <a:r>
              <a:rPr dirty="0" sz="2100" spc="-1270" b="1" i="1">
                <a:latin typeface="Verdana"/>
                <a:cs typeface="Verdana"/>
              </a:rPr>
              <a:t>m</a:t>
            </a:r>
            <a:r>
              <a:rPr dirty="0" sz="2100" spc="-1280" b="1" i="1">
                <a:latin typeface="Verdana"/>
                <a:cs typeface="Verdana"/>
              </a:rPr>
              <a:t>i</a:t>
            </a:r>
            <a:r>
              <a:rPr dirty="0" sz="2100" spc="-305" b="1" i="1">
                <a:latin typeface="Verdana"/>
                <a:cs typeface="Verdana"/>
              </a:rPr>
              <a:t>c</a:t>
            </a:r>
            <a:r>
              <a:rPr dirty="0" sz="2100" spc="-1040" b="1" i="1">
                <a:latin typeface="Verdana"/>
                <a:cs typeface="Verdana"/>
              </a:rPr>
              <a:t>s</a:t>
            </a:r>
            <a:r>
              <a:rPr dirty="0" sz="2100" spc="-969" b="1" i="1">
                <a:latin typeface="Verdana"/>
                <a:cs typeface="Verdana"/>
              </a:rPr>
              <a:t>t</a:t>
            </a:r>
            <a:r>
              <a:rPr dirty="0" sz="2100" spc="-1010" b="1" i="1">
                <a:latin typeface="Verdana"/>
                <a:cs typeface="Verdana"/>
              </a:rPr>
              <a:t>a</a:t>
            </a:r>
            <a:r>
              <a:rPr dirty="0" sz="2100" spc="-965" b="1" i="1">
                <a:latin typeface="Verdana"/>
                <a:cs typeface="Verdana"/>
              </a:rPr>
              <a:t>f</a:t>
            </a:r>
            <a:r>
              <a:rPr dirty="0" sz="2100" spc="-819" b="1" i="1">
                <a:latin typeface="Verdana"/>
                <a:cs typeface="Verdana"/>
              </a:rPr>
              <a:t>f</a:t>
            </a:r>
            <a:r>
              <a:rPr dirty="0" sz="2000" spc="-15" b="1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545465" marR="37465">
              <a:lnSpc>
                <a:spcPts val="2160"/>
              </a:lnSpc>
              <a:spcBef>
                <a:spcPts val="480"/>
              </a:spcBef>
            </a:pPr>
            <a:r>
              <a:rPr dirty="0" sz="2000" b="1">
                <a:latin typeface="Tahoma"/>
                <a:cs typeface="Tahoma"/>
              </a:rPr>
              <a:t>Records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all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100" spc="-1060" b="1" i="1">
                <a:latin typeface="Verdana"/>
                <a:cs typeface="Verdana"/>
              </a:rPr>
              <a:t>u</a:t>
            </a:r>
            <a:r>
              <a:rPr dirty="0" sz="2100" spc="-1325" b="1" i="1">
                <a:latin typeface="Verdana"/>
                <a:cs typeface="Verdana"/>
              </a:rPr>
              <a:t>n</a:t>
            </a:r>
            <a:r>
              <a:rPr dirty="0" sz="2100" spc="-1345" b="1" i="1">
                <a:latin typeface="Verdana"/>
                <a:cs typeface="Verdana"/>
              </a:rPr>
              <a:t>i</a:t>
            </a:r>
            <a:r>
              <a:rPr dirty="0" sz="2100" spc="-1055" b="1" i="1">
                <a:latin typeface="Verdana"/>
                <a:cs typeface="Verdana"/>
              </a:rPr>
              <a:t>v</a:t>
            </a:r>
            <a:r>
              <a:rPr dirty="0" sz="2100" spc="-1075" b="1" i="1">
                <a:latin typeface="Verdana"/>
                <a:cs typeface="Verdana"/>
              </a:rPr>
              <a:t>er</a:t>
            </a:r>
            <a:r>
              <a:rPr dirty="0" sz="2100" spc="-1380" b="1" i="1">
                <a:latin typeface="Verdana"/>
                <a:cs typeface="Verdana"/>
              </a:rPr>
              <a:t>s</a:t>
            </a:r>
            <a:r>
              <a:rPr dirty="0" sz="2100" spc="-1350" b="1" i="1">
                <a:latin typeface="Verdana"/>
                <a:cs typeface="Verdana"/>
              </a:rPr>
              <a:t>i</a:t>
            </a:r>
            <a:r>
              <a:rPr dirty="0" sz="2100" spc="-1065" b="1" i="1">
                <a:latin typeface="Verdana"/>
                <a:cs typeface="Verdana"/>
              </a:rPr>
              <a:t>t</a:t>
            </a:r>
            <a:r>
              <a:rPr dirty="0" sz="2100" spc="-415" b="1" i="1">
                <a:latin typeface="Verdana"/>
                <a:cs typeface="Verdana"/>
              </a:rPr>
              <a:t>y</a:t>
            </a:r>
            <a:r>
              <a:rPr dirty="0" sz="2100" spc="-1040" b="1" i="1">
                <a:latin typeface="Verdana"/>
                <a:cs typeface="Verdana"/>
              </a:rPr>
              <a:t>m</a:t>
            </a:r>
            <a:r>
              <a:rPr dirty="0" sz="2100" spc="-1075" b="1" i="1">
                <a:latin typeface="Verdana"/>
                <a:cs typeface="Verdana"/>
              </a:rPr>
              <a:t>e</a:t>
            </a:r>
            <a:r>
              <a:rPr dirty="0" sz="2100" spc="-1065" b="1" i="1">
                <a:latin typeface="Verdana"/>
                <a:cs typeface="Verdana"/>
              </a:rPr>
              <a:t>m</a:t>
            </a:r>
            <a:r>
              <a:rPr dirty="0" sz="2100" spc="-1030" b="1" i="1">
                <a:latin typeface="Verdana"/>
                <a:cs typeface="Verdana"/>
              </a:rPr>
              <a:t>b</a:t>
            </a:r>
            <a:r>
              <a:rPr dirty="0" sz="2100" spc="-1075" b="1" i="1">
                <a:latin typeface="Verdana"/>
                <a:cs typeface="Verdana"/>
              </a:rPr>
              <a:t>e</a:t>
            </a:r>
            <a:r>
              <a:rPr dirty="0" sz="2100" spc="-1100" b="1" i="1">
                <a:latin typeface="Verdana"/>
                <a:cs typeface="Verdana"/>
              </a:rPr>
              <a:t>r</a:t>
            </a:r>
            <a:r>
              <a:rPr dirty="0" sz="2100" spc="-180" b="1" i="1">
                <a:latin typeface="Verdana"/>
                <a:cs typeface="Verdana"/>
              </a:rPr>
              <a:t>s</a:t>
            </a:r>
            <a:r>
              <a:rPr dirty="0" sz="2000" spc="-70">
                <a:latin typeface="Tahoma"/>
                <a:cs typeface="Tahoma"/>
              </a:rPr>
              <a:t>a</a:t>
            </a:r>
            <a:r>
              <a:rPr dirty="0" sz="2000" spc="-110">
                <a:latin typeface="Tahoma"/>
                <a:cs typeface="Tahoma"/>
              </a:rPr>
              <a:t>r</a:t>
            </a:r>
            <a:r>
              <a:rPr dirty="0" sz="2000" spc="-80">
                <a:latin typeface="Tahoma"/>
                <a:cs typeface="Tahoma"/>
              </a:rPr>
              <a:t>e</a:t>
            </a:r>
            <a:r>
              <a:rPr dirty="0" sz="2000">
                <a:latin typeface="Tahoma"/>
                <a:cs typeface="Tahoma"/>
              </a:rPr>
              <a:t> to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include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their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25" b="1">
                <a:latin typeface="Tahoma"/>
                <a:cs typeface="Tahoma"/>
              </a:rPr>
              <a:t>id</a:t>
            </a:r>
            <a:r>
              <a:rPr dirty="0" sz="2000" spc="500" b="1">
                <a:latin typeface="Tahoma"/>
                <a:cs typeface="Tahoma"/>
              </a:rPr>
              <a:t>      </a:t>
            </a:r>
            <a:r>
              <a:rPr dirty="0" sz="2000" b="1">
                <a:latin typeface="Tahoma"/>
                <a:cs typeface="Tahoma"/>
              </a:rPr>
              <a:t>number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surname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given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name,</a:t>
            </a:r>
            <a:r>
              <a:rPr dirty="0" sz="2000" spc="-4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email,</a:t>
            </a:r>
            <a:r>
              <a:rPr dirty="0" sz="2000" spc="-4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address,</a:t>
            </a:r>
            <a:r>
              <a:rPr dirty="0" sz="2000" spc="-60" b="1">
                <a:latin typeface="Tahoma"/>
                <a:cs typeface="Tahoma"/>
              </a:rPr>
              <a:t> </a:t>
            </a:r>
            <a:r>
              <a:rPr dirty="0" sz="2000" spc="-20" b="1">
                <a:latin typeface="Tahoma"/>
                <a:cs typeface="Tahoma"/>
              </a:rPr>
              <a:t>date</a:t>
            </a:r>
            <a:r>
              <a:rPr dirty="0" sz="2000" spc="50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of</a:t>
            </a:r>
            <a:r>
              <a:rPr dirty="0" sz="2000" spc="-3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birth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telephone</a:t>
            </a:r>
            <a:r>
              <a:rPr dirty="0" sz="2000" spc="-5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number.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31368" y="3625070"/>
            <a:ext cx="6979284" cy="112966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927100" marR="5080" indent="-457834">
              <a:lnSpc>
                <a:spcPts val="1939"/>
              </a:lnSpc>
              <a:spcBef>
                <a:spcPts val="345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927100" algn="l"/>
                <a:tab pos="3235325" algn="l"/>
              </a:tabLst>
            </a:pPr>
            <a:r>
              <a:rPr dirty="0" sz="1800">
                <a:latin typeface="Tahoma"/>
                <a:cs typeface="Tahoma"/>
              </a:rPr>
              <a:t>Students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staff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their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own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unique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ID </a:t>
            </a:r>
            <a:r>
              <a:rPr dirty="0" sz="1800">
                <a:latin typeface="Tahoma"/>
                <a:cs typeface="Tahoma"/>
              </a:rPr>
              <a:t>number:</a:t>
            </a:r>
            <a:r>
              <a:rPr dirty="0" sz="1800" spc="-80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studN</a:t>
            </a:r>
            <a:r>
              <a:rPr dirty="0" sz="1800" spc="-40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(students),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b="1">
                <a:latin typeface="Tahoma"/>
                <a:cs typeface="Tahoma"/>
              </a:rPr>
              <a:t>acadN</a:t>
            </a:r>
            <a:r>
              <a:rPr dirty="0" sz="1800" spc="-65" b="1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(academic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employee), </a:t>
            </a:r>
            <a:r>
              <a:rPr dirty="0" sz="1800">
                <a:latin typeface="Tahoma"/>
                <a:cs typeface="Tahoma"/>
              </a:rPr>
              <a:t>where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integer</a:t>
            </a:r>
            <a:r>
              <a:rPr dirty="0" sz="1800">
                <a:latin typeface="Tahoma"/>
                <a:cs typeface="Tahoma"/>
              </a:rPr>
              <a:t>	</a:t>
            </a:r>
            <a:r>
              <a:rPr dirty="0" sz="1800" spc="-10">
                <a:latin typeface="Tahoma"/>
                <a:cs typeface="Tahoma"/>
              </a:rPr>
              <a:t>(N&gt;0).</a:t>
            </a:r>
            <a:endParaRPr sz="1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225"/>
              </a:spcBef>
              <a:buClr>
                <a:srgbClr val="FF0000"/>
              </a:buClr>
              <a:buSzPct val="55000"/>
              <a:buFont typeface="Times New Roman"/>
              <a:buChar char="■"/>
              <a:tabLst>
                <a:tab pos="545465" algn="l"/>
              </a:tabLst>
            </a:pP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addition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attributes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mentioned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above: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8530" y="5418810"/>
            <a:ext cx="1111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0">
                <a:solidFill>
                  <a:srgbClr val="3333CC"/>
                </a:solidFill>
                <a:latin typeface="Times New Roman"/>
                <a:cs typeface="Times New Roman"/>
              </a:rPr>
              <a:t>■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88530" y="4742893"/>
            <a:ext cx="6943090" cy="110871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469900" marR="5080" indent="-457834">
              <a:lnSpc>
                <a:spcPts val="1939"/>
              </a:lnSpc>
              <a:spcBef>
                <a:spcPts val="450"/>
              </a:spcBef>
              <a:buClr>
                <a:srgbClr val="3333CC"/>
              </a:buClr>
              <a:buSzPct val="50000"/>
              <a:buFont typeface="Times New Roman"/>
              <a:buChar char="■"/>
              <a:tabLst>
                <a:tab pos="469900" algn="l"/>
              </a:tabLst>
            </a:pPr>
            <a:r>
              <a:rPr dirty="0" sz="1800">
                <a:latin typeface="Tahoma"/>
                <a:cs typeface="Tahoma"/>
              </a:rPr>
              <a:t>Students</a:t>
            </a:r>
            <a:r>
              <a:rPr dirty="0" sz="1800" spc="-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also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40">
                <a:latin typeface="Tahoma"/>
                <a:cs typeface="Tahoma"/>
              </a:rPr>
              <a:t> </a:t>
            </a:r>
            <a:r>
              <a:rPr dirty="0" sz="1900" spc="-969" b="1" i="1">
                <a:latin typeface="Verdana"/>
                <a:cs typeface="Verdana"/>
              </a:rPr>
              <a:t>s</a:t>
            </a:r>
            <a:r>
              <a:rPr dirty="0" sz="1900" spc="-925" b="1" i="1">
                <a:latin typeface="Verdana"/>
                <a:cs typeface="Verdana"/>
              </a:rPr>
              <a:t>u</a:t>
            </a:r>
            <a:r>
              <a:rPr dirty="0" sz="1900" spc="-1019" b="1" i="1">
                <a:latin typeface="Verdana"/>
                <a:cs typeface="Verdana"/>
              </a:rPr>
              <a:t>b</a:t>
            </a:r>
            <a:r>
              <a:rPr dirty="0" sz="1900" spc="-1040" b="1" i="1">
                <a:latin typeface="Verdana"/>
                <a:cs typeface="Verdana"/>
              </a:rPr>
              <a:t>j</a:t>
            </a:r>
            <a:r>
              <a:rPr dirty="0" sz="1900" spc="-940" b="1" i="1">
                <a:latin typeface="Verdana"/>
                <a:cs typeface="Verdana"/>
              </a:rPr>
              <a:t>e</a:t>
            </a:r>
            <a:r>
              <a:rPr dirty="0" sz="1900" spc="-925" b="1" i="1">
                <a:latin typeface="Verdana"/>
                <a:cs typeface="Verdana"/>
              </a:rPr>
              <a:t>c</a:t>
            </a:r>
            <a:r>
              <a:rPr dirty="0" sz="1900" spc="-930" b="1" i="1">
                <a:latin typeface="Verdana"/>
                <a:cs typeface="Verdana"/>
              </a:rPr>
              <a:t>t</a:t>
            </a:r>
            <a:r>
              <a:rPr dirty="0" sz="1900" spc="-100" b="1" i="1">
                <a:latin typeface="Verdana"/>
                <a:cs typeface="Verdana"/>
              </a:rPr>
              <a:t>s</a:t>
            </a:r>
            <a:r>
              <a:rPr dirty="0" sz="1800" spc="-55">
                <a:latin typeface="Tahoma"/>
                <a:cs typeface="Tahoma"/>
              </a:rPr>
              <a:t>t</a:t>
            </a:r>
            <a:r>
              <a:rPr dirty="0" sz="1800" spc="-45">
                <a:latin typeface="Tahoma"/>
                <a:cs typeface="Tahoma"/>
              </a:rPr>
              <a:t>h</a:t>
            </a:r>
            <a:r>
              <a:rPr dirty="0" sz="1800" spc="-40">
                <a:latin typeface="Tahoma"/>
                <a:cs typeface="Tahoma"/>
              </a:rPr>
              <a:t>e</a:t>
            </a:r>
            <a:r>
              <a:rPr dirty="0" sz="1800" spc="-45">
                <a:latin typeface="Tahoma"/>
                <a:cs typeface="Tahoma"/>
              </a:rPr>
              <a:t>y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enrolled in.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A</a:t>
            </a:r>
            <a:r>
              <a:rPr dirty="0" sz="1800" spc="5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student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cannot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enrolled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10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subjects.</a:t>
            </a:r>
            <a:endParaRPr sz="1800">
              <a:latin typeface="Tahoma"/>
              <a:cs typeface="Tahoma"/>
            </a:endParaRPr>
          </a:p>
          <a:p>
            <a:pPr marL="469900" marR="346710">
              <a:lnSpc>
                <a:spcPts val="1939"/>
              </a:lnSpc>
              <a:spcBef>
                <a:spcPts val="439"/>
              </a:spcBef>
            </a:pP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employees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salary,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 </a:t>
            </a:r>
            <a:r>
              <a:rPr dirty="0" sz="1800">
                <a:latin typeface="Tahoma"/>
                <a:cs typeface="Tahoma"/>
              </a:rPr>
              <a:t>they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teach.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academic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teach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3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subjects.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</a:t>
            </a:r>
            <a:r>
              <a:rPr dirty="0" spc="-25"/>
              <a:t>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100"/>
              </a:spcBef>
            </a:pPr>
            <a:r>
              <a:rPr dirty="0"/>
              <a:t>Classes</a:t>
            </a:r>
            <a:r>
              <a:rPr dirty="0" spc="-30"/>
              <a:t> </a:t>
            </a:r>
            <a:r>
              <a:rPr dirty="0"/>
              <a:t>identified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first</a:t>
            </a:r>
            <a:r>
              <a:rPr dirty="0" spc="-65"/>
              <a:t> </a:t>
            </a:r>
            <a:r>
              <a:rPr dirty="0" spc="-20"/>
              <a:t>pass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31340" y="2079142"/>
            <a:ext cx="5426710" cy="25857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45465" indent="-53276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545465" algn="l"/>
                <a:tab pos="4523105" algn="l"/>
              </a:tabLst>
            </a:pPr>
            <a:r>
              <a:rPr dirty="0" sz="2800" spc="-10">
                <a:latin typeface="Tahoma"/>
                <a:cs typeface="Tahoma"/>
              </a:rPr>
              <a:t>UniversityRecordSystem</a:t>
            </a:r>
            <a:r>
              <a:rPr dirty="0" sz="2800">
                <a:latin typeface="Tahoma"/>
                <a:cs typeface="Tahoma"/>
              </a:rPr>
              <a:t>	-</a:t>
            </a:r>
            <a:r>
              <a:rPr dirty="0" sz="2800" spc="1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URS</a:t>
            </a:r>
            <a:endParaRPr sz="2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545465" algn="l"/>
              </a:tabLst>
            </a:pPr>
            <a:r>
              <a:rPr dirty="0" sz="2800" spc="-10">
                <a:latin typeface="Tahoma"/>
                <a:cs typeface="Tahoma"/>
              </a:rPr>
              <a:t>Student</a:t>
            </a:r>
            <a:endParaRPr sz="2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545465" algn="l"/>
              </a:tabLst>
            </a:pPr>
            <a:r>
              <a:rPr dirty="0" sz="2800">
                <a:latin typeface="Tahoma"/>
                <a:cs typeface="Tahoma"/>
              </a:rPr>
              <a:t>Academic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Staff</a:t>
            </a:r>
            <a:endParaRPr sz="2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545465" algn="l"/>
              </a:tabLst>
            </a:pPr>
            <a:r>
              <a:rPr dirty="0" sz="2800" spc="-10">
                <a:latin typeface="Tahoma"/>
                <a:cs typeface="Tahoma"/>
              </a:rPr>
              <a:t>UniversityMembers</a:t>
            </a:r>
            <a:endParaRPr sz="2800">
              <a:latin typeface="Tahoma"/>
              <a:cs typeface="Tahoma"/>
            </a:endParaRPr>
          </a:p>
          <a:p>
            <a:pPr marL="545465" indent="-5327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Times New Roman"/>
              <a:buChar char="■"/>
              <a:tabLst>
                <a:tab pos="545465" algn="l"/>
              </a:tabLst>
            </a:pPr>
            <a:r>
              <a:rPr dirty="0" sz="2800" spc="-10">
                <a:latin typeface="Tahoma"/>
                <a:cs typeface="Tahoma"/>
              </a:rPr>
              <a:t>Subject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92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dirty="0"/>
              <a:t>URS</a:t>
            </a:r>
            <a:r>
              <a:rPr dirty="0" spc="-60"/>
              <a:t> </a:t>
            </a:r>
            <a:r>
              <a:rPr dirty="0"/>
              <a:t>- High</a:t>
            </a:r>
            <a:r>
              <a:rPr dirty="0" spc="-60"/>
              <a:t> </a:t>
            </a:r>
            <a:r>
              <a:rPr dirty="0"/>
              <a:t>Level</a:t>
            </a:r>
            <a:r>
              <a:rPr dirty="0" spc="-60"/>
              <a:t> </a:t>
            </a:r>
            <a:r>
              <a:rPr dirty="0"/>
              <a:t>Class</a:t>
            </a:r>
            <a:r>
              <a:rPr dirty="0" spc="-55"/>
              <a:t> </a:t>
            </a:r>
            <a:r>
              <a:rPr dirty="0" spc="-10"/>
              <a:t>Diagram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62400" y="1981200"/>
            <a:ext cx="2286000" cy="838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273050" rIns="0" bIns="0" rtlCol="0" vert="horz">
            <a:spAutoFit/>
          </a:bodyPr>
          <a:lstStyle/>
          <a:p>
            <a:pPr marL="401955">
              <a:lnSpc>
                <a:spcPct val="100000"/>
              </a:lnSpc>
              <a:spcBef>
                <a:spcPts val="2150"/>
              </a:spcBef>
            </a:pPr>
            <a:r>
              <a:rPr dirty="0" sz="2000" spc="-10">
                <a:latin typeface="Tahoma"/>
                <a:cs typeface="Tahoma"/>
              </a:rPr>
              <a:t>URSDataBase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9800" y="3810000"/>
            <a:ext cx="2286000" cy="838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265430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2090"/>
              </a:spcBef>
            </a:pPr>
            <a:r>
              <a:rPr dirty="0" sz="2000" spc="-10">
                <a:latin typeface="Tahoma"/>
                <a:cs typeface="Tahoma"/>
              </a:rPr>
              <a:t>UniversityMember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9600" y="5791200"/>
            <a:ext cx="2286000" cy="838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26543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2090"/>
              </a:spcBef>
            </a:pPr>
            <a:r>
              <a:rPr dirty="0" sz="2000" spc="-10">
                <a:latin typeface="Tahoma"/>
                <a:cs typeface="Tahoma"/>
              </a:rPr>
              <a:t>AcademicStaff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10000" y="5791200"/>
            <a:ext cx="2286000" cy="838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265430" rIns="0" bIns="0" rtlCol="0" vert="horz">
            <a:spAutoFit/>
          </a:bodyPr>
          <a:lstStyle/>
          <a:p>
            <a:pPr marL="706755">
              <a:lnSpc>
                <a:spcPct val="100000"/>
              </a:lnSpc>
              <a:spcBef>
                <a:spcPts val="2090"/>
              </a:spcBef>
            </a:pPr>
            <a:r>
              <a:rPr dirty="0" sz="2000" spc="-10">
                <a:latin typeface="Tahoma"/>
                <a:cs typeface="Tahoma"/>
              </a:rPr>
              <a:t>Student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10400" y="3810000"/>
            <a:ext cx="2286000" cy="8382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wrap="square" lIns="0" tIns="265430" rIns="0" bIns="0" rtlCol="0" vert="horz">
            <a:spAutoFit/>
          </a:bodyPr>
          <a:lstStyle/>
          <a:p>
            <a:pPr marL="725170">
              <a:lnSpc>
                <a:spcPct val="100000"/>
              </a:lnSpc>
              <a:spcBef>
                <a:spcPts val="2090"/>
              </a:spcBef>
            </a:pPr>
            <a:r>
              <a:rPr dirty="0" sz="2000" spc="-10">
                <a:latin typeface="Tahoma"/>
                <a:cs typeface="Tahoma"/>
              </a:rPr>
              <a:t>Subject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124200" y="2819400"/>
            <a:ext cx="1981200" cy="990600"/>
          </a:xfrm>
          <a:custGeom>
            <a:avLst/>
            <a:gdLst/>
            <a:ahLst/>
            <a:cxnLst/>
            <a:rect l="l" t="t" r="r" b="b"/>
            <a:pathLst>
              <a:path w="1981200" h="990600">
                <a:moveTo>
                  <a:pt x="1981200" y="0"/>
                </a:moveTo>
                <a:lnTo>
                  <a:pt x="0" y="990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351979" y="2831106"/>
            <a:ext cx="13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98771" y="3460440"/>
            <a:ext cx="1644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latin typeface="Tahoma"/>
                <a:cs typeface="Tahoma"/>
              </a:rPr>
              <a:t>*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12014" y="3309627"/>
            <a:ext cx="335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ahoma"/>
                <a:cs typeface="Tahoma"/>
              </a:rPr>
              <a:t>has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186428" y="3348228"/>
            <a:ext cx="314325" cy="161925"/>
            <a:chOff x="4186428" y="3348228"/>
            <a:chExt cx="314325" cy="161925"/>
          </a:xfrm>
        </p:grpSpPr>
        <p:sp>
          <p:nvSpPr>
            <p:cNvPr id="13" name="object 13" descr=""/>
            <p:cNvSpPr/>
            <p:nvPr/>
          </p:nvSpPr>
          <p:spPr>
            <a:xfrm>
              <a:off x="4191000" y="3352800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152400" y="152400"/>
                  </a:moveTo>
                  <a:lnTo>
                    <a:pt x="0" y="0"/>
                  </a:lnTo>
                  <a:lnTo>
                    <a:pt x="304800" y="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91000" y="3352800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0"/>
                  </a:moveTo>
                  <a:lnTo>
                    <a:pt x="152400" y="152400"/>
                  </a:lnTo>
                  <a:lnTo>
                    <a:pt x="304800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5486400" y="2819400"/>
            <a:ext cx="2590800" cy="990600"/>
          </a:xfrm>
          <a:custGeom>
            <a:avLst/>
            <a:gdLst/>
            <a:ahLst/>
            <a:cxnLst/>
            <a:rect l="l" t="t" r="r" b="b"/>
            <a:pathLst>
              <a:path w="2590800" h="990600">
                <a:moveTo>
                  <a:pt x="0" y="0"/>
                </a:moveTo>
                <a:lnTo>
                  <a:pt x="2590800" y="990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494985" y="2907313"/>
            <a:ext cx="13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003506" y="3538148"/>
            <a:ext cx="13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ahoma"/>
                <a:cs typeface="Tahoma"/>
              </a:rPr>
              <a:t>*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16625" y="2907313"/>
            <a:ext cx="335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Tahoma"/>
                <a:cs typeface="Tahoma"/>
              </a:rPr>
              <a:t>has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929628" y="3195827"/>
            <a:ext cx="314325" cy="161925"/>
            <a:chOff x="6929628" y="3195827"/>
            <a:chExt cx="314325" cy="161925"/>
          </a:xfrm>
        </p:grpSpPr>
        <p:sp>
          <p:nvSpPr>
            <p:cNvPr id="20" name="object 20" descr=""/>
            <p:cNvSpPr/>
            <p:nvPr/>
          </p:nvSpPr>
          <p:spPr>
            <a:xfrm>
              <a:off x="6934200" y="3200399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152400" y="152400"/>
                  </a:moveTo>
                  <a:lnTo>
                    <a:pt x="0" y="0"/>
                  </a:lnTo>
                  <a:lnTo>
                    <a:pt x="304800" y="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34200" y="3200399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0"/>
                  </a:moveTo>
                  <a:lnTo>
                    <a:pt x="152400" y="152400"/>
                  </a:lnTo>
                  <a:lnTo>
                    <a:pt x="304800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1524000" y="4648200"/>
            <a:ext cx="3581400" cy="1143000"/>
          </a:xfrm>
          <a:custGeom>
            <a:avLst/>
            <a:gdLst/>
            <a:ahLst/>
            <a:cxnLst/>
            <a:rect l="l" t="t" r="r" b="b"/>
            <a:pathLst>
              <a:path w="3581400" h="1143000">
                <a:moveTo>
                  <a:pt x="0" y="1143000"/>
                </a:moveTo>
                <a:lnTo>
                  <a:pt x="0" y="685800"/>
                </a:lnTo>
              </a:path>
              <a:path w="3581400" h="1143000">
                <a:moveTo>
                  <a:pt x="0" y="685800"/>
                </a:moveTo>
                <a:lnTo>
                  <a:pt x="3581400" y="685800"/>
                </a:lnTo>
              </a:path>
              <a:path w="3581400" h="1143000">
                <a:moveTo>
                  <a:pt x="3581400" y="685800"/>
                </a:moveTo>
                <a:lnTo>
                  <a:pt x="3581400" y="1143000"/>
                </a:lnTo>
              </a:path>
              <a:path w="3581400" h="1143000">
                <a:moveTo>
                  <a:pt x="1828800" y="685800"/>
                </a:moveTo>
                <a:lnTo>
                  <a:pt x="1828800" y="228600"/>
                </a:lnTo>
              </a:path>
              <a:path w="3581400" h="1143000">
                <a:moveTo>
                  <a:pt x="1600200" y="228600"/>
                </a:moveTo>
                <a:lnTo>
                  <a:pt x="2057400" y="228600"/>
                </a:lnTo>
              </a:path>
              <a:path w="3581400" h="1143000">
                <a:moveTo>
                  <a:pt x="1600200" y="228600"/>
                </a:moveTo>
                <a:lnTo>
                  <a:pt x="1828800" y="0"/>
                </a:lnTo>
              </a:path>
              <a:path w="3581400" h="1143000">
                <a:moveTo>
                  <a:pt x="1828800" y="0"/>
                </a:moveTo>
                <a:lnTo>
                  <a:pt x="205740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905000" y="4648200"/>
            <a:ext cx="7010400" cy="2438400"/>
          </a:xfrm>
          <a:custGeom>
            <a:avLst/>
            <a:gdLst/>
            <a:ahLst/>
            <a:cxnLst/>
            <a:rect l="l" t="t" r="r" b="b"/>
            <a:pathLst>
              <a:path w="7010400" h="2438400">
                <a:moveTo>
                  <a:pt x="0" y="1981200"/>
                </a:moveTo>
                <a:lnTo>
                  <a:pt x="0" y="2438400"/>
                </a:lnTo>
              </a:path>
              <a:path w="7010400" h="2438400">
                <a:moveTo>
                  <a:pt x="0" y="2438400"/>
                </a:moveTo>
                <a:lnTo>
                  <a:pt x="7010400" y="2438400"/>
                </a:lnTo>
              </a:path>
              <a:path w="7010400" h="2438400">
                <a:moveTo>
                  <a:pt x="7010400" y="2438400"/>
                </a:moveTo>
                <a:lnTo>
                  <a:pt x="7010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476459" y="6717278"/>
            <a:ext cx="7080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teaches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096000" y="4648200"/>
            <a:ext cx="1995805" cy="2367280"/>
            <a:chOff x="6096000" y="4648200"/>
            <a:chExt cx="1995805" cy="2367280"/>
          </a:xfrm>
        </p:grpSpPr>
        <p:sp>
          <p:nvSpPr>
            <p:cNvPr id="26" name="object 26" descr=""/>
            <p:cNvSpPr/>
            <p:nvPr/>
          </p:nvSpPr>
          <p:spPr>
            <a:xfrm>
              <a:off x="7162800" y="67056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0" y="0"/>
                  </a:lnTo>
                  <a:lnTo>
                    <a:pt x="1524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162800" y="67056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0"/>
                  </a:moveTo>
                  <a:lnTo>
                    <a:pt x="1524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096000" y="4648200"/>
              <a:ext cx="1981200" cy="1600200"/>
            </a:xfrm>
            <a:custGeom>
              <a:avLst/>
              <a:gdLst/>
              <a:ahLst/>
              <a:cxnLst/>
              <a:rect l="l" t="t" r="r" b="b"/>
              <a:pathLst>
                <a:path w="1981200" h="1600200">
                  <a:moveTo>
                    <a:pt x="0" y="1600200"/>
                  </a:moveTo>
                  <a:lnTo>
                    <a:pt x="1981200" y="1600200"/>
                  </a:lnTo>
                </a:path>
                <a:path w="1981200" h="1600200">
                  <a:moveTo>
                    <a:pt x="1981200" y="1600200"/>
                  </a:moveTo>
                  <a:lnTo>
                    <a:pt x="198120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624571" y="5888735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0" y="0"/>
                  </a:lnTo>
                  <a:lnTo>
                    <a:pt x="1524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624571" y="5888735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0"/>
                  </a:moveTo>
                  <a:lnTo>
                    <a:pt x="152400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070279" y="4833568"/>
            <a:ext cx="3695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Tahoma"/>
                <a:cs typeface="Tahoma"/>
              </a:rPr>
              <a:t>0..3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2</a:t>
            </a:r>
            <a:r>
              <a:rPr dirty="0" spc="-25"/>
              <a:t>6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2066067" y="6641071"/>
            <a:ext cx="13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40279" y="5900366"/>
            <a:ext cx="495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takes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180723" y="5955295"/>
            <a:ext cx="13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ahoma"/>
                <a:cs typeface="Tahoma"/>
              </a:rPr>
              <a:t>*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84178" y="4736082"/>
            <a:ext cx="525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Tahoma"/>
                <a:cs typeface="Tahoma"/>
              </a:rPr>
              <a:t>0…10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Microsoft PowerPoint - Design 3.5 Use Case Diagram [Compatibility Mode]</dc:title>
  <dcterms:created xsi:type="dcterms:W3CDTF">2025-09-23T09:33:26Z</dcterms:created>
  <dcterms:modified xsi:type="dcterms:W3CDTF">2025-09-23T09:33:26Z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2020-09-18T00:00:00Z</vt:filetime>
  </property>
  <property fmtid="{D5CDD505-2E9C-101B-9397-08002B2CF9AE}" pid="3" name="LastSaved">
    <vt:filetime>2025-09-23T00:00:00Z</vt:filetime>
  </property>
  <property fmtid="{D5CDD505-2E9C-101B-9397-08002B2CF9AE}" pid="4" name="Producer">
    <vt:lpwstr>Microsoft: Print To PDF</vt:lpwstr>
  </property>
</Properties>
</file>