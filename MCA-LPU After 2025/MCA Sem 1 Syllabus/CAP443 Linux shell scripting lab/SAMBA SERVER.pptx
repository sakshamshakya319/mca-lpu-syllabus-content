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CA898C-7FA6-4499-80F4-F658BE1F0C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D944A8-CB61-4EBD-AC6F-B29F90024D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9CDDD6E-ED5B-4F40-B62F-E11CB3085F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D51EB95-9CAD-4A0B-BB60-4854116BDC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B103442-EEDF-4E5F-9A97-C617E7E2EE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3D401E9-0177-4F4A-9341-CF6AEBD25BF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D891F70D-419D-414C-AA79-DE6356FB8CF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7556C14-6C9A-48CD-BE31-2DD54F875C2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442C133-91E3-4ACE-91AF-12BADA2B9A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0C1A6EAD-9FDC-4FB8-8DB2-46B34B7577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40EC6D2D-4532-4412-8DB4-5E3FEDD813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709B12-D6F9-489D-AB5C-3AE8BC0AB06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0BBAF4-1AD5-4537-BCD3-F80717E8F9E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D953C2-2EF2-4688-B209-C8018B86ABC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411B1F-D094-4E70-91B2-AC25F38148D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70CD82-807F-4DAE-B922-F77E9D35E23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646E0A-F9C4-40A3-A11D-EEDD46E9423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360745-F9C4-4423-AAD6-1ABCD862322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6E54D9-51DE-472F-9F8D-DE92E3E1469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20725C-E441-46C9-BDBE-6BB7116B0AD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CAE61E-99E7-4911-A22B-821B20874AB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844CB2-432F-4890-8C68-20632025BFA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hyperlink" Target="http://192.168.192.150:901/" TargetMode="External"/><Relationship Id="rId3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SAMBA SERVER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STEPS TO CONFIGURE SAMBA SERVER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/>
          </p:nvPr>
        </p:nvSpPr>
        <p:spPr>
          <a:xfrm>
            <a:off x="838080" y="618120"/>
            <a:ext cx="10515240" cy="555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Mount CD1 and install following three packages: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Samba-common                          //(to share on cross platform)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Samba                     //(main samba config file)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Samba-client                        //(for samba client)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chemeClr val="dk1"/>
                </a:solidFill>
                <a:latin typeface="Calibri"/>
              </a:rPr>
              <a:t>Create a new user  (for eg. Here its samba1), provide the user password and also samba password to the user as follows: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1" descr=""/>
          <p:cNvPicPr/>
          <p:nvPr/>
        </p:nvPicPr>
        <p:blipFill>
          <a:blip r:embed="rId1"/>
          <a:stretch/>
        </p:blipFill>
        <p:spPr>
          <a:xfrm>
            <a:off x="4680" y="4680"/>
            <a:ext cx="12186720" cy="6692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361800" y="515160"/>
            <a:ext cx="9294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You can check the encrypted form of samba  password using the following command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" name="Picture 2" descr=""/>
          <p:cNvPicPr/>
          <p:nvPr/>
        </p:nvPicPr>
        <p:blipFill>
          <a:blip r:embed="rId1"/>
          <a:stretch/>
        </p:blipFill>
        <p:spPr>
          <a:xfrm>
            <a:off x="378360" y="1936440"/>
            <a:ext cx="11276640" cy="4921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668880" y="463680"/>
            <a:ext cx="7194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Now create a directory, file and add content to that file as follows: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5" name="Picture 2" descr=""/>
          <p:cNvPicPr/>
          <p:nvPr/>
        </p:nvPicPr>
        <p:blipFill>
          <a:blip r:embed="rId1"/>
          <a:stretch/>
        </p:blipFill>
        <p:spPr>
          <a:xfrm>
            <a:off x="1081800" y="2520000"/>
            <a:ext cx="10109520" cy="5189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2"/>
          <p:cNvSpPr/>
          <p:nvPr/>
        </p:nvSpPr>
        <p:spPr>
          <a:xfrm>
            <a:off x="853920" y="356040"/>
            <a:ext cx="7478280" cy="80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Calibri"/>
              </a:rPr>
              <a:t>Make the changes in samba configuration file which are highlighted in the following screenshots: 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Picture 1" descr=""/>
          <p:cNvPicPr/>
          <p:nvPr/>
        </p:nvPicPr>
        <p:blipFill>
          <a:blip r:embed="rId1"/>
          <a:stretch/>
        </p:blipFill>
        <p:spPr>
          <a:xfrm>
            <a:off x="1146240" y="1841760"/>
            <a:ext cx="9401040" cy="4700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 descr=""/>
          <p:cNvPicPr/>
          <p:nvPr/>
        </p:nvPicPr>
        <p:blipFill>
          <a:blip r:embed="rId1"/>
          <a:stretch/>
        </p:blipFill>
        <p:spPr>
          <a:xfrm>
            <a:off x="970560" y="390960"/>
            <a:ext cx="10388160" cy="5519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 descr=""/>
          <p:cNvPicPr/>
          <p:nvPr/>
        </p:nvPicPr>
        <p:blipFill>
          <a:blip r:embed="rId1"/>
          <a:stretch/>
        </p:blipFill>
        <p:spPr>
          <a:xfrm>
            <a:off x="880560" y="584280"/>
            <a:ext cx="10156320" cy="537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 descr=""/>
          <p:cNvPicPr/>
          <p:nvPr/>
        </p:nvPicPr>
        <p:blipFill>
          <a:blip r:embed="rId1"/>
          <a:stretch/>
        </p:blipFill>
        <p:spPr>
          <a:xfrm>
            <a:off x="1344240" y="545760"/>
            <a:ext cx="9654120" cy="555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 descr=""/>
          <p:cNvPicPr/>
          <p:nvPr/>
        </p:nvPicPr>
        <p:blipFill>
          <a:blip r:embed="rId1"/>
          <a:stretch/>
        </p:blipFill>
        <p:spPr>
          <a:xfrm>
            <a:off x="1442520" y="811440"/>
            <a:ext cx="9813240" cy="5138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2" descr=""/>
          <p:cNvPicPr/>
          <p:nvPr/>
        </p:nvPicPr>
        <p:blipFill>
          <a:blip r:embed="rId1"/>
          <a:stretch/>
        </p:blipFill>
        <p:spPr>
          <a:xfrm>
            <a:off x="1378080" y="816120"/>
            <a:ext cx="9311040" cy="5429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2"/>
          <p:cNvSpPr/>
          <p:nvPr/>
        </p:nvSpPr>
        <p:spPr>
          <a:xfrm>
            <a:off x="939600" y="-212760"/>
            <a:ext cx="10837800" cy="12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Times New Roman"/>
                <a:ea typeface="Calibri"/>
              </a:rPr>
              <a:t>Start samba service and execute the samba client command to establish connection with the server using server’s IP address and samba user details.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Times New Roman"/>
                <a:ea typeface="Calibri"/>
              </a:rPr>
              <a:t>Here you will see that sharable resource type is Disk.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Picture 1" descr=""/>
          <p:cNvPicPr/>
          <p:nvPr/>
        </p:nvPicPr>
        <p:blipFill>
          <a:blip r:embed="rId1"/>
          <a:stretch/>
        </p:blipFill>
        <p:spPr>
          <a:xfrm>
            <a:off x="2292480" y="2340000"/>
            <a:ext cx="7427520" cy="457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2"/>
          <p:cNvSpPr/>
          <p:nvPr/>
        </p:nvSpPr>
        <p:spPr>
          <a:xfrm>
            <a:off x="347760" y="267480"/>
            <a:ext cx="8216280" cy="103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Times New Roman"/>
                <a:ea typeface="Calibri"/>
              </a:rPr>
              <a:t>Again open configuration file and write the value of printable as yes which was earlier mentioned as no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Picture 1" descr=""/>
          <p:cNvPicPr/>
          <p:nvPr/>
        </p:nvPicPr>
        <p:blipFill>
          <a:blip r:embed="rId1"/>
          <a:stretch/>
        </p:blipFill>
        <p:spPr>
          <a:xfrm>
            <a:off x="2356920" y="1481040"/>
            <a:ext cx="5943240" cy="4057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2"/>
          <p:cNvSpPr/>
          <p:nvPr/>
        </p:nvSpPr>
        <p:spPr>
          <a:xfrm>
            <a:off x="901440" y="-261360"/>
            <a:ext cx="91051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Times New Roman"/>
                <a:ea typeface="Calibri"/>
              </a:rPr>
              <a:t>Start samba service and execute the samba client command to establish connection with the server using server’s IP address and samba user details.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Times New Roman"/>
                <a:ea typeface="Calibri"/>
              </a:rPr>
              <a:t>Here you will see that sharable resource type as Printer and disk.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Picture 1" descr=""/>
          <p:cNvPicPr/>
          <p:nvPr/>
        </p:nvPicPr>
        <p:blipFill>
          <a:blip r:embed="rId1"/>
          <a:stretch/>
        </p:blipFill>
        <p:spPr>
          <a:xfrm>
            <a:off x="1699920" y="1197720"/>
            <a:ext cx="7173000" cy="4476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2"/>
          <p:cNvSpPr/>
          <p:nvPr/>
        </p:nvSpPr>
        <p:spPr>
          <a:xfrm>
            <a:off x="1378080" y="509400"/>
            <a:ext cx="9272520" cy="152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Times New Roman"/>
                <a:ea typeface="Calibri"/>
              </a:rPr>
              <a:t>SAMBA – SWAT (Samba Web Admin Tool)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Times New Roman"/>
                <a:ea typeface="Calibri"/>
              </a:rPr>
              <a:t>Follow the process of samba.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Times New Roman"/>
                <a:ea typeface="Calibri"/>
              </a:rPr>
              <a:t>Mount CD3 and install samba-swat package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Times New Roman"/>
                <a:ea typeface="Calibri"/>
              </a:rPr>
              <a:t>Make following changes to samba swat configuration file (xinetd.d/swat). Write IP address of samba server as the value of only_from.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Picture 1" descr=""/>
          <p:cNvPicPr/>
          <p:nvPr/>
        </p:nvPicPr>
        <p:blipFill>
          <a:blip r:embed="rId1"/>
          <a:stretch/>
        </p:blipFill>
        <p:spPr>
          <a:xfrm>
            <a:off x="1481040" y="1925280"/>
            <a:ext cx="7379280" cy="4410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2"/>
          <p:cNvSpPr/>
          <p:nvPr/>
        </p:nvSpPr>
        <p:spPr>
          <a:xfrm flipV="1" rot="10800000">
            <a:off x="193680" y="-231480"/>
            <a:ext cx="78814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  <a:ea typeface="Calibri"/>
              </a:rPr>
              <a:t>Start the service of samba (smb) and samba swat (using xinetd) as follows: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Picture 1" descr=""/>
          <p:cNvPicPr/>
          <p:nvPr/>
        </p:nvPicPr>
        <p:blipFill>
          <a:blip r:embed="rId1"/>
          <a:stretch/>
        </p:blipFill>
        <p:spPr>
          <a:xfrm>
            <a:off x="1210680" y="1056240"/>
            <a:ext cx="9221040" cy="3348000"/>
          </a:xfrm>
          <a:prstGeom prst="rect">
            <a:avLst/>
          </a:prstGeom>
          <a:ln w="0">
            <a:noFill/>
          </a:ln>
        </p:spPr>
      </p:pic>
      <p:sp>
        <p:nvSpPr>
          <p:cNvPr id="93" name="Rectangle 3"/>
          <p:cNvSpPr/>
          <p:nvPr/>
        </p:nvSpPr>
        <p:spPr>
          <a:xfrm>
            <a:off x="852120" y="5124600"/>
            <a:ext cx="8484840" cy="9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Times New Roman"/>
                <a:ea typeface="Calibri"/>
              </a:rPr>
              <a:t>Open browser and type the URL as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Calibri"/>
              </a:rPr>
              <a:t>http:// IPADDRESS of samba server : Port number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Calibri"/>
              </a:rPr>
              <a:t>For Eg: here its   </a:t>
            </a:r>
            <a:r>
              <a:rPr b="0" lang="en-US" sz="1400" spc="-1" strike="noStrike">
                <a:solidFill>
                  <a:srgbClr val="0563c1"/>
                </a:solidFill>
                <a:latin typeface="Times New Roman"/>
                <a:ea typeface="Calibri"/>
                <a:hlinkClick r:id="rId2"/>
              </a:rPr>
              <a:t>http://192.168.192.150:901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Calibri"/>
              </a:rPr>
              <a:t>And press enter.  You will see a prompt box. Enter samba user name and samba password here and click on OK.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2" descr=""/>
          <p:cNvPicPr/>
          <p:nvPr/>
        </p:nvPicPr>
        <p:blipFill>
          <a:blip r:embed="rId1"/>
          <a:stretch/>
        </p:blipFill>
        <p:spPr>
          <a:xfrm>
            <a:off x="1352160" y="618120"/>
            <a:ext cx="9529920" cy="529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2" descr=""/>
          <p:cNvPicPr/>
          <p:nvPr/>
        </p:nvPicPr>
        <p:blipFill>
          <a:blip r:embed="rId1"/>
          <a:stretch/>
        </p:blipFill>
        <p:spPr>
          <a:xfrm>
            <a:off x="1494000" y="657000"/>
            <a:ext cx="9671760" cy="5589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</TotalTime>
  <Application>LibreOffice/24.2.6.2$Linux_X86_64 LibreOffice_project/420$Build-2</Application>
  <AppVersion>15.0000</AppVersion>
  <Words>305</Words>
  <Paragraphs>31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2023-12-03T15:19:06Z</dcterms:created>
  <dc:creator>AABID</dc:creator>
  <dc:description/>
  <dc:language>en-IN</dc:language>
  <cp:lastModifiedBy/>
  <dcterms:modified xsi:type="dcterms:W3CDTF">2024-11-26T12:48:50Z</dcterms:modified>
  <cp:revision>3</cp:revision>
  <dc:subject/>
  <dc:title>SAMBA SERVER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18</vt:i4>
  </property>
</Properties>
</file>