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878" autoAdjust="0"/>
    <p:restoredTop sz="94660"/>
  </p:normalViewPr>
  <p:slideViewPr>
    <p:cSldViewPr snapToGrid="0">
      <p:cViewPr>
        <p:scale>
          <a:sx n="82" d="100"/>
          <a:sy n="82" d="100"/>
        </p:scale>
        <p:origin x="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77219B-CA8F-4C39-80C9-C1FB48C47C3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A5D9516-EEA9-4D91-8B74-CB8E0F905C44}">
      <dgm:prSet custT="1"/>
      <dgm:spPr/>
      <dgm:t>
        <a:bodyPr/>
        <a:lstStyle/>
        <a:p>
          <a:pPr algn="just"/>
          <a:r>
            <a:rPr lang="en-US" sz="2000" b="1" i="0">
              <a:latin typeface="Times New Roman" panose="02020603050405020304" pitchFamily="18" charset="0"/>
              <a:cs typeface="Times New Roman" panose="02020603050405020304" pitchFamily="18" charset="0"/>
            </a:rPr>
            <a:t>The process of gathering and documenting proof from a computer or a computing device in a form presentable to the court by applying the techniques of investigation and analysis is called Cyber Forensics. </a:t>
          </a:r>
          <a:endParaRPr lang="en-US" sz="2000" b="1">
            <a:latin typeface="Times New Roman" panose="02020603050405020304" pitchFamily="18" charset="0"/>
            <a:cs typeface="Times New Roman" panose="02020603050405020304" pitchFamily="18" charset="0"/>
          </a:endParaRPr>
        </a:p>
      </dgm:t>
    </dgm:pt>
    <dgm:pt modelId="{F5524E16-CA91-4BE8-B4EA-32017D732310}" type="parTrans" cxnId="{EECFBAB1-A57C-4679-8CED-8104F46BA11C}">
      <dgm:prSet/>
      <dgm:spPr/>
      <dgm:t>
        <a:bodyPr/>
        <a:lstStyle/>
        <a:p>
          <a:pPr algn="just"/>
          <a:endParaRPr lang="en-US" sz="2400" b="1">
            <a:latin typeface="Times New Roman" panose="02020603050405020304" pitchFamily="18" charset="0"/>
            <a:cs typeface="Times New Roman" panose="02020603050405020304" pitchFamily="18" charset="0"/>
          </a:endParaRPr>
        </a:p>
      </dgm:t>
    </dgm:pt>
    <dgm:pt modelId="{3CC2DB53-25BF-41C7-BB27-6A2D24BD519A}" type="sibTrans" cxnId="{EECFBAB1-A57C-4679-8CED-8104F46BA11C}">
      <dgm:prSet/>
      <dgm:spPr/>
      <dgm:t>
        <a:bodyPr/>
        <a:lstStyle/>
        <a:p>
          <a:pPr algn="just"/>
          <a:endParaRPr lang="en-US" sz="2400" b="1">
            <a:latin typeface="Times New Roman" panose="02020603050405020304" pitchFamily="18" charset="0"/>
            <a:cs typeface="Times New Roman" panose="02020603050405020304" pitchFamily="18" charset="0"/>
          </a:endParaRPr>
        </a:p>
      </dgm:t>
    </dgm:pt>
    <dgm:pt modelId="{E2571314-F47E-4BC7-9764-79733003FBFC}">
      <dgm:prSet custT="1"/>
      <dgm:spPr/>
      <dgm:t>
        <a:bodyPr/>
        <a:lstStyle/>
        <a:p>
          <a:pPr algn="just"/>
          <a:r>
            <a:rPr lang="en-US" sz="2000" b="1" i="0">
              <a:latin typeface="Times New Roman" panose="02020603050405020304" pitchFamily="18" charset="0"/>
              <a:cs typeface="Times New Roman" panose="02020603050405020304" pitchFamily="18" charset="0"/>
            </a:rPr>
            <a:t>Cyber Forensics is also called Computer Forensics. </a:t>
          </a:r>
          <a:endParaRPr lang="en-US" sz="2000" b="1">
            <a:latin typeface="Times New Roman" panose="02020603050405020304" pitchFamily="18" charset="0"/>
            <a:cs typeface="Times New Roman" panose="02020603050405020304" pitchFamily="18" charset="0"/>
          </a:endParaRPr>
        </a:p>
      </dgm:t>
    </dgm:pt>
    <dgm:pt modelId="{01AEDACF-40DE-45E1-88F9-3229B5C812DC}" type="parTrans" cxnId="{D613C405-38CF-4E8A-BFDF-A8478915D39C}">
      <dgm:prSet/>
      <dgm:spPr/>
      <dgm:t>
        <a:bodyPr/>
        <a:lstStyle/>
        <a:p>
          <a:pPr algn="just"/>
          <a:endParaRPr lang="en-US" sz="2400" b="1">
            <a:latin typeface="Times New Roman" panose="02020603050405020304" pitchFamily="18" charset="0"/>
            <a:cs typeface="Times New Roman" panose="02020603050405020304" pitchFamily="18" charset="0"/>
          </a:endParaRPr>
        </a:p>
      </dgm:t>
    </dgm:pt>
    <dgm:pt modelId="{8A1E5A90-00A1-4526-8CDD-04DECEC2B142}" type="sibTrans" cxnId="{D613C405-38CF-4E8A-BFDF-A8478915D39C}">
      <dgm:prSet/>
      <dgm:spPr/>
      <dgm:t>
        <a:bodyPr/>
        <a:lstStyle/>
        <a:p>
          <a:pPr algn="just"/>
          <a:endParaRPr lang="en-US" sz="2400" b="1">
            <a:latin typeface="Times New Roman" panose="02020603050405020304" pitchFamily="18" charset="0"/>
            <a:cs typeface="Times New Roman" panose="02020603050405020304" pitchFamily="18" charset="0"/>
          </a:endParaRPr>
        </a:p>
      </dgm:t>
    </dgm:pt>
    <dgm:pt modelId="{1F99B5DB-045A-4DB1-B1A8-EA4F9F813C6D}">
      <dgm:prSet custT="1"/>
      <dgm:spPr/>
      <dgm:t>
        <a:bodyPr/>
        <a:lstStyle/>
        <a:p>
          <a:pPr algn="just"/>
          <a:r>
            <a:rPr lang="en-US" sz="2000" b="1" i="0">
              <a:latin typeface="Times New Roman" panose="02020603050405020304" pitchFamily="18" charset="0"/>
              <a:cs typeface="Times New Roman" panose="02020603050405020304" pitchFamily="18" charset="0"/>
            </a:rPr>
            <a:t>The aim of cyber forensics is to determine who is responsible for what exactly happened on the computer while documenting the evidence and performing a proper investigation.</a:t>
          </a:r>
          <a:endParaRPr lang="en-US" sz="2000" b="1">
            <a:latin typeface="Times New Roman" panose="02020603050405020304" pitchFamily="18" charset="0"/>
            <a:cs typeface="Times New Roman" panose="02020603050405020304" pitchFamily="18" charset="0"/>
          </a:endParaRPr>
        </a:p>
      </dgm:t>
    </dgm:pt>
    <dgm:pt modelId="{C3F7664F-15E5-4004-A823-2179B62C1655}" type="parTrans" cxnId="{CBBF7058-F2A4-41D6-8F8A-BB51D5ADFC09}">
      <dgm:prSet/>
      <dgm:spPr/>
      <dgm:t>
        <a:bodyPr/>
        <a:lstStyle/>
        <a:p>
          <a:pPr algn="just"/>
          <a:endParaRPr lang="en-US" sz="2400" b="1">
            <a:latin typeface="Times New Roman" panose="02020603050405020304" pitchFamily="18" charset="0"/>
            <a:cs typeface="Times New Roman" panose="02020603050405020304" pitchFamily="18" charset="0"/>
          </a:endParaRPr>
        </a:p>
      </dgm:t>
    </dgm:pt>
    <dgm:pt modelId="{AB063D7D-9AA9-429B-BD7C-B0DA6330D53A}" type="sibTrans" cxnId="{CBBF7058-F2A4-41D6-8F8A-BB51D5ADFC09}">
      <dgm:prSet/>
      <dgm:spPr/>
      <dgm:t>
        <a:bodyPr/>
        <a:lstStyle/>
        <a:p>
          <a:pPr algn="just"/>
          <a:endParaRPr lang="en-US" sz="2400" b="1">
            <a:latin typeface="Times New Roman" panose="02020603050405020304" pitchFamily="18" charset="0"/>
            <a:cs typeface="Times New Roman" panose="02020603050405020304" pitchFamily="18" charset="0"/>
          </a:endParaRPr>
        </a:p>
      </dgm:t>
    </dgm:pt>
    <dgm:pt modelId="{F43B3F31-7ABE-4D3C-B9C4-46045FC732EB}">
      <dgm:prSet custT="1"/>
      <dgm:spPr/>
      <dgm:t>
        <a:bodyPr/>
        <a:lstStyle/>
        <a:p>
          <a:pPr algn="just"/>
          <a:r>
            <a:rPr lang="en-US" sz="2000" b="1" i="0">
              <a:latin typeface="Times New Roman" panose="02020603050405020304" pitchFamily="18" charset="0"/>
              <a:cs typeface="Times New Roman" panose="02020603050405020304" pitchFamily="18" charset="0"/>
            </a:rPr>
            <a:t>The storage media of the device under investigation is made into a digital copy by the investigators and the investigation is performed on the digital copy while making sure the device under investigation is not contaminated accidentally.</a:t>
          </a:r>
          <a:endParaRPr lang="en-US" sz="2000" b="1">
            <a:latin typeface="Times New Roman" panose="02020603050405020304" pitchFamily="18" charset="0"/>
            <a:cs typeface="Times New Roman" panose="02020603050405020304" pitchFamily="18" charset="0"/>
          </a:endParaRPr>
        </a:p>
      </dgm:t>
    </dgm:pt>
    <dgm:pt modelId="{296A7BB3-6878-41F1-8131-0D993B1DEFE1}" type="parTrans" cxnId="{9F13A6D9-DD00-4C15-97F2-08EEB7438F84}">
      <dgm:prSet/>
      <dgm:spPr/>
      <dgm:t>
        <a:bodyPr/>
        <a:lstStyle/>
        <a:p>
          <a:pPr algn="just"/>
          <a:endParaRPr lang="en-US" sz="2400" b="1">
            <a:latin typeface="Times New Roman" panose="02020603050405020304" pitchFamily="18" charset="0"/>
            <a:cs typeface="Times New Roman" panose="02020603050405020304" pitchFamily="18" charset="0"/>
          </a:endParaRPr>
        </a:p>
      </dgm:t>
    </dgm:pt>
    <dgm:pt modelId="{92231AFB-3804-43C9-97FD-EADAD3ADFC57}" type="sibTrans" cxnId="{9F13A6D9-DD00-4C15-97F2-08EEB7438F84}">
      <dgm:prSet/>
      <dgm:spPr/>
      <dgm:t>
        <a:bodyPr/>
        <a:lstStyle/>
        <a:p>
          <a:pPr algn="just"/>
          <a:endParaRPr lang="en-US" sz="2400" b="1">
            <a:latin typeface="Times New Roman" panose="02020603050405020304" pitchFamily="18" charset="0"/>
            <a:cs typeface="Times New Roman" panose="02020603050405020304" pitchFamily="18" charset="0"/>
          </a:endParaRPr>
        </a:p>
      </dgm:t>
    </dgm:pt>
    <dgm:pt modelId="{4243EFD2-1D0C-4980-8BC8-D3861A4B538C}" type="pres">
      <dgm:prSet presAssocID="{CB77219B-CA8F-4C39-80C9-C1FB48C47C3A}" presName="root" presStyleCnt="0">
        <dgm:presLayoutVars>
          <dgm:dir/>
          <dgm:resizeHandles val="exact"/>
        </dgm:presLayoutVars>
      </dgm:prSet>
      <dgm:spPr/>
    </dgm:pt>
    <dgm:pt modelId="{9D1109AA-FC1B-4C01-9E3F-7A30ED191006}" type="pres">
      <dgm:prSet presAssocID="{CA5D9516-EEA9-4D91-8B74-CB8E0F905C44}" presName="compNode" presStyleCnt="0"/>
      <dgm:spPr/>
    </dgm:pt>
    <dgm:pt modelId="{BBE0CED5-DD57-441A-A52A-E6692FB682DF}" type="pres">
      <dgm:prSet presAssocID="{CA5D9516-EEA9-4D91-8B74-CB8E0F905C44}" presName="bgRect" presStyleLbl="bgShp" presStyleIdx="0" presStyleCnt="4"/>
      <dgm:spPr/>
    </dgm:pt>
    <dgm:pt modelId="{BB68A0FC-7261-48BD-9112-A8A36813CDCB}" type="pres">
      <dgm:prSet presAssocID="{CA5D9516-EEA9-4D91-8B74-CB8E0F905C4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41A49877-E052-48BB-9960-2B289613F3AE}" type="pres">
      <dgm:prSet presAssocID="{CA5D9516-EEA9-4D91-8B74-CB8E0F905C44}" presName="spaceRect" presStyleCnt="0"/>
      <dgm:spPr/>
    </dgm:pt>
    <dgm:pt modelId="{FDB697C4-C831-4EAD-A267-7E31814845BE}" type="pres">
      <dgm:prSet presAssocID="{CA5D9516-EEA9-4D91-8B74-CB8E0F905C44}" presName="parTx" presStyleLbl="revTx" presStyleIdx="0" presStyleCnt="4">
        <dgm:presLayoutVars>
          <dgm:chMax val="0"/>
          <dgm:chPref val="0"/>
        </dgm:presLayoutVars>
      </dgm:prSet>
      <dgm:spPr/>
    </dgm:pt>
    <dgm:pt modelId="{6981F309-D1B9-4058-95A8-C73059A150DA}" type="pres">
      <dgm:prSet presAssocID="{3CC2DB53-25BF-41C7-BB27-6A2D24BD519A}" presName="sibTrans" presStyleCnt="0"/>
      <dgm:spPr/>
    </dgm:pt>
    <dgm:pt modelId="{EAEF6ACA-6EA3-4971-9F8D-9D3234FD6870}" type="pres">
      <dgm:prSet presAssocID="{E2571314-F47E-4BC7-9764-79733003FBFC}" presName="compNode" presStyleCnt="0"/>
      <dgm:spPr/>
    </dgm:pt>
    <dgm:pt modelId="{6585C9A8-5A7C-4728-A506-D22D9006D54D}" type="pres">
      <dgm:prSet presAssocID="{E2571314-F47E-4BC7-9764-79733003FBFC}" presName="bgRect" presStyleLbl="bgShp" presStyleIdx="1" presStyleCnt="4"/>
      <dgm:spPr/>
    </dgm:pt>
    <dgm:pt modelId="{D70E7DEF-291D-453C-B3A6-FC75D25B9C07}" type="pres">
      <dgm:prSet presAssocID="{E2571314-F47E-4BC7-9764-79733003FBF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nger Print"/>
        </a:ext>
      </dgm:extLst>
    </dgm:pt>
    <dgm:pt modelId="{C494C924-ED6D-4F9D-9006-B4745A214E40}" type="pres">
      <dgm:prSet presAssocID="{E2571314-F47E-4BC7-9764-79733003FBFC}" presName="spaceRect" presStyleCnt="0"/>
      <dgm:spPr/>
    </dgm:pt>
    <dgm:pt modelId="{56E44794-80C4-472C-A5D0-307D4FEA3B00}" type="pres">
      <dgm:prSet presAssocID="{E2571314-F47E-4BC7-9764-79733003FBFC}" presName="parTx" presStyleLbl="revTx" presStyleIdx="1" presStyleCnt="4">
        <dgm:presLayoutVars>
          <dgm:chMax val="0"/>
          <dgm:chPref val="0"/>
        </dgm:presLayoutVars>
      </dgm:prSet>
      <dgm:spPr/>
    </dgm:pt>
    <dgm:pt modelId="{FC7770C3-3899-40C1-9A23-E4CCFAAFC1E4}" type="pres">
      <dgm:prSet presAssocID="{8A1E5A90-00A1-4526-8CDD-04DECEC2B142}" presName="sibTrans" presStyleCnt="0"/>
      <dgm:spPr/>
    </dgm:pt>
    <dgm:pt modelId="{3D0EAE0C-D6A2-489D-893E-9B7852E11BF0}" type="pres">
      <dgm:prSet presAssocID="{1F99B5DB-045A-4DB1-B1A8-EA4F9F813C6D}" presName="compNode" presStyleCnt="0"/>
      <dgm:spPr/>
    </dgm:pt>
    <dgm:pt modelId="{492690F3-70D2-4737-94AF-D45F166E5236}" type="pres">
      <dgm:prSet presAssocID="{1F99B5DB-045A-4DB1-B1A8-EA4F9F813C6D}" presName="bgRect" presStyleLbl="bgShp" presStyleIdx="2" presStyleCnt="4"/>
      <dgm:spPr/>
    </dgm:pt>
    <dgm:pt modelId="{8B31AE79-0B99-491D-94A2-72854B65D810}" type="pres">
      <dgm:prSet presAssocID="{1F99B5DB-045A-4DB1-B1A8-EA4F9F813C6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1F793818-6C14-4711-8E40-9C96A1F93A2D}" type="pres">
      <dgm:prSet presAssocID="{1F99B5DB-045A-4DB1-B1A8-EA4F9F813C6D}" presName="spaceRect" presStyleCnt="0"/>
      <dgm:spPr/>
    </dgm:pt>
    <dgm:pt modelId="{B22B9F6C-BE6A-4C08-931E-3422CF73B74D}" type="pres">
      <dgm:prSet presAssocID="{1F99B5DB-045A-4DB1-B1A8-EA4F9F813C6D}" presName="parTx" presStyleLbl="revTx" presStyleIdx="2" presStyleCnt="4">
        <dgm:presLayoutVars>
          <dgm:chMax val="0"/>
          <dgm:chPref val="0"/>
        </dgm:presLayoutVars>
      </dgm:prSet>
      <dgm:spPr/>
    </dgm:pt>
    <dgm:pt modelId="{A218E15E-2E3E-4152-BEC0-3D6E70858FAF}" type="pres">
      <dgm:prSet presAssocID="{AB063D7D-9AA9-429B-BD7C-B0DA6330D53A}" presName="sibTrans" presStyleCnt="0"/>
      <dgm:spPr/>
    </dgm:pt>
    <dgm:pt modelId="{1835EFB9-B32A-4850-83C8-B91FBCF32846}" type="pres">
      <dgm:prSet presAssocID="{F43B3F31-7ABE-4D3C-B9C4-46045FC732EB}" presName="compNode" presStyleCnt="0"/>
      <dgm:spPr/>
    </dgm:pt>
    <dgm:pt modelId="{C6CF2176-9745-4F02-A9A3-56FE8B8025BD}" type="pres">
      <dgm:prSet presAssocID="{F43B3F31-7ABE-4D3C-B9C4-46045FC732EB}" presName="bgRect" presStyleLbl="bgShp" presStyleIdx="3" presStyleCnt="4"/>
      <dgm:spPr/>
    </dgm:pt>
    <dgm:pt modelId="{5B967CCF-FBCD-45A2-ACEA-67FCA0D9DCF2}" type="pres">
      <dgm:prSet presAssocID="{F43B3F31-7ABE-4D3C-B9C4-46045FC732E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mera"/>
        </a:ext>
      </dgm:extLst>
    </dgm:pt>
    <dgm:pt modelId="{1BD3E495-A625-49B0-8D1D-A856029A9E8F}" type="pres">
      <dgm:prSet presAssocID="{F43B3F31-7ABE-4D3C-B9C4-46045FC732EB}" presName="spaceRect" presStyleCnt="0"/>
      <dgm:spPr/>
    </dgm:pt>
    <dgm:pt modelId="{99A3BBEF-B350-4B33-897C-6383CEE98F80}" type="pres">
      <dgm:prSet presAssocID="{F43B3F31-7ABE-4D3C-B9C4-46045FC732EB}" presName="parTx" presStyleLbl="revTx" presStyleIdx="3" presStyleCnt="4">
        <dgm:presLayoutVars>
          <dgm:chMax val="0"/>
          <dgm:chPref val="0"/>
        </dgm:presLayoutVars>
      </dgm:prSet>
      <dgm:spPr/>
    </dgm:pt>
  </dgm:ptLst>
  <dgm:cxnLst>
    <dgm:cxn modelId="{D613C405-38CF-4E8A-BFDF-A8478915D39C}" srcId="{CB77219B-CA8F-4C39-80C9-C1FB48C47C3A}" destId="{E2571314-F47E-4BC7-9764-79733003FBFC}" srcOrd="1" destOrd="0" parTransId="{01AEDACF-40DE-45E1-88F9-3229B5C812DC}" sibTransId="{8A1E5A90-00A1-4526-8CDD-04DECEC2B142}"/>
    <dgm:cxn modelId="{76E9D916-9158-4194-B8A5-65863C03C86B}" type="presOf" srcId="{F43B3F31-7ABE-4D3C-B9C4-46045FC732EB}" destId="{99A3BBEF-B350-4B33-897C-6383CEE98F80}" srcOrd="0" destOrd="0" presId="urn:microsoft.com/office/officeart/2018/2/layout/IconVerticalSolidList"/>
    <dgm:cxn modelId="{4FE03A47-40BB-4A1C-A8F4-2D09C5CB8CD1}" type="presOf" srcId="{E2571314-F47E-4BC7-9764-79733003FBFC}" destId="{56E44794-80C4-472C-A5D0-307D4FEA3B00}" srcOrd="0" destOrd="0" presId="urn:microsoft.com/office/officeart/2018/2/layout/IconVerticalSolidList"/>
    <dgm:cxn modelId="{93DEFC53-6F84-41B9-A663-878290F03548}" type="presOf" srcId="{CA5D9516-EEA9-4D91-8B74-CB8E0F905C44}" destId="{FDB697C4-C831-4EAD-A267-7E31814845BE}" srcOrd="0" destOrd="0" presId="urn:microsoft.com/office/officeart/2018/2/layout/IconVerticalSolidList"/>
    <dgm:cxn modelId="{CBBF7058-F2A4-41D6-8F8A-BB51D5ADFC09}" srcId="{CB77219B-CA8F-4C39-80C9-C1FB48C47C3A}" destId="{1F99B5DB-045A-4DB1-B1A8-EA4F9F813C6D}" srcOrd="2" destOrd="0" parTransId="{C3F7664F-15E5-4004-A823-2179B62C1655}" sibTransId="{AB063D7D-9AA9-429B-BD7C-B0DA6330D53A}"/>
    <dgm:cxn modelId="{EECFBAB1-A57C-4679-8CED-8104F46BA11C}" srcId="{CB77219B-CA8F-4C39-80C9-C1FB48C47C3A}" destId="{CA5D9516-EEA9-4D91-8B74-CB8E0F905C44}" srcOrd="0" destOrd="0" parTransId="{F5524E16-CA91-4BE8-B4EA-32017D732310}" sibTransId="{3CC2DB53-25BF-41C7-BB27-6A2D24BD519A}"/>
    <dgm:cxn modelId="{FA993DC1-A71F-4D64-AAB5-2EDDACDC5EAB}" type="presOf" srcId="{CB77219B-CA8F-4C39-80C9-C1FB48C47C3A}" destId="{4243EFD2-1D0C-4980-8BC8-D3861A4B538C}" srcOrd="0" destOrd="0" presId="urn:microsoft.com/office/officeart/2018/2/layout/IconVerticalSolidList"/>
    <dgm:cxn modelId="{9F13A6D9-DD00-4C15-97F2-08EEB7438F84}" srcId="{CB77219B-CA8F-4C39-80C9-C1FB48C47C3A}" destId="{F43B3F31-7ABE-4D3C-B9C4-46045FC732EB}" srcOrd="3" destOrd="0" parTransId="{296A7BB3-6878-41F1-8131-0D993B1DEFE1}" sibTransId="{92231AFB-3804-43C9-97FD-EADAD3ADFC57}"/>
    <dgm:cxn modelId="{FA4B0DDD-7B19-409E-8E3E-295E356BC674}" type="presOf" srcId="{1F99B5DB-045A-4DB1-B1A8-EA4F9F813C6D}" destId="{B22B9F6C-BE6A-4C08-931E-3422CF73B74D}" srcOrd="0" destOrd="0" presId="urn:microsoft.com/office/officeart/2018/2/layout/IconVerticalSolidList"/>
    <dgm:cxn modelId="{15EF166D-2107-4730-838F-BA1DE76CE860}" type="presParOf" srcId="{4243EFD2-1D0C-4980-8BC8-D3861A4B538C}" destId="{9D1109AA-FC1B-4C01-9E3F-7A30ED191006}" srcOrd="0" destOrd="0" presId="urn:microsoft.com/office/officeart/2018/2/layout/IconVerticalSolidList"/>
    <dgm:cxn modelId="{FA3ADFD6-BA80-45F8-8666-CE45561C2C92}" type="presParOf" srcId="{9D1109AA-FC1B-4C01-9E3F-7A30ED191006}" destId="{BBE0CED5-DD57-441A-A52A-E6692FB682DF}" srcOrd="0" destOrd="0" presId="urn:microsoft.com/office/officeart/2018/2/layout/IconVerticalSolidList"/>
    <dgm:cxn modelId="{56781A35-9B2C-4458-BC07-A07DBCE1C3F7}" type="presParOf" srcId="{9D1109AA-FC1B-4C01-9E3F-7A30ED191006}" destId="{BB68A0FC-7261-48BD-9112-A8A36813CDCB}" srcOrd="1" destOrd="0" presId="urn:microsoft.com/office/officeart/2018/2/layout/IconVerticalSolidList"/>
    <dgm:cxn modelId="{AB4ADD30-CCBE-436E-94F9-E9A8E9039727}" type="presParOf" srcId="{9D1109AA-FC1B-4C01-9E3F-7A30ED191006}" destId="{41A49877-E052-48BB-9960-2B289613F3AE}" srcOrd="2" destOrd="0" presId="urn:microsoft.com/office/officeart/2018/2/layout/IconVerticalSolidList"/>
    <dgm:cxn modelId="{D72067D7-8BE3-45B3-B2D2-B80DFEB56666}" type="presParOf" srcId="{9D1109AA-FC1B-4C01-9E3F-7A30ED191006}" destId="{FDB697C4-C831-4EAD-A267-7E31814845BE}" srcOrd="3" destOrd="0" presId="urn:microsoft.com/office/officeart/2018/2/layout/IconVerticalSolidList"/>
    <dgm:cxn modelId="{303D6132-7481-4E91-B9A8-B9244F7E0C3E}" type="presParOf" srcId="{4243EFD2-1D0C-4980-8BC8-D3861A4B538C}" destId="{6981F309-D1B9-4058-95A8-C73059A150DA}" srcOrd="1" destOrd="0" presId="urn:microsoft.com/office/officeart/2018/2/layout/IconVerticalSolidList"/>
    <dgm:cxn modelId="{B2F7A4D3-D96A-4183-AD14-E8FE1D640149}" type="presParOf" srcId="{4243EFD2-1D0C-4980-8BC8-D3861A4B538C}" destId="{EAEF6ACA-6EA3-4971-9F8D-9D3234FD6870}" srcOrd="2" destOrd="0" presId="urn:microsoft.com/office/officeart/2018/2/layout/IconVerticalSolidList"/>
    <dgm:cxn modelId="{CDAB0CAC-F3E1-4DFF-A815-889295F25C8B}" type="presParOf" srcId="{EAEF6ACA-6EA3-4971-9F8D-9D3234FD6870}" destId="{6585C9A8-5A7C-4728-A506-D22D9006D54D}" srcOrd="0" destOrd="0" presId="urn:microsoft.com/office/officeart/2018/2/layout/IconVerticalSolidList"/>
    <dgm:cxn modelId="{3B7449AC-793B-46C6-A7AC-2C34A123C9CD}" type="presParOf" srcId="{EAEF6ACA-6EA3-4971-9F8D-9D3234FD6870}" destId="{D70E7DEF-291D-453C-B3A6-FC75D25B9C07}" srcOrd="1" destOrd="0" presId="urn:microsoft.com/office/officeart/2018/2/layout/IconVerticalSolidList"/>
    <dgm:cxn modelId="{08F0860D-C4E7-4A7E-A033-810CCA03D032}" type="presParOf" srcId="{EAEF6ACA-6EA3-4971-9F8D-9D3234FD6870}" destId="{C494C924-ED6D-4F9D-9006-B4745A214E40}" srcOrd="2" destOrd="0" presId="urn:microsoft.com/office/officeart/2018/2/layout/IconVerticalSolidList"/>
    <dgm:cxn modelId="{5BA50EEC-586A-4482-BD63-2326310EE4E5}" type="presParOf" srcId="{EAEF6ACA-6EA3-4971-9F8D-9D3234FD6870}" destId="{56E44794-80C4-472C-A5D0-307D4FEA3B00}" srcOrd="3" destOrd="0" presId="urn:microsoft.com/office/officeart/2018/2/layout/IconVerticalSolidList"/>
    <dgm:cxn modelId="{A659ADA8-BCE9-4974-975B-A1C2897C2D7A}" type="presParOf" srcId="{4243EFD2-1D0C-4980-8BC8-D3861A4B538C}" destId="{FC7770C3-3899-40C1-9A23-E4CCFAAFC1E4}" srcOrd="3" destOrd="0" presId="urn:microsoft.com/office/officeart/2018/2/layout/IconVerticalSolidList"/>
    <dgm:cxn modelId="{3E02B4D6-D3CE-4FC4-84A7-CEA39875728C}" type="presParOf" srcId="{4243EFD2-1D0C-4980-8BC8-D3861A4B538C}" destId="{3D0EAE0C-D6A2-489D-893E-9B7852E11BF0}" srcOrd="4" destOrd="0" presId="urn:microsoft.com/office/officeart/2018/2/layout/IconVerticalSolidList"/>
    <dgm:cxn modelId="{5CFCEDC8-2D14-4210-8F62-476DF3E76294}" type="presParOf" srcId="{3D0EAE0C-D6A2-489D-893E-9B7852E11BF0}" destId="{492690F3-70D2-4737-94AF-D45F166E5236}" srcOrd="0" destOrd="0" presId="urn:microsoft.com/office/officeart/2018/2/layout/IconVerticalSolidList"/>
    <dgm:cxn modelId="{2221BA40-3A06-4DCC-A824-E9EF9D21EE30}" type="presParOf" srcId="{3D0EAE0C-D6A2-489D-893E-9B7852E11BF0}" destId="{8B31AE79-0B99-491D-94A2-72854B65D810}" srcOrd="1" destOrd="0" presId="urn:microsoft.com/office/officeart/2018/2/layout/IconVerticalSolidList"/>
    <dgm:cxn modelId="{D734A413-79F3-4EFF-9EC0-7772E8E5AE66}" type="presParOf" srcId="{3D0EAE0C-D6A2-489D-893E-9B7852E11BF0}" destId="{1F793818-6C14-4711-8E40-9C96A1F93A2D}" srcOrd="2" destOrd="0" presId="urn:microsoft.com/office/officeart/2018/2/layout/IconVerticalSolidList"/>
    <dgm:cxn modelId="{15BBEFEB-0E97-4549-A7D4-A1AF2E7E2AFA}" type="presParOf" srcId="{3D0EAE0C-D6A2-489D-893E-9B7852E11BF0}" destId="{B22B9F6C-BE6A-4C08-931E-3422CF73B74D}" srcOrd="3" destOrd="0" presId="urn:microsoft.com/office/officeart/2018/2/layout/IconVerticalSolidList"/>
    <dgm:cxn modelId="{FDD5CF0B-8AA0-475E-8934-F3D175D8CD9D}" type="presParOf" srcId="{4243EFD2-1D0C-4980-8BC8-D3861A4B538C}" destId="{A218E15E-2E3E-4152-BEC0-3D6E70858FAF}" srcOrd="5" destOrd="0" presId="urn:microsoft.com/office/officeart/2018/2/layout/IconVerticalSolidList"/>
    <dgm:cxn modelId="{BD8F34F1-B74E-4A43-A5F0-CDFE8E78413A}" type="presParOf" srcId="{4243EFD2-1D0C-4980-8BC8-D3861A4B538C}" destId="{1835EFB9-B32A-4850-83C8-B91FBCF32846}" srcOrd="6" destOrd="0" presId="urn:microsoft.com/office/officeart/2018/2/layout/IconVerticalSolidList"/>
    <dgm:cxn modelId="{10102028-C2B6-465A-B51B-6C8B7BE07E9F}" type="presParOf" srcId="{1835EFB9-B32A-4850-83C8-B91FBCF32846}" destId="{C6CF2176-9745-4F02-A9A3-56FE8B8025BD}" srcOrd="0" destOrd="0" presId="urn:microsoft.com/office/officeart/2018/2/layout/IconVerticalSolidList"/>
    <dgm:cxn modelId="{DAA426FE-3A53-43B7-AC53-14A9DD64A7F5}" type="presParOf" srcId="{1835EFB9-B32A-4850-83C8-B91FBCF32846}" destId="{5B967CCF-FBCD-45A2-ACEA-67FCA0D9DCF2}" srcOrd="1" destOrd="0" presId="urn:microsoft.com/office/officeart/2018/2/layout/IconVerticalSolidList"/>
    <dgm:cxn modelId="{6830CF84-5682-4D45-9102-8E1EA3AE58E4}" type="presParOf" srcId="{1835EFB9-B32A-4850-83C8-B91FBCF32846}" destId="{1BD3E495-A625-49B0-8D1D-A856029A9E8F}" srcOrd="2" destOrd="0" presId="urn:microsoft.com/office/officeart/2018/2/layout/IconVerticalSolidList"/>
    <dgm:cxn modelId="{11D292F9-228D-4EFD-B208-5188B2682AFC}" type="presParOf" srcId="{1835EFB9-B32A-4850-83C8-B91FBCF32846}" destId="{99A3BBEF-B350-4B33-897C-6383CEE98F8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B7EF1E-0BC2-4CDC-8F77-0DD61115C52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D47325B5-1852-47D0-8116-8BC8952B28D9}">
      <dgm:prSet custT="1"/>
      <dgm:spPr/>
      <dgm:t>
        <a:bodyPr/>
        <a:lstStyle/>
        <a:p>
          <a:pPr algn="just"/>
          <a:r>
            <a:rPr lang="en-US" sz="2400" b="0" i="0" dirty="0"/>
            <a:t>Cyber Forensics is needed for the investigation of crime and law enforcement. </a:t>
          </a:r>
          <a:endParaRPr lang="en-US" sz="2400" dirty="0"/>
        </a:p>
      </dgm:t>
    </dgm:pt>
    <dgm:pt modelId="{ED339950-EC9C-4B48-A336-8EE4D612143A}" type="parTrans" cxnId="{6965EE22-8E08-4E76-A991-4616DC1CFE07}">
      <dgm:prSet/>
      <dgm:spPr/>
      <dgm:t>
        <a:bodyPr/>
        <a:lstStyle/>
        <a:p>
          <a:pPr algn="just"/>
          <a:endParaRPr lang="en-US" sz="2000"/>
        </a:p>
      </dgm:t>
    </dgm:pt>
    <dgm:pt modelId="{732486BA-06C5-4337-BE34-30BDA0E3399E}" type="sibTrans" cxnId="{6965EE22-8E08-4E76-A991-4616DC1CFE07}">
      <dgm:prSet/>
      <dgm:spPr/>
      <dgm:t>
        <a:bodyPr/>
        <a:lstStyle/>
        <a:p>
          <a:pPr algn="just"/>
          <a:endParaRPr lang="en-US" sz="2000"/>
        </a:p>
      </dgm:t>
    </dgm:pt>
    <dgm:pt modelId="{2E2C8BC1-CB5B-4B43-B258-1093E7C1B53B}">
      <dgm:prSet custT="1"/>
      <dgm:spPr/>
      <dgm:t>
        <a:bodyPr/>
        <a:lstStyle/>
        <a:p>
          <a:pPr algn="just"/>
          <a:r>
            <a:rPr lang="en-US" sz="2400" b="0" i="0"/>
            <a:t>There are cases like hacking and denial of service (DOS) attacks where the computer system is the crime scene. </a:t>
          </a:r>
          <a:endParaRPr lang="en-US" sz="2400"/>
        </a:p>
      </dgm:t>
    </dgm:pt>
    <dgm:pt modelId="{22F633DC-65DB-45B4-B90E-DD8105D29A59}" type="parTrans" cxnId="{BB871983-C4B6-4155-BFC0-1BFAFF80A83E}">
      <dgm:prSet/>
      <dgm:spPr/>
      <dgm:t>
        <a:bodyPr/>
        <a:lstStyle/>
        <a:p>
          <a:pPr algn="just"/>
          <a:endParaRPr lang="en-US" sz="2000"/>
        </a:p>
      </dgm:t>
    </dgm:pt>
    <dgm:pt modelId="{C743B53E-3B66-473F-8586-9F536F8542DE}" type="sibTrans" cxnId="{BB871983-C4B6-4155-BFC0-1BFAFF80A83E}">
      <dgm:prSet/>
      <dgm:spPr/>
      <dgm:t>
        <a:bodyPr/>
        <a:lstStyle/>
        <a:p>
          <a:pPr algn="just"/>
          <a:endParaRPr lang="en-US" sz="2000"/>
        </a:p>
      </dgm:t>
    </dgm:pt>
    <dgm:pt modelId="{52BA91B1-1CBD-4362-8288-44AB743B2A38}">
      <dgm:prSet custT="1"/>
      <dgm:spPr/>
      <dgm:t>
        <a:bodyPr/>
        <a:lstStyle/>
        <a:p>
          <a:pPr algn="just"/>
          <a:r>
            <a:rPr lang="en-US" sz="2400" b="0" i="0"/>
            <a:t>The proof of the crime will be present in the computer system. </a:t>
          </a:r>
          <a:endParaRPr lang="en-US" sz="2400"/>
        </a:p>
      </dgm:t>
    </dgm:pt>
    <dgm:pt modelId="{87BC0013-0802-40A5-88E9-98F51846FF31}" type="parTrans" cxnId="{1DE12762-7E2C-4D90-8773-0071A291D58B}">
      <dgm:prSet/>
      <dgm:spPr/>
      <dgm:t>
        <a:bodyPr/>
        <a:lstStyle/>
        <a:p>
          <a:pPr algn="just"/>
          <a:endParaRPr lang="en-US" sz="2000"/>
        </a:p>
      </dgm:t>
    </dgm:pt>
    <dgm:pt modelId="{E979B455-701A-4964-B013-59EAC6CCE92F}" type="sibTrans" cxnId="{1DE12762-7E2C-4D90-8773-0071A291D58B}">
      <dgm:prSet/>
      <dgm:spPr/>
      <dgm:t>
        <a:bodyPr/>
        <a:lstStyle/>
        <a:p>
          <a:pPr algn="just"/>
          <a:endParaRPr lang="en-US" sz="2000"/>
        </a:p>
      </dgm:t>
    </dgm:pt>
    <dgm:pt modelId="{DF91BF5B-A311-4731-9A1F-6BED7A7C1E79}">
      <dgm:prSet custT="1"/>
      <dgm:spPr/>
      <dgm:t>
        <a:bodyPr/>
        <a:lstStyle/>
        <a:p>
          <a:pPr algn="just"/>
          <a:r>
            <a:rPr lang="en-US" sz="2400" b="0" i="0"/>
            <a:t>The proofs can be browsing history, emails, documents, etc. </a:t>
          </a:r>
          <a:endParaRPr lang="en-US" sz="2400"/>
        </a:p>
      </dgm:t>
    </dgm:pt>
    <dgm:pt modelId="{F009470F-954B-499C-BAE1-A469539E4813}" type="parTrans" cxnId="{8563B634-A3D2-41FA-98F2-471D02CBBEAA}">
      <dgm:prSet/>
      <dgm:spPr/>
      <dgm:t>
        <a:bodyPr/>
        <a:lstStyle/>
        <a:p>
          <a:pPr algn="just"/>
          <a:endParaRPr lang="en-US" sz="2000"/>
        </a:p>
      </dgm:t>
    </dgm:pt>
    <dgm:pt modelId="{B48F32F3-BD5F-4B7A-AC77-E361819E05ED}" type="sibTrans" cxnId="{8563B634-A3D2-41FA-98F2-471D02CBBEAA}">
      <dgm:prSet/>
      <dgm:spPr/>
      <dgm:t>
        <a:bodyPr/>
        <a:lstStyle/>
        <a:p>
          <a:pPr algn="just"/>
          <a:endParaRPr lang="en-US" sz="2000"/>
        </a:p>
      </dgm:t>
    </dgm:pt>
    <dgm:pt modelId="{1577A2F3-9998-4AEA-8682-3ACD4B6AB63F}">
      <dgm:prSet custT="1"/>
      <dgm:spPr/>
      <dgm:t>
        <a:bodyPr/>
        <a:lstStyle/>
        <a:p>
          <a:pPr algn="just"/>
          <a:r>
            <a:rPr lang="en-US" sz="2400" b="0" i="0"/>
            <a:t>These proofs on the computer system alone can be used as evidence in the court of law to sort out allegations or to protect the innocent people from charges.</a:t>
          </a:r>
          <a:endParaRPr lang="en-US" sz="2400"/>
        </a:p>
      </dgm:t>
    </dgm:pt>
    <dgm:pt modelId="{4A0CB11F-5313-4D84-BAC1-B76C59A33165}" type="parTrans" cxnId="{0F39CF36-C0AF-469C-AE72-5993CC76A334}">
      <dgm:prSet/>
      <dgm:spPr/>
      <dgm:t>
        <a:bodyPr/>
        <a:lstStyle/>
        <a:p>
          <a:pPr algn="just"/>
          <a:endParaRPr lang="en-US" sz="2000"/>
        </a:p>
      </dgm:t>
    </dgm:pt>
    <dgm:pt modelId="{5C6DBFA3-DD84-497D-85BB-553905A54706}" type="sibTrans" cxnId="{0F39CF36-C0AF-469C-AE72-5993CC76A334}">
      <dgm:prSet/>
      <dgm:spPr/>
      <dgm:t>
        <a:bodyPr/>
        <a:lstStyle/>
        <a:p>
          <a:pPr algn="just"/>
          <a:endParaRPr lang="en-US" sz="2000"/>
        </a:p>
      </dgm:t>
    </dgm:pt>
    <dgm:pt modelId="{2CABE7C8-C679-4E3F-A55A-CBD81D7AD565}" type="pres">
      <dgm:prSet presAssocID="{56B7EF1E-0BC2-4CDC-8F77-0DD61115C525}" presName="vert0" presStyleCnt="0">
        <dgm:presLayoutVars>
          <dgm:dir/>
          <dgm:animOne val="branch"/>
          <dgm:animLvl val="lvl"/>
        </dgm:presLayoutVars>
      </dgm:prSet>
      <dgm:spPr/>
    </dgm:pt>
    <dgm:pt modelId="{D9DD5476-3BD2-4AC1-AD15-8F222ABA54E8}" type="pres">
      <dgm:prSet presAssocID="{D47325B5-1852-47D0-8116-8BC8952B28D9}" presName="thickLine" presStyleLbl="alignNode1" presStyleIdx="0" presStyleCnt="5"/>
      <dgm:spPr/>
    </dgm:pt>
    <dgm:pt modelId="{34E5180B-F3CF-4F66-8987-0292D38C9A54}" type="pres">
      <dgm:prSet presAssocID="{D47325B5-1852-47D0-8116-8BC8952B28D9}" presName="horz1" presStyleCnt="0"/>
      <dgm:spPr/>
    </dgm:pt>
    <dgm:pt modelId="{0CBB054B-9AD4-4028-B785-E2E446938DD8}" type="pres">
      <dgm:prSet presAssocID="{D47325B5-1852-47D0-8116-8BC8952B28D9}" presName="tx1" presStyleLbl="revTx" presStyleIdx="0" presStyleCnt="5"/>
      <dgm:spPr/>
    </dgm:pt>
    <dgm:pt modelId="{1AE63E72-DE8A-40FF-8B66-FF445363D62F}" type="pres">
      <dgm:prSet presAssocID="{D47325B5-1852-47D0-8116-8BC8952B28D9}" presName="vert1" presStyleCnt="0"/>
      <dgm:spPr/>
    </dgm:pt>
    <dgm:pt modelId="{A0160D3F-A4AA-4B7C-ACAA-B4B3631BDBC2}" type="pres">
      <dgm:prSet presAssocID="{2E2C8BC1-CB5B-4B43-B258-1093E7C1B53B}" presName="thickLine" presStyleLbl="alignNode1" presStyleIdx="1" presStyleCnt="5"/>
      <dgm:spPr/>
    </dgm:pt>
    <dgm:pt modelId="{C18F496B-4018-44A1-AB07-1DA9C6EE64FE}" type="pres">
      <dgm:prSet presAssocID="{2E2C8BC1-CB5B-4B43-B258-1093E7C1B53B}" presName="horz1" presStyleCnt="0"/>
      <dgm:spPr/>
    </dgm:pt>
    <dgm:pt modelId="{7349C858-10A1-461A-8773-FE1492E76E14}" type="pres">
      <dgm:prSet presAssocID="{2E2C8BC1-CB5B-4B43-B258-1093E7C1B53B}" presName="tx1" presStyleLbl="revTx" presStyleIdx="1" presStyleCnt="5"/>
      <dgm:spPr/>
    </dgm:pt>
    <dgm:pt modelId="{D586D453-8E0E-43FF-9EE9-9D8D5C515537}" type="pres">
      <dgm:prSet presAssocID="{2E2C8BC1-CB5B-4B43-B258-1093E7C1B53B}" presName="vert1" presStyleCnt="0"/>
      <dgm:spPr/>
    </dgm:pt>
    <dgm:pt modelId="{339069A7-2E14-4D03-9672-50888F33331E}" type="pres">
      <dgm:prSet presAssocID="{52BA91B1-1CBD-4362-8288-44AB743B2A38}" presName="thickLine" presStyleLbl="alignNode1" presStyleIdx="2" presStyleCnt="5"/>
      <dgm:spPr/>
    </dgm:pt>
    <dgm:pt modelId="{91D80929-11B1-4F41-ABC7-17A64AA145F8}" type="pres">
      <dgm:prSet presAssocID="{52BA91B1-1CBD-4362-8288-44AB743B2A38}" presName="horz1" presStyleCnt="0"/>
      <dgm:spPr/>
    </dgm:pt>
    <dgm:pt modelId="{20CBF28C-A03E-42AB-99BD-D088A453745E}" type="pres">
      <dgm:prSet presAssocID="{52BA91B1-1CBD-4362-8288-44AB743B2A38}" presName="tx1" presStyleLbl="revTx" presStyleIdx="2" presStyleCnt="5"/>
      <dgm:spPr/>
    </dgm:pt>
    <dgm:pt modelId="{594873EC-966C-42D7-8FAC-FC8287E588DB}" type="pres">
      <dgm:prSet presAssocID="{52BA91B1-1CBD-4362-8288-44AB743B2A38}" presName="vert1" presStyleCnt="0"/>
      <dgm:spPr/>
    </dgm:pt>
    <dgm:pt modelId="{1D694B6A-3051-4F27-9384-F67A88927489}" type="pres">
      <dgm:prSet presAssocID="{DF91BF5B-A311-4731-9A1F-6BED7A7C1E79}" presName="thickLine" presStyleLbl="alignNode1" presStyleIdx="3" presStyleCnt="5"/>
      <dgm:spPr/>
    </dgm:pt>
    <dgm:pt modelId="{05779B63-F7D5-4337-ABC2-41131A5AA2EA}" type="pres">
      <dgm:prSet presAssocID="{DF91BF5B-A311-4731-9A1F-6BED7A7C1E79}" presName="horz1" presStyleCnt="0"/>
      <dgm:spPr/>
    </dgm:pt>
    <dgm:pt modelId="{6B73B7D9-69F4-4C71-8614-6BD4F8FD8BD1}" type="pres">
      <dgm:prSet presAssocID="{DF91BF5B-A311-4731-9A1F-6BED7A7C1E79}" presName="tx1" presStyleLbl="revTx" presStyleIdx="3" presStyleCnt="5"/>
      <dgm:spPr/>
    </dgm:pt>
    <dgm:pt modelId="{6841596D-1B0B-44AC-B84A-8469ADF4C8A6}" type="pres">
      <dgm:prSet presAssocID="{DF91BF5B-A311-4731-9A1F-6BED7A7C1E79}" presName="vert1" presStyleCnt="0"/>
      <dgm:spPr/>
    </dgm:pt>
    <dgm:pt modelId="{ADCB8898-5E9F-4707-8519-81068B5C2DDA}" type="pres">
      <dgm:prSet presAssocID="{1577A2F3-9998-4AEA-8682-3ACD4B6AB63F}" presName="thickLine" presStyleLbl="alignNode1" presStyleIdx="4" presStyleCnt="5"/>
      <dgm:spPr/>
    </dgm:pt>
    <dgm:pt modelId="{08F4CF9E-1B30-41F9-A360-3EE7A5F76A94}" type="pres">
      <dgm:prSet presAssocID="{1577A2F3-9998-4AEA-8682-3ACD4B6AB63F}" presName="horz1" presStyleCnt="0"/>
      <dgm:spPr/>
    </dgm:pt>
    <dgm:pt modelId="{6E94A7B1-A3A0-4799-9799-517680CDD2C9}" type="pres">
      <dgm:prSet presAssocID="{1577A2F3-9998-4AEA-8682-3ACD4B6AB63F}" presName="tx1" presStyleLbl="revTx" presStyleIdx="4" presStyleCnt="5"/>
      <dgm:spPr/>
    </dgm:pt>
    <dgm:pt modelId="{FE86E9CF-3C55-4F9E-858F-31CED1E1823A}" type="pres">
      <dgm:prSet presAssocID="{1577A2F3-9998-4AEA-8682-3ACD4B6AB63F}" presName="vert1" presStyleCnt="0"/>
      <dgm:spPr/>
    </dgm:pt>
  </dgm:ptLst>
  <dgm:cxnLst>
    <dgm:cxn modelId="{6965EE22-8E08-4E76-A991-4616DC1CFE07}" srcId="{56B7EF1E-0BC2-4CDC-8F77-0DD61115C525}" destId="{D47325B5-1852-47D0-8116-8BC8952B28D9}" srcOrd="0" destOrd="0" parTransId="{ED339950-EC9C-4B48-A336-8EE4D612143A}" sibTransId="{732486BA-06C5-4337-BE34-30BDA0E3399E}"/>
    <dgm:cxn modelId="{7FF56027-0A2D-4C80-A805-DCFCB2FF6C7E}" type="presOf" srcId="{DF91BF5B-A311-4731-9A1F-6BED7A7C1E79}" destId="{6B73B7D9-69F4-4C71-8614-6BD4F8FD8BD1}" srcOrd="0" destOrd="0" presId="urn:microsoft.com/office/officeart/2008/layout/LinedList"/>
    <dgm:cxn modelId="{8563B634-A3D2-41FA-98F2-471D02CBBEAA}" srcId="{56B7EF1E-0BC2-4CDC-8F77-0DD61115C525}" destId="{DF91BF5B-A311-4731-9A1F-6BED7A7C1E79}" srcOrd="3" destOrd="0" parTransId="{F009470F-954B-499C-BAE1-A469539E4813}" sibTransId="{B48F32F3-BD5F-4B7A-AC77-E361819E05ED}"/>
    <dgm:cxn modelId="{0F39CF36-C0AF-469C-AE72-5993CC76A334}" srcId="{56B7EF1E-0BC2-4CDC-8F77-0DD61115C525}" destId="{1577A2F3-9998-4AEA-8682-3ACD4B6AB63F}" srcOrd="4" destOrd="0" parTransId="{4A0CB11F-5313-4D84-BAC1-B76C59A33165}" sibTransId="{5C6DBFA3-DD84-497D-85BB-553905A54706}"/>
    <dgm:cxn modelId="{1DE12762-7E2C-4D90-8773-0071A291D58B}" srcId="{56B7EF1E-0BC2-4CDC-8F77-0DD61115C525}" destId="{52BA91B1-1CBD-4362-8288-44AB743B2A38}" srcOrd="2" destOrd="0" parTransId="{87BC0013-0802-40A5-88E9-98F51846FF31}" sibTransId="{E979B455-701A-4964-B013-59EAC6CCE92F}"/>
    <dgm:cxn modelId="{F1B4B047-2843-4ABC-9A04-1DB8D5B6E17A}" type="presOf" srcId="{56B7EF1E-0BC2-4CDC-8F77-0DD61115C525}" destId="{2CABE7C8-C679-4E3F-A55A-CBD81D7AD565}" srcOrd="0" destOrd="0" presId="urn:microsoft.com/office/officeart/2008/layout/LinedList"/>
    <dgm:cxn modelId="{BB871983-C4B6-4155-BFC0-1BFAFF80A83E}" srcId="{56B7EF1E-0BC2-4CDC-8F77-0DD61115C525}" destId="{2E2C8BC1-CB5B-4B43-B258-1093E7C1B53B}" srcOrd="1" destOrd="0" parTransId="{22F633DC-65DB-45B4-B90E-DD8105D29A59}" sibTransId="{C743B53E-3B66-473F-8586-9F536F8542DE}"/>
    <dgm:cxn modelId="{B45560A5-E50E-49C2-9FCE-5CF8FD6F3469}" type="presOf" srcId="{D47325B5-1852-47D0-8116-8BC8952B28D9}" destId="{0CBB054B-9AD4-4028-B785-E2E446938DD8}" srcOrd="0" destOrd="0" presId="urn:microsoft.com/office/officeart/2008/layout/LinedList"/>
    <dgm:cxn modelId="{22D7EBEB-B74B-4BBF-A46D-E8E2D1C832FB}" type="presOf" srcId="{2E2C8BC1-CB5B-4B43-B258-1093E7C1B53B}" destId="{7349C858-10A1-461A-8773-FE1492E76E14}" srcOrd="0" destOrd="0" presId="urn:microsoft.com/office/officeart/2008/layout/LinedList"/>
    <dgm:cxn modelId="{2A1514F3-CB16-4E99-9F2B-4365FC452F2E}" type="presOf" srcId="{52BA91B1-1CBD-4362-8288-44AB743B2A38}" destId="{20CBF28C-A03E-42AB-99BD-D088A453745E}" srcOrd="0" destOrd="0" presId="urn:microsoft.com/office/officeart/2008/layout/LinedList"/>
    <dgm:cxn modelId="{D40333FE-FEB4-4BB4-9EC9-4DE24E7D8DD1}" type="presOf" srcId="{1577A2F3-9998-4AEA-8682-3ACD4B6AB63F}" destId="{6E94A7B1-A3A0-4799-9799-517680CDD2C9}" srcOrd="0" destOrd="0" presId="urn:microsoft.com/office/officeart/2008/layout/LinedList"/>
    <dgm:cxn modelId="{6CA5E72E-827B-4CD8-A9CF-339E3F2DA377}" type="presParOf" srcId="{2CABE7C8-C679-4E3F-A55A-CBD81D7AD565}" destId="{D9DD5476-3BD2-4AC1-AD15-8F222ABA54E8}" srcOrd="0" destOrd="0" presId="urn:microsoft.com/office/officeart/2008/layout/LinedList"/>
    <dgm:cxn modelId="{66AE8FCC-4707-4A7E-AD18-0DB33B5EC159}" type="presParOf" srcId="{2CABE7C8-C679-4E3F-A55A-CBD81D7AD565}" destId="{34E5180B-F3CF-4F66-8987-0292D38C9A54}" srcOrd="1" destOrd="0" presId="urn:microsoft.com/office/officeart/2008/layout/LinedList"/>
    <dgm:cxn modelId="{2699FC0D-D0DA-4921-801E-4ED1024FB151}" type="presParOf" srcId="{34E5180B-F3CF-4F66-8987-0292D38C9A54}" destId="{0CBB054B-9AD4-4028-B785-E2E446938DD8}" srcOrd="0" destOrd="0" presId="urn:microsoft.com/office/officeart/2008/layout/LinedList"/>
    <dgm:cxn modelId="{9204A349-29E6-4687-9619-D7073DD30F19}" type="presParOf" srcId="{34E5180B-F3CF-4F66-8987-0292D38C9A54}" destId="{1AE63E72-DE8A-40FF-8B66-FF445363D62F}" srcOrd="1" destOrd="0" presId="urn:microsoft.com/office/officeart/2008/layout/LinedList"/>
    <dgm:cxn modelId="{D72D82C3-DB93-4FFF-8A96-D04495208AFE}" type="presParOf" srcId="{2CABE7C8-C679-4E3F-A55A-CBD81D7AD565}" destId="{A0160D3F-A4AA-4B7C-ACAA-B4B3631BDBC2}" srcOrd="2" destOrd="0" presId="urn:microsoft.com/office/officeart/2008/layout/LinedList"/>
    <dgm:cxn modelId="{0C101019-CF5B-41A1-A31B-5719001D7A56}" type="presParOf" srcId="{2CABE7C8-C679-4E3F-A55A-CBD81D7AD565}" destId="{C18F496B-4018-44A1-AB07-1DA9C6EE64FE}" srcOrd="3" destOrd="0" presId="urn:microsoft.com/office/officeart/2008/layout/LinedList"/>
    <dgm:cxn modelId="{50B04B80-52A6-40B0-84B2-F2910052DF7D}" type="presParOf" srcId="{C18F496B-4018-44A1-AB07-1DA9C6EE64FE}" destId="{7349C858-10A1-461A-8773-FE1492E76E14}" srcOrd="0" destOrd="0" presId="urn:microsoft.com/office/officeart/2008/layout/LinedList"/>
    <dgm:cxn modelId="{3BE71A87-59CC-4B7A-BF4A-ABFE776DDECC}" type="presParOf" srcId="{C18F496B-4018-44A1-AB07-1DA9C6EE64FE}" destId="{D586D453-8E0E-43FF-9EE9-9D8D5C515537}" srcOrd="1" destOrd="0" presId="urn:microsoft.com/office/officeart/2008/layout/LinedList"/>
    <dgm:cxn modelId="{963DB79F-E5CE-4855-9E60-EB7067581E03}" type="presParOf" srcId="{2CABE7C8-C679-4E3F-A55A-CBD81D7AD565}" destId="{339069A7-2E14-4D03-9672-50888F33331E}" srcOrd="4" destOrd="0" presId="urn:microsoft.com/office/officeart/2008/layout/LinedList"/>
    <dgm:cxn modelId="{1D2CD955-58AE-47E8-8B74-7EDF93FA2D63}" type="presParOf" srcId="{2CABE7C8-C679-4E3F-A55A-CBD81D7AD565}" destId="{91D80929-11B1-4F41-ABC7-17A64AA145F8}" srcOrd="5" destOrd="0" presId="urn:microsoft.com/office/officeart/2008/layout/LinedList"/>
    <dgm:cxn modelId="{964792C6-4E06-4F6C-9C94-1EB56095F9F6}" type="presParOf" srcId="{91D80929-11B1-4F41-ABC7-17A64AA145F8}" destId="{20CBF28C-A03E-42AB-99BD-D088A453745E}" srcOrd="0" destOrd="0" presId="urn:microsoft.com/office/officeart/2008/layout/LinedList"/>
    <dgm:cxn modelId="{4EE582CF-E33F-4D8C-80E5-CD2683081112}" type="presParOf" srcId="{91D80929-11B1-4F41-ABC7-17A64AA145F8}" destId="{594873EC-966C-42D7-8FAC-FC8287E588DB}" srcOrd="1" destOrd="0" presId="urn:microsoft.com/office/officeart/2008/layout/LinedList"/>
    <dgm:cxn modelId="{6D668B10-4D74-4C70-B427-35D7D61277A6}" type="presParOf" srcId="{2CABE7C8-C679-4E3F-A55A-CBD81D7AD565}" destId="{1D694B6A-3051-4F27-9384-F67A88927489}" srcOrd="6" destOrd="0" presId="urn:microsoft.com/office/officeart/2008/layout/LinedList"/>
    <dgm:cxn modelId="{7F9DED32-CC54-4795-8725-ABF51FB829FD}" type="presParOf" srcId="{2CABE7C8-C679-4E3F-A55A-CBD81D7AD565}" destId="{05779B63-F7D5-4337-ABC2-41131A5AA2EA}" srcOrd="7" destOrd="0" presId="urn:microsoft.com/office/officeart/2008/layout/LinedList"/>
    <dgm:cxn modelId="{6EEB4932-33CA-46E1-B7F7-E0304730E5A3}" type="presParOf" srcId="{05779B63-F7D5-4337-ABC2-41131A5AA2EA}" destId="{6B73B7D9-69F4-4C71-8614-6BD4F8FD8BD1}" srcOrd="0" destOrd="0" presId="urn:microsoft.com/office/officeart/2008/layout/LinedList"/>
    <dgm:cxn modelId="{BB86B2D9-26D1-46E6-A69B-9D19EC32D4DE}" type="presParOf" srcId="{05779B63-F7D5-4337-ABC2-41131A5AA2EA}" destId="{6841596D-1B0B-44AC-B84A-8469ADF4C8A6}" srcOrd="1" destOrd="0" presId="urn:microsoft.com/office/officeart/2008/layout/LinedList"/>
    <dgm:cxn modelId="{1940BE6E-F22B-4F78-BE17-A683E1CCD8FE}" type="presParOf" srcId="{2CABE7C8-C679-4E3F-A55A-CBD81D7AD565}" destId="{ADCB8898-5E9F-4707-8519-81068B5C2DDA}" srcOrd="8" destOrd="0" presId="urn:microsoft.com/office/officeart/2008/layout/LinedList"/>
    <dgm:cxn modelId="{AD5A4435-DAA3-4101-9F62-BB2021644B3A}" type="presParOf" srcId="{2CABE7C8-C679-4E3F-A55A-CBD81D7AD565}" destId="{08F4CF9E-1B30-41F9-A360-3EE7A5F76A94}" srcOrd="9" destOrd="0" presId="urn:microsoft.com/office/officeart/2008/layout/LinedList"/>
    <dgm:cxn modelId="{B7108BB8-CD48-4E8B-8EAB-EE6E381ED978}" type="presParOf" srcId="{08F4CF9E-1B30-41F9-A360-3EE7A5F76A94}" destId="{6E94A7B1-A3A0-4799-9799-517680CDD2C9}" srcOrd="0" destOrd="0" presId="urn:microsoft.com/office/officeart/2008/layout/LinedList"/>
    <dgm:cxn modelId="{CCE07B71-5F3A-46AA-ACB5-B9FE4E57904F}" type="presParOf" srcId="{08F4CF9E-1B30-41F9-A360-3EE7A5F76A94}" destId="{FE86E9CF-3C55-4F9E-858F-31CED1E1823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03CFB1-B72F-4C8C-9BC0-2024A64B5C55}"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D658221F-C492-4B25-A77B-2180D404AA1B}">
      <dgm:prSet custT="1"/>
      <dgm:spPr/>
      <dgm:t>
        <a:bodyPr/>
        <a:lstStyle/>
        <a:p>
          <a:pPr algn="just"/>
          <a:r>
            <a:rPr lang="en-US" sz="1800" b="0" i="0" dirty="0"/>
            <a:t>Let us now discuss the 7 steps how does it work.</a:t>
          </a:r>
          <a:endParaRPr lang="en-US" sz="1800" dirty="0"/>
        </a:p>
      </dgm:t>
    </dgm:pt>
    <dgm:pt modelId="{3E0C4755-C813-4CFE-BE75-A3A19990AFB9}" type="parTrans" cxnId="{68EA90DE-777F-45D8-BD13-656E84984483}">
      <dgm:prSet/>
      <dgm:spPr/>
      <dgm:t>
        <a:bodyPr/>
        <a:lstStyle/>
        <a:p>
          <a:pPr algn="just"/>
          <a:endParaRPr lang="en-US" sz="2400"/>
        </a:p>
      </dgm:t>
    </dgm:pt>
    <dgm:pt modelId="{2A0A259F-9D80-4227-B53A-15166155E02D}" type="sibTrans" cxnId="{68EA90DE-777F-45D8-BD13-656E84984483}">
      <dgm:prSet/>
      <dgm:spPr/>
      <dgm:t>
        <a:bodyPr/>
        <a:lstStyle/>
        <a:p>
          <a:pPr algn="just"/>
          <a:endParaRPr lang="en-US" sz="2400"/>
        </a:p>
      </dgm:t>
    </dgm:pt>
    <dgm:pt modelId="{ADB74F23-CDBA-45FA-BFF8-DA91E40F3E8A}">
      <dgm:prSet custT="1"/>
      <dgm:spPr/>
      <dgm:t>
        <a:bodyPr/>
        <a:lstStyle/>
        <a:p>
          <a:pPr algn="just"/>
          <a:r>
            <a:rPr lang="en-US" sz="1800" b="1" i="0" dirty="0"/>
            <a:t>1. Copying the hard drive of the system under investigation: </a:t>
          </a:r>
          <a:r>
            <a:rPr lang="en-US" sz="1800" b="0" i="0" dirty="0"/>
            <a:t>Copying or imaging the hard drive means making a copy of the files and folders present on the hard drive. The replica of the drive is created on another drive-by copying every bit of data on the drive from the system under investigation.</a:t>
          </a:r>
          <a:endParaRPr lang="en-US" sz="1800" dirty="0"/>
        </a:p>
      </dgm:t>
    </dgm:pt>
    <dgm:pt modelId="{8F058B12-F0CE-4C6F-B611-A39D028779E6}" type="parTrans" cxnId="{C4C9D1BD-7947-44EC-BBB6-6A6D62FF2571}">
      <dgm:prSet/>
      <dgm:spPr/>
      <dgm:t>
        <a:bodyPr/>
        <a:lstStyle/>
        <a:p>
          <a:pPr algn="just"/>
          <a:endParaRPr lang="en-US" sz="2400"/>
        </a:p>
      </dgm:t>
    </dgm:pt>
    <dgm:pt modelId="{887E0942-8D8C-4C6A-90B9-C9E01B02E845}" type="sibTrans" cxnId="{C4C9D1BD-7947-44EC-BBB6-6A6D62FF2571}">
      <dgm:prSet/>
      <dgm:spPr/>
      <dgm:t>
        <a:bodyPr/>
        <a:lstStyle/>
        <a:p>
          <a:pPr algn="just"/>
          <a:endParaRPr lang="en-US" sz="2400"/>
        </a:p>
      </dgm:t>
    </dgm:pt>
    <dgm:pt modelId="{C61C46DE-68CE-4D9E-A28D-F330F782995D}">
      <dgm:prSet custT="1"/>
      <dgm:spPr/>
      <dgm:t>
        <a:bodyPr/>
        <a:lstStyle/>
        <a:p>
          <a:pPr algn="just"/>
          <a:r>
            <a:rPr lang="en-US" sz="1800" b="1" i="0"/>
            <a:t>2. Verification of the copied</a:t>
          </a:r>
          <a:r>
            <a:rPr lang="en-US" sz="1800" b="0" i="0"/>
            <a:t> </a:t>
          </a:r>
          <a:r>
            <a:rPr lang="en-US" sz="1800" b="1" i="0"/>
            <a:t>data</a:t>
          </a:r>
          <a:r>
            <a:rPr lang="en-US" sz="1800" b="0" i="0"/>
            <a:t>: After the data is copied from the hard drive of the system under investigation to another hard drive, the forensic experts make sure if the copied data is exactly the same as the original data.</a:t>
          </a:r>
          <a:endParaRPr lang="en-US" sz="1800"/>
        </a:p>
      </dgm:t>
    </dgm:pt>
    <dgm:pt modelId="{65BC7FF2-82A8-49E3-874C-30E104D2E61E}" type="parTrans" cxnId="{3A6959CB-964C-4C53-A120-3CAF0EDF5132}">
      <dgm:prSet/>
      <dgm:spPr/>
      <dgm:t>
        <a:bodyPr/>
        <a:lstStyle/>
        <a:p>
          <a:pPr algn="just"/>
          <a:endParaRPr lang="en-US" sz="2400"/>
        </a:p>
      </dgm:t>
    </dgm:pt>
    <dgm:pt modelId="{A67B1046-F79D-439D-99E6-AAD72D456D35}" type="sibTrans" cxnId="{3A6959CB-964C-4C53-A120-3CAF0EDF5132}">
      <dgm:prSet/>
      <dgm:spPr/>
      <dgm:t>
        <a:bodyPr/>
        <a:lstStyle/>
        <a:p>
          <a:pPr algn="just"/>
          <a:endParaRPr lang="en-US" sz="2400"/>
        </a:p>
      </dgm:t>
    </dgm:pt>
    <dgm:pt modelId="{057DA7CF-EEC2-4786-B6D6-E4BABAE680C5}">
      <dgm:prSet custT="1"/>
      <dgm:spPr/>
      <dgm:t>
        <a:bodyPr/>
        <a:lstStyle/>
        <a:p>
          <a:pPr algn="just"/>
          <a:r>
            <a:rPr lang="en-US" sz="1800" b="1" i="0"/>
            <a:t>3. Ensuring the copied data is forensically</a:t>
          </a:r>
          <a:r>
            <a:rPr lang="en-US" sz="1800" b="0" i="0"/>
            <a:t> </a:t>
          </a:r>
          <a:r>
            <a:rPr lang="en-US" sz="1800" b="1" i="0"/>
            <a:t>sound</a:t>
          </a:r>
          <a:r>
            <a:rPr lang="en-US" sz="1800" b="0" i="0"/>
            <a:t>: Based on the operating system used in the computer, the data written to the hard drive is in a format compatible with the operating system. Hence the forensic experts must make sure the data while being copied from the drive of the system under investigation into another drive is not altered in any way. That is, the data is copied using a write-blocking device in a forensically sound manner.</a:t>
          </a:r>
          <a:endParaRPr lang="en-US" sz="1800"/>
        </a:p>
      </dgm:t>
    </dgm:pt>
    <dgm:pt modelId="{0C37D198-A565-4487-B47C-137907FB7077}" type="parTrans" cxnId="{34A39D09-F4C5-4508-A6FA-C7092A1536DD}">
      <dgm:prSet/>
      <dgm:spPr/>
      <dgm:t>
        <a:bodyPr/>
        <a:lstStyle/>
        <a:p>
          <a:pPr algn="just"/>
          <a:endParaRPr lang="en-US" sz="2400"/>
        </a:p>
      </dgm:t>
    </dgm:pt>
    <dgm:pt modelId="{0653F43F-41E4-4887-BA4C-92AE5E17E6E8}" type="sibTrans" cxnId="{34A39D09-F4C5-4508-A6FA-C7092A1536DD}">
      <dgm:prSet/>
      <dgm:spPr/>
      <dgm:t>
        <a:bodyPr/>
        <a:lstStyle/>
        <a:p>
          <a:pPr algn="just"/>
          <a:endParaRPr lang="en-US" sz="2400"/>
        </a:p>
      </dgm:t>
    </dgm:pt>
    <dgm:pt modelId="{42A54D21-FDFB-40E2-817D-9E1E3CCADC19}" type="pres">
      <dgm:prSet presAssocID="{3003CFB1-B72F-4C8C-9BC0-2024A64B5C55}" presName="vert0" presStyleCnt="0">
        <dgm:presLayoutVars>
          <dgm:dir/>
          <dgm:animOne val="branch"/>
          <dgm:animLvl val="lvl"/>
        </dgm:presLayoutVars>
      </dgm:prSet>
      <dgm:spPr/>
    </dgm:pt>
    <dgm:pt modelId="{32731130-333C-4515-AA1B-53285F91063D}" type="pres">
      <dgm:prSet presAssocID="{D658221F-C492-4B25-A77B-2180D404AA1B}" presName="thickLine" presStyleLbl="alignNode1" presStyleIdx="0" presStyleCnt="4"/>
      <dgm:spPr/>
    </dgm:pt>
    <dgm:pt modelId="{E3E5DAD0-F55E-4BB5-A5CD-550FE521D669}" type="pres">
      <dgm:prSet presAssocID="{D658221F-C492-4B25-A77B-2180D404AA1B}" presName="horz1" presStyleCnt="0"/>
      <dgm:spPr/>
    </dgm:pt>
    <dgm:pt modelId="{3F63C09C-1510-4D91-9C7D-395983973B4F}" type="pres">
      <dgm:prSet presAssocID="{D658221F-C492-4B25-A77B-2180D404AA1B}" presName="tx1" presStyleLbl="revTx" presStyleIdx="0" presStyleCnt="4"/>
      <dgm:spPr/>
    </dgm:pt>
    <dgm:pt modelId="{191C3DE7-708E-4064-AC9F-2DD3069A3687}" type="pres">
      <dgm:prSet presAssocID="{D658221F-C492-4B25-A77B-2180D404AA1B}" presName="vert1" presStyleCnt="0"/>
      <dgm:spPr/>
    </dgm:pt>
    <dgm:pt modelId="{407D5571-9C22-4E8D-BFAA-55729AA83306}" type="pres">
      <dgm:prSet presAssocID="{ADB74F23-CDBA-45FA-BFF8-DA91E40F3E8A}" presName="thickLine" presStyleLbl="alignNode1" presStyleIdx="1" presStyleCnt="4"/>
      <dgm:spPr/>
    </dgm:pt>
    <dgm:pt modelId="{F63445FD-C98E-4B94-BD74-5B7B0600D966}" type="pres">
      <dgm:prSet presAssocID="{ADB74F23-CDBA-45FA-BFF8-DA91E40F3E8A}" presName="horz1" presStyleCnt="0"/>
      <dgm:spPr/>
    </dgm:pt>
    <dgm:pt modelId="{7B6512CE-4195-4C4C-B154-EA54C8D351BE}" type="pres">
      <dgm:prSet presAssocID="{ADB74F23-CDBA-45FA-BFF8-DA91E40F3E8A}" presName="tx1" presStyleLbl="revTx" presStyleIdx="1" presStyleCnt="4"/>
      <dgm:spPr/>
    </dgm:pt>
    <dgm:pt modelId="{FE227F78-572E-427A-9EB3-3D7975F0E3F1}" type="pres">
      <dgm:prSet presAssocID="{ADB74F23-CDBA-45FA-BFF8-DA91E40F3E8A}" presName="vert1" presStyleCnt="0"/>
      <dgm:spPr/>
    </dgm:pt>
    <dgm:pt modelId="{6294F783-519E-4FC3-B66A-8DD4930BC9CB}" type="pres">
      <dgm:prSet presAssocID="{C61C46DE-68CE-4D9E-A28D-F330F782995D}" presName="thickLine" presStyleLbl="alignNode1" presStyleIdx="2" presStyleCnt="4"/>
      <dgm:spPr/>
    </dgm:pt>
    <dgm:pt modelId="{4A13819E-DD1E-4C3B-BAC3-5EE4C7B893E7}" type="pres">
      <dgm:prSet presAssocID="{C61C46DE-68CE-4D9E-A28D-F330F782995D}" presName="horz1" presStyleCnt="0"/>
      <dgm:spPr/>
    </dgm:pt>
    <dgm:pt modelId="{A592C8DC-954F-4DE2-A12B-6D1CA21D1C0F}" type="pres">
      <dgm:prSet presAssocID="{C61C46DE-68CE-4D9E-A28D-F330F782995D}" presName="tx1" presStyleLbl="revTx" presStyleIdx="2" presStyleCnt="4"/>
      <dgm:spPr/>
    </dgm:pt>
    <dgm:pt modelId="{A7A5FCF9-A868-466D-BBC2-9B651C6D2E97}" type="pres">
      <dgm:prSet presAssocID="{C61C46DE-68CE-4D9E-A28D-F330F782995D}" presName="vert1" presStyleCnt="0"/>
      <dgm:spPr/>
    </dgm:pt>
    <dgm:pt modelId="{919589FC-3795-471D-A649-E989E41AC951}" type="pres">
      <dgm:prSet presAssocID="{057DA7CF-EEC2-4786-B6D6-E4BABAE680C5}" presName="thickLine" presStyleLbl="alignNode1" presStyleIdx="3" presStyleCnt="4"/>
      <dgm:spPr/>
    </dgm:pt>
    <dgm:pt modelId="{7BDDE98A-B314-4E8A-95F8-9193AE298724}" type="pres">
      <dgm:prSet presAssocID="{057DA7CF-EEC2-4786-B6D6-E4BABAE680C5}" presName="horz1" presStyleCnt="0"/>
      <dgm:spPr/>
    </dgm:pt>
    <dgm:pt modelId="{1E096FE8-E9E0-40FA-BA36-10579C1E0775}" type="pres">
      <dgm:prSet presAssocID="{057DA7CF-EEC2-4786-B6D6-E4BABAE680C5}" presName="tx1" presStyleLbl="revTx" presStyleIdx="3" presStyleCnt="4"/>
      <dgm:spPr/>
    </dgm:pt>
    <dgm:pt modelId="{9C829924-A58F-4B4A-99B8-F1F29815F733}" type="pres">
      <dgm:prSet presAssocID="{057DA7CF-EEC2-4786-B6D6-E4BABAE680C5}" presName="vert1" presStyleCnt="0"/>
      <dgm:spPr/>
    </dgm:pt>
  </dgm:ptLst>
  <dgm:cxnLst>
    <dgm:cxn modelId="{34A39D09-F4C5-4508-A6FA-C7092A1536DD}" srcId="{3003CFB1-B72F-4C8C-9BC0-2024A64B5C55}" destId="{057DA7CF-EEC2-4786-B6D6-E4BABAE680C5}" srcOrd="3" destOrd="0" parTransId="{0C37D198-A565-4487-B47C-137907FB7077}" sibTransId="{0653F43F-41E4-4887-BA4C-92AE5E17E6E8}"/>
    <dgm:cxn modelId="{1F256A4C-5743-40A3-BC98-162138E23042}" type="presOf" srcId="{3003CFB1-B72F-4C8C-9BC0-2024A64B5C55}" destId="{42A54D21-FDFB-40E2-817D-9E1E3CCADC19}" srcOrd="0" destOrd="0" presId="urn:microsoft.com/office/officeart/2008/layout/LinedList"/>
    <dgm:cxn modelId="{EC94F357-07E7-4C80-8508-55BC5392C781}" type="presOf" srcId="{D658221F-C492-4B25-A77B-2180D404AA1B}" destId="{3F63C09C-1510-4D91-9C7D-395983973B4F}" srcOrd="0" destOrd="0" presId="urn:microsoft.com/office/officeart/2008/layout/LinedList"/>
    <dgm:cxn modelId="{815BA88A-FD7A-4EC7-9C1F-6731ECA78DBB}" type="presOf" srcId="{C61C46DE-68CE-4D9E-A28D-F330F782995D}" destId="{A592C8DC-954F-4DE2-A12B-6D1CA21D1C0F}" srcOrd="0" destOrd="0" presId="urn:microsoft.com/office/officeart/2008/layout/LinedList"/>
    <dgm:cxn modelId="{CB968AA7-873E-4EA6-A4EE-634B05906E5A}" type="presOf" srcId="{057DA7CF-EEC2-4786-B6D6-E4BABAE680C5}" destId="{1E096FE8-E9E0-40FA-BA36-10579C1E0775}" srcOrd="0" destOrd="0" presId="urn:microsoft.com/office/officeart/2008/layout/LinedList"/>
    <dgm:cxn modelId="{C4C9D1BD-7947-44EC-BBB6-6A6D62FF2571}" srcId="{3003CFB1-B72F-4C8C-9BC0-2024A64B5C55}" destId="{ADB74F23-CDBA-45FA-BFF8-DA91E40F3E8A}" srcOrd="1" destOrd="0" parTransId="{8F058B12-F0CE-4C6F-B611-A39D028779E6}" sibTransId="{887E0942-8D8C-4C6A-90B9-C9E01B02E845}"/>
    <dgm:cxn modelId="{3A6959CB-964C-4C53-A120-3CAF0EDF5132}" srcId="{3003CFB1-B72F-4C8C-9BC0-2024A64B5C55}" destId="{C61C46DE-68CE-4D9E-A28D-F330F782995D}" srcOrd="2" destOrd="0" parTransId="{65BC7FF2-82A8-49E3-874C-30E104D2E61E}" sibTransId="{A67B1046-F79D-439D-99E6-AAD72D456D35}"/>
    <dgm:cxn modelId="{50E4DBCC-1FF0-419F-953A-E172AC013999}" type="presOf" srcId="{ADB74F23-CDBA-45FA-BFF8-DA91E40F3E8A}" destId="{7B6512CE-4195-4C4C-B154-EA54C8D351BE}" srcOrd="0" destOrd="0" presId="urn:microsoft.com/office/officeart/2008/layout/LinedList"/>
    <dgm:cxn modelId="{68EA90DE-777F-45D8-BD13-656E84984483}" srcId="{3003CFB1-B72F-4C8C-9BC0-2024A64B5C55}" destId="{D658221F-C492-4B25-A77B-2180D404AA1B}" srcOrd="0" destOrd="0" parTransId="{3E0C4755-C813-4CFE-BE75-A3A19990AFB9}" sibTransId="{2A0A259F-9D80-4227-B53A-15166155E02D}"/>
    <dgm:cxn modelId="{B5060942-C8A2-4B94-B4BD-C4717FC0B352}" type="presParOf" srcId="{42A54D21-FDFB-40E2-817D-9E1E3CCADC19}" destId="{32731130-333C-4515-AA1B-53285F91063D}" srcOrd="0" destOrd="0" presId="urn:microsoft.com/office/officeart/2008/layout/LinedList"/>
    <dgm:cxn modelId="{F0948142-D60E-4440-99E3-BF9134CA420F}" type="presParOf" srcId="{42A54D21-FDFB-40E2-817D-9E1E3CCADC19}" destId="{E3E5DAD0-F55E-4BB5-A5CD-550FE521D669}" srcOrd="1" destOrd="0" presId="urn:microsoft.com/office/officeart/2008/layout/LinedList"/>
    <dgm:cxn modelId="{9500320A-8EC0-46F5-A388-B1CDBE07AC4D}" type="presParOf" srcId="{E3E5DAD0-F55E-4BB5-A5CD-550FE521D669}" destId="{3F63C09C-1510-4D91-9C7D-395983973B4F}" srcOrd="0" destOrd="0" presId="urn:microsoft.com/office/officeart/2008/layout/LinedList"/>
    <dgm:cxn modelId="{595427E9-AFEF-44A3-8DD8-9B0952AE8537}" type="presParOf" srcId="{E3E5DAD0-F55E-4BB5-A5CD-550FE521D669}" destId="{191C3DE7-708E-4064-AC9F-2DD3069A3687}" srcOrd="1" destOrd="0" presId="urn:microsoft.com/office/officeart/2008/layout/LinedList"/>
    <dgm:cxn modelId="{243D8915-8257-4DD4-86B5-759D6A1CD474}" type="presParOf" srcId="{42A54D21-FDFB-40E2-817D-9E1E3CCADC19}" destId="{407D5571-9C22-4E8D-BFAA-55729AA83306}" srcOrd="2" destOrd="0" presId="urn:microsoft.com/office/officeart/2008/layout/LinedList"/>
    <dgm:cxn modelId="{152BB853-9FC5-4396-BE1E-0A546D32DC20}" type="presParOf" srcId="{42A54D21-FDFB-40E2-817D-9E1E3CCADC19}" destId="{F63445FD-C98E-4B94-BD74-5B7B0600D966}" srcOrd="3" destOrd="0" presId="urn:microsoft.com/office/officeart/2008/layout/LinedList"/>
    <dgm:cxn modelId="{CAAF27C9-A19F-435C-91D3-EDF3833E36FF}" type="presParOf" srcId="{F63445FD-C98E-4B94-BD74-5B7B0600D966}" destId="{7B6512CE-4195-4C4C-B154-EA54C8D351BE}" srcOrd="0" destOrd="0" presId="urn:microsoft.com/office/officeart/2008/layout/LinedList"/>
    <dgm:cxn modelId="{02823E1A-7740-4817-AE1A-F5892943F95B}" type="presParOf" srcId="{F63445FD-C98E-4B94-BD74-5B7B0600D966}" destId="{FE227F78-572E-427A-9EB3-3D7975F0E3F1}" srcOrd="1" destOrd="0" presId="urn:microsoft.com/office/officeart/2008/layout/LinedList"/>
    <dgm:cxn modelId="{AFBF3CC1-B8BE-4467-B3D7-C1D3DBA9DA65}" type="presParOf" srcId="{42A54D21-FDFB-40E2-817D-9E1E3CCADC19}" destId="{6294F783-519E-4FC3-B66A-8DD4930BC9CB}" srcOrd="4" destOrd="0" presId="urn:microsoft.com/office/officeart/2008/layout/LinedList"/>
    <dgm:cxn modelId="{9A306EC5-7E11-4CBC-A0F4-D29C41123E7E}" type="presParOf" srcId="{42A54D21-FDFB-40E2-817D-9E1E3CCADC19}" destId="{4A13819E-DD1E-4C3B-BAC3-5EE4C7B893E7}" srcOrd="5" destOrd="0" presId="urn:microsoft.com/office/officeart/2008/layout/LinedList"/>
    <dgm:cxn modelId="{E4F99D97-7584-4991-9BBC-BB1D1ADD0548}" type="presParOf" srcId="{4A13819E-DD1E-4C3B-BAC3-5EE4C7B893E7}" destId="{A592C8DC-954F-4DE2-A12B-6D1CA21D1C0F}" srcOrd="0" destOrd="0" presId="urn:microsoft.com/office/officeart/2008/layout/LinedList"/>
    <dgm:cxn modelId="{B2146174-FE28-4762-8CDB-E770079B1758}" type="presParOf" srcId="{4A13819E-DD1E-4C3B-BAC3-5EE4C7B893E7}" destId="{A7A5FCF9-A868-466D-BBC2-9B651C6D2E97}" srcOrd="1" destOrd="0" presId="urn:microsoft.com/office/officeart/2008/layout/LinedList"/>
    <dgm:cxn modelId="{9CAB70D3-CF5A-472C-9089-91D89E0B5992}" type="presParOf" srcId="{42A54D21-FDFB-40E2-817D-9E1E3CCADC19}" destId="{919589FC-3795-471D-A649-E989E41AC951}" srcOrd="6" destOrd="0" presId="urn:microsoft.com/office/officeart/2008/layout/LinedList"/>
    <dgm:cxn modelId="{F6E66C06-818D-4F10-B13A-5660B1320B4B}" type="presParOf" srcId="{42A54D21-FDFB-40E2-817D-9E1E3CCADC19}" destId="{7BDDE98A-B314-4E8A-95F8-9193AE298724}" srcOrd="7" destOrd="0" presId="urn:microsoft.com/office/officeart/2008/layout/LinedList"/>
    <dgm:cxn modelId="{7CC41A61-56B0-43D4-9419-B5AFFF725A73}" type="presParOf" srcId="{7BDDE98A-B314-4E8A-95F8-9193AE298724}" destId="{1E096FE8-E9E0-40FA-BA36-10579C1E0775}" srcOrd="0" destOrd="0" presId="urn:microsoft.com/office/officeart/2008/layout/LinedList"/>
    <dgm:cxn modelId="{C299FFC3-A0B8-48DD-BA3B-7785D52A76B5}" type="presParOf" srcId="{7BDDE98A-B314-4E8A-95F8-9193AE298724}" destId="{9C829924-A58F-4B4A-99B8-F1F29815F73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044E86-F77C-4039-B6B8-EA710CDC5EA1}"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011759B1-E3E9-4DEA-BBB0-7EEFCF9C3120}">
      <dgm:prSet custT="1"/>
      <dgm:spPr/>
      <dgm:t>
        <a:bodyPr/>
        <a:lstStyle/>
        <a:p>
          <a:pPr algn="just"/>
          <a:r>
            <a:rPr lang="en-US" sz="2000" b="1" i="0">
              <a:solidFill>
                <a:schemeClr val="tx1"/>
              </a:solidFill>
              <a:latin typeface="Times New Roman" panose="02020603050405020304" pitchFamily="18" charset="0"/>
              <a:cs typeface="Times New Roman" panose="02020603050405020304" pitchFamily="18" charset="0"/>
            </a:rPr>
            <a:t>4. Deleted files</a:t>
          </a:r>
          <a:r>
            <a:rPr lang="en-US" sz="2000" b="0" i="0">
              <a:solidFill>
                <a:schemeClr val="tx1"/>
              </a:solidFill>
              <a:latin typeface="Times New Roman" panose="02020603050405020304" pitchFamily="18" charset="0"/>
              <a:cs typeface="Times New Roman" panose="02020603050405020304" pitchFamily="18" charset="0"/>
            </a:rPr>
            <a:t> </a:t>
          </a:r>
          <a:r>
            <a:rPr lang="en-US" sz="2000" b="1" i="0">
              <a:solidFill>
                <a:schemeClr val="tx1"/>
              </a:solidFill>
              <a:latin typeface="Times New Roman" panose="02020603050405020304" pitchFamily="18" charset="0"/>
              <a:cs typeface="Times New Roman" panose="02020603050405020304" pitchFamily="18" charset="0"/>
            </a:rPr>
            <a:t>recovery</a:t>
          </a:r>
          <a:r>
            <a:rPr lang="en-US" sz="2000" b="0" i="0">
              <a:solidFill>
                <a:schemeClr val="tx1"/>
              </a:solidFill>
              <a:latin typeface="Times New Roman" panose="02020603050405020304" pitchFamily="18" charset="0"/>
              <a:cs typeface="Times New Roman" panose="02020603050405020304" pitchFamily="18" charset="0"/>
            </a:rPr>
            <a:t>: The files deleted by the user on the computer can be recovered by forensic experts. The files are not deleted permanently by the computer and forensic experts know how to recover the deleted files.</a:t>
          </a:r>
          <a:endParaRPr lang="en-US" sz="2000">
            <a:solidFill>
              <a:schemeClr val="tx1"/>
            </a:solidFill>
            <a:latin typeface="Times New Roman" panose="02020603050405020304" pitchFamily="18" charset="0"/>
            <a:cs typeface="Times New Roman" panose="02020603050405020304" pitchFamily="18" charset="0"/>
          </a:endParaRPr>
        </a:p>
      </dgm:t>
    </dgm:pt>
    <dgm:pt modelId="{FFA1521D-2EBA-422B-89D2-43A5D2915F62}" type="parTrans" cxnId="{BACA1FF5-AD54-4670-8F3D-33558FC6061A}">
      <dgm:prSet/>
      <dgm:spPr/>
      <dgm:t>
        <a:bodyPr/>
        <a:lstStyle/>
        <a:p>
          <a:pPr algn="just"/>
          <a:endParaRPr lang="en-US" sz="1800">
            <a:solidFill>
              <a:schemeClr val="tx1"/>
            </a:solidFill>
            <a:latin typeface="Times New Roman" panose="02020603050405020304" pitchFamily="18" charset="0"/>
            <a:cs typeface="Times New Roman" panose="02020603050405020304" pitchFamily="18" charset="0"/>
          </a:endParaRPr>
        </a:p>
      </dgm:t>
    </dgm:pt>
    <dgm:pt modelId="{4F036CCA-5EE7-44AA-94E1-A1145DEF3C75}" type="sibTrans" cxnId="{BACA1FF5-AD54-4670-8F3D-33558FC6061A}">
      <dgm:prSet/>
      <dgm:spPr/>
      <dgm:t>
        <a:bodyPr/>
        <a:lstStyle/>
        <a:p>
          <a:pPr algn="just"/>
          <a:endParaRPr lang="en-US" sz="1800">
            <a:solidFill>
              <a:schemeClr val="tx1"/>
            </a:solidFill>
            <a:latin typeface="Times New Roman" panose="02020603050405020304" pitchFamily="18" charset="0"/>
            <a:cs typeface="Times New Roman" panose="02020603050405020304" pitchFamily="18" charset="0"/>
          </a:endParaRPr>
        </a:p>
      </dgm:t>
    </dgm:pt>
    <dgm:pt modelId="{85D7F1EB-85A0-4C84-88B4-769ECE0DF4EC}">
      <dgm:prSet custT="1"/>
      <dgm:spPr/>
      <dgm:t>
        <a:bodyPr/>
        <a:lstStyle/>
        <a:p>
          <a:pPr algn="just"/>
          <a:r>
            <a:rPr lang="en-US" sz="2000" b="1" i="0">
              <a:solidFill>
                <a:schemeClr val="tx1"/>
              </a:solidFill>
              <a:latin typeface="Times New Roman" panose="02020603050405020304" pitchFamily="18" charset="0"/>
              <a:cs typeface="Times New Roman" panose="02020603050405020304" pitchFamily="18" charset="0"/>
            </a:rPr>
            <a:t>5. Finding data in free</a:t>
          </a:r>
          <a:r>
            <a:rPr lang="en-US" sz="2000" b="0" i="0">
              <a:solidFill>
                <a:schemeClr val="tx1"/>
              </a:solidFill>
              <a:latin typeface="Times New Roman" panose="02020603050405020304" pitchFamily="18" charset="0"/>
              <a:cs typeface="Times New Roman" panose="02020603050405020304" pitchFamily="18" charset="0"/>
            </a:rPr>
            <a:t> </a:t>
          </a:r>
          <a:r>
            <a:rPr lang="en-US" sz="2000" b="1" i="0">
              <a:solidFill>
                <a:schemeClr val="tx1"/>
              </a:solidFill>
              <a:latin typeface="Times New Roman" panose="02020603050405020304" pitchFamily="18" charset="0"/>
              <a:cs typeface="Times New Roman" panose="02020603050405020304" pitchFamily="18" charset="0"/>
            </a:rPr>
            <a:t>space</a:t>
          </a:r>
          <a:r>
            <a:rPr lang="en-US" sz="2000" b="0" i="0">
              <a:solidFill>
                <a:schemeClr val="tx1"/>
              </a:solidFill>
              <a:latin typeface="Times New Roman" panose="02020603050405020304" pitchFamily="18" charset="0"/>
              <a:cs typeface="Times New Roman" panose="02020603050405020304" pitchFamily="18" charset="0"/>
            </a:rPr>
            <a:t>: The operating system sees the free space in the hard drive as space available to store the new files and folders but temporary files and files that were deleted years ago are stored here until the time new data is written into the free space. Forensic experts search through this free space to recreate those files.</a:t>
          </a:r>
          <a:endParaRPr lang="en-US" sz="2000">
            <a:solidFill>
              <a:schemeClr val="tx1"/>
            </a:solidFill>
            <a:latin typeface="Times New Roman" panose="02020603050405020304" pitchFamily="18" charset="0"/>
            <a:cs typeface="Times New Roman" panose="02020603050405020304" pitchFamily="18" charset="0"/>
          </a:endParaRPr>
        </a:p>
      </dgm:t>
    </dgm:pt>
    <dgm:pt modelId="{85A60A21-B597-4F79-ACCE-97B7A3FCC4B7}" type="parTrans" cxnId="{439594F6-6A9A-4143-A476-518335967C39}">
      <dgm:prSet/>
      <dgm:spPr/>
      <dgm:t>
        <a:bodyPr/>
        <a:lstStyle/>
        <a:p>
          <a:pPr algn="just"/>
          <a:endParaRPr lang="en-US" sz="1800">
            <a:solidFill>
              <a:schemeClr val="tx1"/>
            </a:solidFill>
            <a:latin typeface="Times New Roman" panose="02020603050405020304" pitchFamily="18" charset="0"/>
            <a:cs typeface="Times New Roman" panose="02020603050405020304" pitchFamily="18" charset="0"/>
          </a:endParaRPr>
        </a:p>
      </dgm:t>
    </dgm:pt>
    <dgm:pt modelId="{D9B559B5-412D-4FD8-9227-CA7B383D0FBE}" type="sibTrans" cxnId="{439594F6-6A9A-4143-A476-518335967C39}">
      <dgm:prSet/>
      <dgm:spPr/>
      <dgm:t>
        <a:bodyPr/>
        <a:lstStyle/>
        <a:p>
          <a:pPr algn="just"/>
          <a:endParaRPr lang="en-US" sz="1800">
            <a:solidFill>
              <a:schemeClr val="tx1"/>
            </a:solidFill>
            <a:latin typeface="Times New Roman" panose="02020603050405020304" pitchFamily="18" charset="0"/>
            <a:cs typeface="Times New Roman" panose="02020603050405020304" pitchFamily="18" charset="0"/>
          </a:endParaRPr>
        </a:p>
      </dgm:t>
    </dgm:pt>
    <dgm:pt modelId="{B522005B-60C6-4030-8D0B-AD9DDE7ACE27}">
      <dgm:prSet custT="1"/>
      <dgm:spPr/>
      <dgm:t>
        <a:bodyPr/>
        <a:lstStyle/>
        <a:p>
          <a:pPr algn="just"/>
          <a:r>
            <a:rPr lang="en-US" sz="2000" b="1" i="0">
              <a:solidFill>
                <a:schemeClr val="tx1"/>
              </a:solidFill>
              <a:latin typeface="Times New Roman" panose="02020603050405020304" pitchFamily="18" charset="0"/>
              <a:cs typeface="Times New Roman" panose="02020603050405020304" pitchFamily="18" charset="0"/>
            </a:rPr>
            <a:t>6. Performing keyword</a:t>
          </a:r>
          <a:r>
            <a:rPr lang="en-US" sz="2000" b="0" i="0">
              <a:solidFill>
                <a:schemeClr val="tx1"/>
              </a:solidFill>
              <a:latin typeface="Times New Roman" panose="02020603050405020304" pitchFamily="18" charset="0"/>
              <a:cs typeface="Times New Roman" panose="02020603050405020304" pitchFamily="18" charset="0"/>
            </a:rPr>
            <a:t> </a:t>
          </a:r>
          <a:r>
            <a:rPr lang="en-US" sz="2000" b="1" i="0">
              <a:solidFill>
                <a:schemeClr val="tx1"/>
              </a:solidFill>
              <a:latin typeface="Times New Roman" panose="02020603050405020304" pitchFamily="18" charset="0"/>
              <a:cs typeface="Times New Roman" panose="02020603050405020304" pitchFamily="18" charset="0"/>
            </a:rPr>
            <a:t>search</a:t>
          </a:r>
          <a:r>
            <a:rPr lang="en-US" sz="2000" b="0" i="0">
              <a:solidFill>
                <a:schemeClr val="tx1"/>
              </a:solidFill>
              <a:latin typeface="Times New Roman" panose="02020603050405020304" pitchFamily="18" charset="0"/>
              <a:cs typeface="Times New Roman" panose="02020603050405020304" pitchFamily="18" charset="0"/>
            </a:rPr>
            <a:t>: Forensic experts make use of software that can go through the entire data for the given keywords and output the relevant data.</a:t>
          </a:r>
          <a:endParaRPr lang="en-US" sz="2000">
            <a:solidFill>
              <a:schemeClr val="tx1"/>
            </a:solidFill>
            <a:latin typeface="Times New Roman" panose="02020603050405020304" pitchFamily="18" charset="0"/>
            <a:cs typeface="Times New Roman" panose="02020603050405020304" pitchFamily="18" charset="0"/>
          </a:endParaRPr>
        </a:p>
      </dgm:t>
    </dgm:pt>
    <dgm:pt modelId="{679D5DCE-D81C-492A-89BD-6645E65449AC}" type="parTrans" cxnId="{06F8185E-8405-466E-BF68-FA2510134D95}">
      <dgm:prSet/>
      <dgm:spPr/>
      <dgm:t>
        <a:bodyPr/>
        <a:lstStyle/>
        <a:p>
          <a:pPr algn="just"/>
          <a:endParaRPr lang="en-US" sz="1800">
            <a:solidFill>
              <a:schemeClr val="tx1"/>
            </a:solidFill>
            <a:latin typeface="Times New Roman" panose="02020603050405020304" pitchFamily="18" charset="0"/>
            <a:cs typeface="Times New Roman" panose="02020603050405020304" pitchFamily="18" charset="0"/>
          </a:endParaRPr>
        </a:p>
      </dgm:t>
    </dgm:pt>
    <dgm:pt modelId="{05378546-2853-4255-B281-9010BD7FAD0E}" type="sibTrans" cxnId="{06F8185E-8405-466E-BF68-FA2510134D95}">
      <dgm:prSet/>
      <dgm:spPr/>
      <dgm:t>
        <a:bodyPr/>
        <a:lstStyle/>
        <a:p>
          <a:pPr algn="just"/>
          <a:endParaRPr lang="en-US" sz="1800">
            <a:solidFill>
              <a:schemeClr val="tx1"/>
            </a:solidFill>
            <a:latin typeface="Times New Roman" panose="02020603050405020304" pitchFamily="18" charset="0"/>
            <a:cs typeface="Times New Roman" panose="02020603050405020304" pitchFamily="18" charset="0"/>
          </a:endParaRPr>
        </a:p>
      </dgm:t>
    </dgm:pt>
    <dgm:pt modelId="{1DB448FC-B202-42E9-B999-D47AE3C5583C}">
      <dgm:prSet custT="1"/>
      <dgm:spPr/>
      <dgm:t>
        <a:bodyPr/>
        <a:lstStyle/>
        <a:p>
          <a:pPr algn="just"/>
          <a:r>
            <a:rPr lang="en-US" sz="2000" b="1" i="0">
              <a:solidFill>
                <a:schemeClr val="tx1"/>
              </a:solidFill>
              <a:latin typeface="Times New Roman" panose="02020603050405020304" pitchFamily="18" charset="0"/>
              <a:cs typeface="Times New Roman" panose="02020603050405020304" pitchFamily="18" charset="0"/>
            </a:rPr>
            <a:t>7. The technical</a:t>
          </a:r>
          <a:r>
            <a:rPr lang="en-US" sz="2000" b="0" i="0">
              <a:solidFill>
                <a:schemeClr val="tx1"/>
              </a:solidFill>
              <a:latin typeface="Times New Roman" panose="02020603050405020304" pitchFamily="18" charset="0"/>
              <a:cs typeface="Times New Roman" panose="02020603050405020304" pitchFamily="18" charset="0"/>
            </a:rPr>
            <a:t> </a:t>
          </a:r>
          <a:r>
            <a:rPr lang="en-US" sz="2000" b="1" i="0">
              <a:solidFill>
                <a:schemeClr val="tx1"/>
              </a:solidFill>
              <a:latin typeface="Times New Roman" panose="02020603050405020304" pitchFamily="18" charset="0"/>
              <a:cs typeface="Times New Roman" panose="02020603050405020304" pitchFamily="18" charset="0"/>
            </a:rPr>
            <a:t>report</a:t>
          </a:r>
          <a:r>
            <a:rPr lang="en-US" sz="2000" b="0" i="0">
              <a:solidFill>
                <a:schemeClr val="tx1"/>
              </a:solidFill>
              <a:latin typeface="Times New Roman" panose="02020603050405020304" pitchFamily="18" charset="0"/>
              <a:cs typeface="Times New Roman" panose="02020603050405020304" pitchFamily="18" charset="0"/>
            </a:rPr>
            <a:t>: The technical report must be an easy to understand document for anyone irrespective of the background. It should mainly focus on what is the offense, who is the offender and how did he commit the crime along with all the technicalities.</a:t>
          </a:r>
          <a:endParaRPr lang="en-US" sz="2000">
            <a:solidFill>
              <a:schemeClr val="tx1"/>
            </a:solidFill>
            <a:latin typeface="Times New Roman" panose="02020603050405020304" pitchFamily="18" charset="0"/>
            <a:cs typeface="Times New Roman" panose="02020603050405020304" pitchFamily="18" charset="0"/>
          </a:endParaRPr>
        </a:p>
      </dgm:t>
    </dgm:pt>
    <dgm:pt modelId="{B3A3431D-075F-494B-BDDE-E08A3C66F91B}" type="parTrans" cxnId="{6A478CAB-11E2-48CA-9312-270A0E1B6365}">
      <dgm:prSet/>
      <dgm:spPr/>
      <dgm:t>
        <a:bodyPr/>
        <a:lstStyle/>
        <a:p>
          <a:pPr algn="just"/>
          <a:endParaRPr lang="en-US" sz="1800">
            <a:solidFill>
              <a:schemeClr val="tx1"/>
            </a:solidFill>
            <a:latin typeface="Times New Roman" panose="02020603050405020304" pitchFamily="18" charset="0"/>
            <a:cs typeface="Times New Roman" panose="02020603050405020304" pitchFamily="18" charset="0"/>
          </a:endParaRPr>
        </a:p>
      </dgm:t>
    </dgm:pt>
    <dgm:pt modelId="{5EC770AB-40CD-45A9-AE65-314762A81C31}" type="sibTrans" cxnId="{6A478CAB-11E2-48CA-9312-270A0E1B6365}">
      <dgm:prSet/>
      <dgm:spPr/>
      <dgm:t>
        <a:bodyPr/>
        <a:lstStyle/>
        <a:p>
          <a:pPr algn="just"/>
          <a:endParaRPr lang="en-US" sz="1800">
            <a:solidFill>
              <a:schemeClr val="tx1"/>
            </a:solidFill>
            <a:latin typeface="Times New Roman" panose="02020603050405020304" pitchFamily="18" charset="0"/>
            <a:cs typeface="Times New Roman" panose="02020603050405020304" pitchFamily="18" charset="0"/>
          </a:endParaRPr>
        </a:p>
      </dgm:t>
    </dgm:pt>
    <dgm:pt modelId="{89DEBE0F-5532-4B8C-988C-24F67F490C34}" type="pres">
      <dgm:prSet presAssocID="{7B044E86-F77C-4039-B6B8-EA710CDC5EA1}" presName="vert0" presStyleCnt="0">
        <dgm:presLayoutVars>
          <dgm:dir/>
          <dgm:animOne val="branch"/>
          <dgm:animLvl val="lvl"/>
        </dgm:presLayoutVars>
      </dgm:prSet>
      <dgm:spPr/>
    </dgm:pt>
    <dgm:pt modelId="{819343B3-BF0B-4DAD-B048-47ADD3ADCF1C}" type="pres">
      <dgm:prSet presAssocID="{011759B1-E3E9-4DEA-BBB0-7EEFCF9C3120}" presName="thickLine" presStyleLbl="alignNode1" presStyleIdx="0" presStyleCnt="4"/>
      <dgm:spPr/>
    </dgm:pt>
    <dgm:pt modelId="{EEC4DD4B-F7F3-4567-AC4A-1C069E2666B1}" type="pres">
      <dgm:prSet presAssocID="{011759B1-E3E9-4DEA-BBB0-7EEFCF9C3120}" presName="horz1" presStyleCnt="0"/>
      <dgm:spPr/>
    </dgm:pt>
    <dgm:pt modelId="{73A9BD57-19A8-49E6-867D-FA56C10A0A62}" type="pres">
      <dgm:prSet presAssocID="{011759B1-E3E9-4DEA-BBB0-7EEFCF9C3120}" presName="tx1" presStyleLbl="revTx" presStyleIdx="0" presStyleCnt="4"/>
      <dgm:spPr/>
    </dgm:pt>
    <dgm:pt modelId="{B919422E-9DA6-4CC6-BE5D-A29F8A59DB20}" type="pres">
      <dgm:prSet presAssocID="{011759B1-E3E9-4DEA-BBB0-7EEFCF9C3120}" presName="vert1" presStyleCnt="0"/>
      <dgm:spPr/>
    </dgm:pt>
    <dgm:pt modelId="{C607A0A4-0375-4FF1-9C0E-410CC7FBB1F9}" type="pres">
      <dgm:prSet presAssocID="{85D7F1EB-85A0-4C84-88B4-769ECE0DF4EC}" presName="thickLine" presStyleLbl="alignNode1" presStyleIdx="1" presStyleCnt="4"/>
      <dgm:spPr/>
    </dgm:pt>
    <dgm:pt modelId="{2819AB9A-936D-43D6-B1D8-12755D67860F}" type="pres">
      <dgm:prSet presAssocID="{85D7F1EB-85A0-4C84-88B4-769ECE0DF4EC}" presName="horz1" presStyleCnt="0"/>
      <dgm:spPr/>
    </dgm:pt>
    <dgm:pt modelId="{1C16BE4C-8C98-4B47-9CC6-BA948DF9E754}" type="pres">
      <dgm:prSet presAssocID="{85D7F1EB-85A0-4C84-88B4-769ECE0DF4EC}" presName="tx1" presStyleLbl="revTx" presStyleIdx="1" presStyleCnt="4"/>
      <dgm:spPr/>
    </dgm:pt>
    <dgm:pt modelId="{8346015C-1E7C-4A0F-A3D1-863DAF31B296}" type="pres">
      <dgm:prSet presAssocID="{85D7F1EB-85A0-4C84-88B4-769ECE0DF4EC}" presName="vert1" presStyleCnt="0"/>
      <dgm:spPr/>
    </dgm:pt>
    <dgm:pt modelId="{ADD0D43B-3034-471C-8F99-8D78B335FB13}" type="pres">
      <dgm:prSet presAssocID="{B522005B-60C6-4030-8D0B-AD9DDE7ACE27}" presName="thickLine" presStyleLbl="alignNode1" presStyleIdx="2" presStyleCnt="4"/>
      <dgm:spPr/>
    </dgm:pt>
    <dgm:pt modelId="{6D15F620-1542-4BA4-B722-70510305CBBD}" type="pres">
      <dgm:prSet presAssocID="{B522005B-60C6-4030-8D0B-AD9DDE7ACE27}" presName="horz1" presStyleCnt="0"/>
      <dgm:spPr/>
    </dgm:pt>
    <dgm:pt modelId="{DD054320-B60F-403B-B8C8-3F1E8D3E4EFF}" type="pres">
      <dgm:prSet presAssocID="{B522005B-60C6-4030-8D0B-AD9DDE7ACE27}" presName="tx1" presStyleLbl="revTx" presStyleIdx="2" presStyleCnt="4"/>
      <dgm:spPr/>
    </dgm:pt>
    <dgm:pt modelId="{74131026-8EA5-4530-8E9B-2D2D768CFB30}" type="pres">
      <dgm:prSet presAssocID="{B522005B-60C6-4030-8D0B-AD9DDE7ACE27}" presName="vert1" presStyleCnt="0"/>
      <dgm:spPr/>
    </dgm:pt>
    <dgm:pt modelId="{20D77E50-F589-4FD0-A693-93ECFA2C1CCA}" type="pres">
      <dgm:prSet presAssocID="{1DB448FC-B202-42E9-B999-D47AE3C5583C}" presName="thickLine" presStyleLbl="alignNode1" presStyleIdx="3" presStyleCnt="4"/>
      <dgm:spPr/>
    </dgm:pt>
    <dgm:pt modelId="{DB780F08-28AE-4DA8-A094-A24F917033BB}" type="pres">
      <dgm:prSet presAssocID="{1DB448FC-B202-42E9-B999-D47AE3C5583C}" presName="horz1" presStyleCnt="0"/>
      <dgm:spPr/>
    </dgm:pt>
    <dgm:pt modelId="{59ED4739-FB85-434B-B9DC-B5892B7E80AE}" type="pres">
      <dgm:prSet presAssocID="{1DB448FC-B202-42E9-B999-D47AE3C5583C}" presName="tx1" presStyleLbl="revTx" presStyleIdx="3" presStyleCnt="4"/>
      <dgm:spPr/>
    </dgm:pt>
    <dgm:pt modelId="{4FBE4E2F-2115-4446-8E47-23B6A0DE0CD9}" type="pres">
      <dgm:prSet presAssocID="{1DB448FC-B202-42E9-B999-D47AE3C5583C}" presName="vert1" presStyleCnt="0"/>
      <dgm:spPr/>
    </dgm:pt>
  </dgm:ptLst>
  <dgm:cxnLst>
    <dgm:cxn modelId="{06F8185E-8405-466E-BF68-FA2510134D95}" srcId="{7B044E86-F77C-4039-B6B8-EA710CDC5EA1}" destId="{B522005B-60C6-4030-8D0B-AD9DDE7ACE27}" srcOrd="2" destOrd="0" parTransId="{679D5DCE-D81C-492A-89BD-6645E65449AC}" sibTransId="{05378546-2853-4255-B281-9010BD7FAD0E}"/>
    <dgm:cxn modelId="{90C1026B-0A83-4763-94BE-DA6585763E80}" type="presOf" srcId="{7B044E86-F77C-4039-B6B8-EA710CDC5EA1}" destId="{89DEBE0F-5532-4B8C-988C-24F67F490C34}" srcOrd="0" destOrd="0" presId="urn:microsoft.com/office/officeart/2008/layout/LinedList"/>
    <dgm:cxn modelId="{F5401096-1461-4ADD-A7E1-D7232AA24E1B}" type="presOf" srcId="{011759B1-E3E9-4DEA-BBB0-7EEFCF9C3120}" destId="{73A9BD57-19A8-49E6-867D-FA56C10A0A62}" srcOrd="0" destOrd="0" presId="urn:microsoft.com/office/officeart/2008/layout/LinedList"/>
    <dgm:cxn modelId="{6A478CAB-11E2-48CA-9312-270A0E1B6365}" srcId="{7B044E86-F77C-4039-B6B8-EA710CDC5EA1}" destId="{1DB448FC-B202-42E9-B999-D47AE3C5583C}" srcOrd="3" destOrd="0" parTransId="{B3A3431D-075F-494B-BDDE-E08A3C66F91B}" sibTransId="{5EC770AB-40CD-45A9-AE65-314762A81C31}"/>
    <dgm:cxn modelId="{8883A7C5-DE39-4C4C-8D61-14FDA4D7BD60}" type="presOf" srcId="{85D7F1EB-85A0-4C84-88B4-769ECE0DF4EC}" destId="{1C16BE4C-8C98-4B47-9CC6-BA948DF9E754}" srcOrd="0" destOrd="0" presId="urn:microsoft.com/office/officeart/2008/layout/LinedList"/>
    <dgm:cxn modelId="{8A4FDDE7-97B6-4C75-91F0-A17D18B5F437}" type="presOf" srcId="{B522005B-60C6-4030-8D0B-AD9DDE7ACE27}" destId="{DD054320-B60F-403B-B8C8-3F1E8D3E4EFF}" srcOrd="0" destOrd="0" presId="urn:microsoft.com/office/officeart/2008/layout/LinedList"/>
    <dgm:cxn modelId="{BACA1FF5-AD54-4670-8F3D-33558FC6061A}" srcId="{7B044E86-F77C-4039-B6B8-EA710CDC5EA1}" destId="{011759B1-E3E9-4DEA-BBB0-7EEFCF9C3120}" srcOrd="0" destOrd="0" parTransId="{FFA1521D-2EBA-422B-89D2-43A5D2915F62}" sibTransId="{4F036CCA-5EE7-44AA-94E1-A1145DEF3C75}"/>
    <dgm:cxn modelId="{439594F6-6A9A-4143-A476-518335967C39}" srcId="{7B044E86-F77C-4039-B6B8-EA710CDC5EA1}" destId="{85D7F1EB-85A0-4C84-88B4-769ECE0DF4EC}" srcOrd="1" destOrd="0" parTransId="{85A60A21-B597-4F79-ACCE-97B7A3FCC4B7}" sibTransId="{D9B559B5-412D-4FD8-9227-CA7B383D0FBE}"/>
    <dgm:cxn modelId="{6F4756FD-E0E3-4EC9-897D-A65EBC67B602}" type="presOf" srcId="{1DB448FC-B202-42E9-B999-D47AE3C5583C}" destId="{59ED4739-FB85-434B-B9DC-B5892B7E80AE}" srcOrd="0" destOrd="0" presId="urn:microsoft.com/office/officeart/2008/layout/LinedList"/>
    <dgm:cxn modelId="{07281AB4-1555-4561-8046-41E9FCD41AB1}" type="presParOf" srcId="{89DEBE0F-5532-4B8C-988C-24F67F490C34}" destId="{819343B3-BF0B-4DAD-B048-47ADD3ADCF1C}" srcOrd="0" destOrd="0" presId="urn:microsoft.com/office/officeart/2008/layout/LinedList"/>
    <dgm:cxn modelId="{CF037FC3-E757-4E89-B429-6680765BF259}" type="presParOf" srcId="{89DEBE0F-5532-4B8C-988C-24F67F490C34}" destId="{EEC4DD4B-F7F3-4567-AC4A-1C069E2666B1}" srcOrd="1" destOrd="0" presId="urn:microsoft.com/office/officeart/2008/layout/LinedList"/>
    <dgm:cxn modelId="{A2B3F63E-7FB5-4B4F-B269-D487561FCCBE}" type="presParOf" srcId="{EEC4DD4B-F7F3-4567-AC4A-1C069E2666B1}" destId="{73A9BD57-19A8-49E6-867D-FA56C10A0A62}" srcOrd="0" destOrd="0" presId="urn:microsoft.com/office/officeart/2008/layout/LinedList"/>
    <dgm:cxn modelId="{6E034D3B-C912-4D43-BDEC-0B1F42964DD7}" type="presParOf" srcId="{EEC4DD4B-F7F3-4567-AC4A-1C069E2666B1}" destId="{B919422E-9DA6-4CC6-BE5D-A29F8A59DB20}" srcOrd="1" destOrd="0" presId="urn:microsoft.com/office/officeart/2008/layout/LinedList"/>
    <dgm:cxn modelId="{7D5C5E81-A2E0-43C8-89A2-2E0130557627}" type="presParOf" srcId="{89DEBE0F-5532-4B8C-988C-24F67F490C34}" destId="{C607A0A4-0375-4FF1-9C0E-410CC7FBB1F9}" srcOrd="2" destOrd="0" presId="urn:microsoft.com/office/officeart/2008/layout/LinedList"/>
    <dgm:cxn modelId="{88367EED-7562-483A-9462-CECE0F46346A}" type="presParOf" srcId="{89DEBE0F-5532-4B8C-988C-24F67F490C34}" destId="{2819AB9A-936D-43D6-B1D8-12755D67860F}" srcOrd="3" destOrd="0" presId="urn:microsoft.com/office/officeart/2008/layout/LinedList"/>
    <dgm:cxn modelId="{6BFFC892-AE4E-488A-8B50-417AE1B98FB0}" type="presParOf" srcId="{2819AB9A-936D-43D6-B1D8-12755D67860F}" destId="{1C16BE4C-8C98-4B47-9CC6-BA948DF9E754}" srcOrd="0" destOrd="0" presId="urn:microsoft.com/office/officeart/2008/layout/LinedList"/>
    <dgm:cxn modelId="{AA34ECEE-BA65-4FA7-9563-52B37AA7F93E}" type="presParOf" srcId="{2819AB9A-936D-43D6-B1D8-12755D67860F}" destId="{8346015C-1E7C-4A0F-A3D1-863DAF31B296}" srcOrd="1" destOrd="0" presId="urn:microsoft.com/office/officeart/2008/layout/LinedList"/>
    <dgm:cxn modelId="{668E8C86-4EFE-4B32-B835-58B947109A42}" type="presParOf" srcId="{89DEBE0F-5532-4B8C-988C-24F67F490C34}" destId="{ADD0D43B-3034-471C-8F99-8D78B335FB13}" srcOrd="4" destOrd="0" presId="urn:microsoft.com/office/officeart/2008/layout/LinedList"/>
    <dgm:cxn modelId="{D41B278F-CCEB-456D-B609-A0C8D9270029}" type="presParOf" srcId="{89DEBE0F-5532-4B8C-988C-24F67F490C34}" destId="{6D15F620-1542-4BA4-B722-70510305CBBD}" srcOrd="5" destOrd="0" presId="urn:microsoft.com/office/officeart/2008/layout/LinedList"/>
    <dgm:cxn modelId="{5D331A1F-6977-4AA5-AE59-EEC22C4F70F7}" type="presParOf" srcId="{6D15F620-1542-4BA4-B722-70510305CBBD}" destId="{DD054320-B60F-403B-B8C8-3F1E8D3E4EFF}" srcOrd="0" destOrd="0" presId="urn:microsoft.com/office/officeart/2008/layout/LinedList"/>
    <dgm:cxn modelId="{93DA2351-5AA1-4C28-AFB1-3844E9BBA829}" type="presParOf" srcId="{6D15F620-1542-4BA4-B722-70510305CBBD}" destId="{74131026-8EA5-4530-8E9B-2D2D768CFB30}" srcOrd="1" destOrd="0" presId="urn:microsoft.com/office/officeart/2008/layout/LinedList"/>
    <dgm:cxn modelId="{EB60E74F-363C-4472-A73D-AD45A863CC8E}" type="presParOf" srcId="{89DEBE0F-5532-4B8C-988C-24F67F490C34}" destId="{20D77E50-F589-4FD0-A693-93ECFA2C1CCA}" srcOrd="6" destOrd="0" presId="urn:microsoft.com/office/officeart/2008/layout/LinedList"/>
    <dgm:cxn modelId="{280905E8-977B-43D1-80F6-1C86F72C16C5}" type="presParOf" srcId="{89DEBE0F-5532-4B8C-988C-24F67F490C34}" destId="{DB780F08-28AE-4DA8-A094-A24F917033BB}" srcOrd="7" destOrd="0" presId="urn:microsoft.com/office/officeart/2008/layout/LinedList"/>
    <dgm:cxn modelId="{DE230BBE-B778-43D9-A1F8-04CD01286665}" type="presParOf" srcId="{DB780F08-28AE-4DA8-A094-A24F917033BB}" destId="{59ED4739-FB85-434B-B9DC-B5892B7E80AE}" srcOrd="0" destOrd="0" presId="urn:microsoft.com/office/officeart/2008/layout/LinedList"/>
    <dgm:cxn modelId="{EF420A1F-4CC8-4BF0-9FE7-E66CB94DB6DB}" type="presParOf" srcId="{DB780F08-28AE-4DA8-A094-A24F917033BB}" destId="{4FBE4E2F-2115-4446-8E47-23B6A0DE0CD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CEB3A4-0237-4336-8E42-B3C1CB1C31E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C759CB3-D2B1-436D-B076-7069CB3CB3B2}">
      <dgm:prSet custT="1"/>
      <dgm:spPr/>
      <dgm:t>
        <a:bodyPr/>
        <a:lstStyle/>
        <a:p>
          <a:pPr algn="just"/>
          <a:r>
            <a:rPr lang="en-US" sz="2400" b="0" i="0"/>
            <a:t>Below are some of the advantages given.</a:t>
          </a:r>
          <a:endParaRPr lang="en-US" sz="2400"/>
        </a:p>
      </dgm:t>
    </dgm:pt>
    <dgm:pt modelId="{1B117241-ABDC-40A3-AF8A-6BDF40D704FD}" type="parTrans" cxnId="{C6A86D52-0C6E-4CB0-ABFA-A8AF3FF59848}">
      <dgm:prSet/>
      <dgm:spPr/>
      <dgm:t>
        <a:bodyPr/>
        <a:lstStyle/>
        <a:p>
          <a:pPr algn="just"/>
          <a:endParaRPr lang="en-US" sz="2000"/>
        </a:p>
      </dgm:t>
    </dgm:pt>
    <dgm:pt modelId="{BA5D55E0-5A6B-430A-A412-F1A69375389F}" type="sibTrans" cxnId="{C6A86D52-0C6E-4CB0-ABFA-A8AF3FF59848}">
      <dgm:prSet/>
      <dgm:spPr/>
      <dgm:t>
        <a:bodyPr/>
        <a:lstStyle/>
        <a:p>
          <a:pPr algn="just"/>
          <a:endParaRPr lang="en-US" sz="2000"/>
        </a:p>
      </dgm:t>
    </dgm:pt>
    <dgm:pt modelId="{04216AEA-D093-42C8-B8CA-31EE663D7F30}">
      <dgm:prSet custT="1"/>
      <dgm:spPr/>
      <dgm:t>
        <a:bodyPr/>
        <a:lstStyle/>
        <a:p>
          <a:pPr algn="just"/>
          <a:r>
            <a:rPr lang="en-US" sz="2400" b="0" i="0"/>
            <a:t>Similar types of data and relevant data can be compared from different source systems to get a complete understanding of the scenario.</a:t>
          </a:r>
          <a:endParaRPr lang="en-US" sz="2400"/>
        </a:p>
      </dgm:t>
    </dgm:pt>
    <dgm:pt modelId="{65526B1F-BD90-4091-9D61-B7B800162226}" type="parTrans" cxnId="{3555A60E-0210-4B8B-8368-BFE030831002}">
      <dgm:prSet/>
      <dgm:spPr/>
      <dgm:t>
        <a:bodyPr/>
        <a:lstStyle/>
        <a:p>
          <a:pPr algn="just"/>
          <a:endParaRPr lang="en-US" sz="2000"/>
        </a:p>
      </dgm:t>
    </dgm:pt>
    <dgm:pt modelId="{CA625C6C-E664-45EB-944D-A5FB854827C1}" type="sibTrans" cxnId="{3555A60E-0210-4B8B-8368-BFE030831002}">
      <dgm:prSet/>
      <dgm:spPr/>
      <dgm:t>
        <a:bodyPr/>
        <a:lstStyle/>
        <a:p>
          <a:pPr algn="just"/>
          <a:endParaRPr lang="en-US" sz="2000"/>
        </a:p>
      </dgm:t>
    </dgm:pt>
    <dgm:pt modelId="{FB799D5A-35B0-4517-994E-BF09E9FC7813}">
      <dgm:prSet custT="1"/>
      <dgm:spPr/>
      <dgm:t>
        <a:bodyPr/>
        <a:lstStyle/>
        <a:p>
          <a:pPr algn="just"/>
          <a:r>
            <a:rPr lang="en-US" sz="2400" b="0" i="0" dirty="0"/>
            <a:t>Those data over a period that is relevant can be made trending using cyber forensics.</a:t>
          </a:r>
          <a:endParaRPr lang="en-US" sz="2400" dirty="0"/>
        </a:p>
      </dgm:t>
    </dgm:pt>
    <dgm:pt modelId="{D0188196-5274-4F0A-98AE-A021C2B073C8}" type="parTrans" cxnId="{614A9EB4-8FE8-4757-95AE-749839AA692D}">
      <dgm:prSet/>
      <dgm:spPr/>
      <dgm:t>
        <a:bodyPr/>
        <a:lstStyle/>
        <a:p>
          <a:pPr algn="just"/>
          <a:endParaRPr lang="en-US" sz="2000"/>
        </a:p>
      </dgm:t>
    </dgm:pt>
    <dgm:pt modelId="{95DEBE3B-C12D-4ED4-8739-36E3E8867D2A}" type="sibTrans" cxnId="{614A9EB4-8FE8-4757-95AE-749839AA692D}">
      <dgm:prSet/>
      <dgm:spPr/>
      <dgm:t>
        <a:bodyPr/>
        <a:lstStyle/>
        <a:p>
          <a:pPr algn="just"/>
          <a:endParaRPr lang="en-US" sz="2000"/>
        </a:p>
      </dgm:t>
    </dgm:pt>
    <dgm:pt modelId="{314001FD-E1B2-4740-8BF3-F0A8368FB2C9}">
      <dgm:prSet custT="1"/>
      <dgm:spPr/>
      <dgm:t>
        <a:bodyPr/>
        <a:lstStyle/>
        <a:p>
          <a:pPr algn="just"/>
          <a:r>
            <a:rPr lang="en-US" sz="2400" b="0" i="0"/>
            <a:t>The entire data can be scanned to identify and extract specific risks for future analysis.</a:t>
          </a:r>
          <a:endParaRPr lang="en-US" sz="2400"/>
        </a:p>
      </dgm:t>
    </dgm:pt>
    <dgm:pt modelId="{3C731114-75B4-4199-9CF8-A7FD37EAE587}" type="parTrans" cxnId="{3AD3D58C-EAFE-47E9-95D2-132F4AC3DD8F}">
      <dgm:prSet/>
      <dgm:spPr/>
      <dgm:t>
        <a:bodyPr/>
        <a:lstStyle/>
        <a:p>
          <a:pPr algn="just"/>
          <a:endParaRPr lang="en-US" sz="2000"/>
        </a:p>
      </dgm:t>
    </dgm:pt>
    <dgm:pt modelId="{33C1F8EC-8997-4CC7-93E2-D2B04E82CDF6}" type="sibTrans" cxnId="{3AD3D58C-EAFE-47E9-95D2-132F4AC3DD8F}">
      <dgm:prSet/>
      <dgm:spPr/>
      <dgm:t>
        <a:bodyPr/>
        <a:lstStyle/>
        <a:p>
          <a:pPr algn="just"/>
          <a:endParaRPr lang="en-US" sz="2000"/>
        </a:p>
      </dgm:t>
    </dgm:pt>
    <dgm:pt modelId="{C0E07A8B-B93B-486D-9D64-C77660628319}">
      <dgm:prSet custT="1"/>
      <dgm:spPr/>
      <dgm:t>
        <a:bodyPr/>
        <a:lstStyle/>
        <a:p>
          <a:pPr algn="just"/>
          <a:r>
            <a:rPr lang="en-US" sz="2400" b="0" i="0"/>
            <a:t>The efficiency of the control environment and policies can be tested by determining the attributes that violate the rules.</a:t>
          </a:r>
          <a:endParaRPr lang="en-US" sz="2400"/>
        </a:p>
      </dgm:t>
    </dgm:pt>
    <dgm:pt modelId="{3FEFCE0D-B2EB-4A1A-9690-E466789925B2}" type="parTrans" cxnId="{CF0C84E3-652A-41AC-AD2A-AD0562A0E5F3}">
      <dgm:prSet/>
      <dgm:spPr/>
      <dgm:t>
        <a:bodyPr/>
        <a:lstStyle/>
        <a:p>
          <a:pPr algn="just"/>
          <a:endParaRPr lang="en-US" sz="2000"/>
        </a:p>
      </dgm:t>
    </dgm:pt>
    <dgm:pt modelId="{41446495-700B-4F34-9147-7A8606AB8A48}" type="sibTrans" cxnId="{CF0C84E3-652A-41AC-AD2A-AD0562A0E5F3}">
      <dgm:prSet/>
      <dgm:spPr/>
      <dgm:t>
        <a:bodyPr/>
        <a:lstStyle/>
        <a:p>
          <a:pPr algn="just"/>
          <a:endParaRPr lang="en-US" sz="2000"/>
        </a:p>
      </dgm:t>
    </dgm:pt>
    <dgm:pt modelId="{EF3D3252-6F2E-494B-A259-ED1BC2EC64CE}">
      <dgm:prSet custT="1"/>
      <dgm:spPr/>
      <dgm:t>
        <a:bodyPr/>
        <a:lstStyle/>
        <a:p>
          <a:pPr algn="just"/>
          <a:r>
            <a:rPr lang="en-US" sz="2400" b="0" i="0"/>
            <a:t>It is used to set the trends of identification which the company people, consultants and forensic analysts are not aware of.</a:t>
          </a:r>
          <a:endParaRPr lang="en-US" sz="2400"/>
        </a:p>
      </dgm:t>
    </dgm:pt>
    <dgm:pt modelId="{FC43CEFC-6858-46A7-8701-D2F74E64DF37}" type="parTrans" cxnId="{AC24D04D-9A0B-4386-926E-93CF909149B5}">
      <dgm:prSet/>
      <dgm:spPr/>
      <dgm:t>
        <a:bodyPr/>
        <a:lstStyle/>
        <a:p>
          <a:pPr algn="just"/>
          <a:endParaRPr lang="en-US" sz="2000"/>
        </a:p>
      </dgm:t>
    </dgm:pt>
    <dgm:pt modelId="{8CFC2BCE-CFAB-4898-B6E1-E44F2961D23B}" type="sibTrans" cxnId="{AC24D04D-9A0B-4386-926E-93CF909149B5}">
      <dgm:prSet/>
      <dgm:spPr/>
      <dgm:t>
        <a:bodyPr/>
        <a:lstStyle/>
        <a:p>
          <a:pPr algn="just"/>
          <a:endParaRPr lang="en-US" sz="2000"/>
        </a:p>
      </dgm:t>
    </dgm:pt>
    <dgm:pt modelId="{D8F482FA-7712-4040-B7A0-7B1087F17DCD}" type="pres">
      <dgm:prSet presAssocID="{03CEB3A4-0237-4336-8E42-B3C1CB1C31E2}" presName="vert0" presStyleCnt="0">
        <dgm:presLayoutVars>
          <dgm:dir/>
          <dgm:animOne val="branch"/>
          <dgm:animLvl val="lvl"/>
        </dgm:presLayoutVars>
      </dgm:prSet>
      <dgm:spPr/>
    </dgm:pt>
    <dgm:pt modelId="{0FB335CC-1B1C-4DFF-A365-11B805A5DE6D}" type="pres">
      <dgm:prSet presAssocID="{EC759CB3-D2B1-436D-B076-7069CB3CB3B2}" presName="thickLine" presStyleLbl="alignNode1" presStyleIdx="0" presStyleCnt="6"/>
      <dgm:spPr/>
    </dgm:pt>
    <dgm:pt modelId="{A6D01A9D-2F10-4233-AA54-9578C02C969A}" type="pres">
      <dgm:prSet presAssocID="{EC759CB3-D2B1-436D-B076-7069CB3CB3B2}" presName="horz1" presStyleCnt="0"/>
      <dgm:spPr/>
    </dgm:pt>
    <dgm:pt modelId="{751E3B39-8ABE-471F-9716-6E95A7DAC120}" type="pres">
      <dgm:prSet presAssocID="{EC759CB3-D2B1-436D-B076-7069CB3CB3B2}" presName="tx1" presStyleLbl="revTx" presStyleIdx="0" presStyleCnt="6"/>
      <dgm:spPr/>
    </dgm:pt>
    <dgm:pt modelId="{8958C2E3-5121-4D64-AB86-D1350DA70B13}" type="pres">
      <dgm:prSet presAssocID="{EC759CB3-D2B1-436D-B076-7069CB3CB3B2}" presName="vert1" presStyleCnt="0"/>
      <dgm:spPr/>
    </dgm:pt>
    <dgm:pt modelId="{82A19C53-61C5-4665-BD71-1113DF660557}" type="pres">
      <dgm:prSet presAssocID="{04216AEA-D093-42C8-B8CA-31EE663D7F30}" presName="thickLine" presStyleLbl="alignNode1" presStyleIdx="1" presStyleCnt="6"/>
      <dgm:spPr/>
    </dgm:pt>
    <dgm:pt modelId="{73F46111-6D69-481B-9F17-139AF1F91AC9}" type="pres">
      <dgm:prSet presAssocID="{04216AEA-D093-42C8-B8CA-31EE663D7F30}" presName="horz1" presStyleCnt="0"/>
      <dgm:spPr/>
    </dgm:pt>
    <dgm:pt modelId="{0230BBE2-D10E-45B5-B6A5-8EB390434F33}" type="pres">
      <dgm:prSet presAssocID="{04216AEA-D093-42C8-B8CA-31EE663D7F30}" presName="tx1" presStyleLbl="revTx" presStyleIdx="1" presStyleCnt="6"/>
      <dgm:spPr/>
    </dgm:pt>
    <dgm:pt modelId="{1F4A1127-D3DE-45AF-B0FF-3B6A06ADDFB5}" type="pres">
      <dgm:prSet presAssocID="{04216AEA-D093-42C8-B8CA-31EE663D7F30}" presName="vert1" presStyleCnt="0"/>
      <dgm:spPr/>
    </dgm:pt>
    <dgm:pt modelId="{7B04557A-C8A5-4B5B-9245-E602FB973939}" type="pres">
      <dgm:prSet presAssocID="{FB799D5A-35B0-4517-994E-BF09E9FC7813}" presName="thickLine" presStyleLbl="alignNode1" presStyleIdx="2" presStyleCnt="6"/>
      <dgm:spPr/>
    </dgm:pt>
    <dgm:pt modelId="{2F5429EB-1186-4E94-B943-59B27E0052DD}" type="pres">
      <dgm:prSet presAssocID="{FB799D5A-35B0-4517-994E-BF09E9FC7813}" presName="horz1" presStyleCnt="0"/>
      <dgm:spPr/>
    </dgm:pt>
    <dgm:pt modelId="{793AA1EE-F988-4913-8399-424CFF028C6D}" type="pres">
      <dgm:prSet presAssocID="{FB799D5A-35B0-4517-994E-BF09E9FC7813}" presName="tx1" presStyleLbl="revTx" presStyleIdx="2" presStyleCnt="6"/>
      <dgm:spPr/>
    </dgm:pt>
    <dgm:pt modelId="{3BD7B95E-E426-4FBD-AF3F-993CF52EEE37}" type="pres">
      <dgm:prSet presAssocID="{FB799D5A-35B0-4517-994E-BF09E9FC7813}" presName="vert1" presStyleCnt="0"/>
      <dgm:spPr/>
    </dgm:pt>
    <dgm:pt modelId="{AF6C99F4-D302-4177-BC5F-42CD14FFBF9D}" type="pres">
      <dgm:prSet presAssocID="{314001FD-E1B2-4740-8BF3-F0A8368FB2C9}" presName="thickLine" presStyleLbl="alignNode1" presStyleIdx="3" presStyleCnt="6"/>
      <dgm:spPr/>
    </dgm:pt>
    <dgm:pt modelId="{0B23291D-A78C-4649-98D1-785A8D1E3C0C}" type="pres">
      <dgm:prSet presAssocID="{314001FD-E1B2-4740-8BF3-F0A8368FB2C9}" presName="horz1" presStyleCnt="0"/>
      <dgm:spPr/>
    </dgm:pt>
    <dgm:pt modelId="{80844D99-4ECE-463A-8601-D7C105BFD141}" type="pres">
      <dgm:prSet presAssocID="{314001FD-E1B2-4740-8BF3-F0A8368FB2C9}" presName="tx1" presStyleLbl="revTx" presStyleIdx="3" presStyleCnt="6"/>
      <dgm:spPr/>
    </dgm:pt>
    <dgm:pt modelId="{5E4F0864-F711-4FF5-8374-CF4D16F0E265}" type="pres">
      <dgm:prSet presAssocID="{314001FD-E1B2-4740-8BF3-F0A8368FB2C9}" presName="vert1" presStyleCnt="0"/>
      <dgm:spPr/>
    </dgm:pt>
    <dgm:pt modelId="{BB56010F-D083-4260-A643-AB41169C26DD}" type="pres">
      <dgm:prSet presAssocID="{C0E07A8B-B93B-486D-9D64-C77660628319}" presName="thickLine" presStyleLbl="alignNode1" presStyleIdx="4" presStyleCnt="6"/>
      <dgm:spPr/>
    </dgm:pt>
    <dgm:pt modelId="{11BDB757-59CF-44F0-8BC7-F3B79E93A406}" type="pres">
      <dgm:prSet presAssocID="{C0E07A8B-B93B-486D-9D64-C77660628319}" presName="horz1" presStyleCnt="0"/>
      <dgm:spPr/>
    </dgm:pt>
    <dgm:pt modelId="{A36F1651-78D6-4E97-940D-CC42BC85F188}" type="pres">
      <dgm:prSet presAssocID="{C0E07A8B-B93B-486D-9D64-C77660628319}" presName="tx1" presStyleLbl="revTx" presStyleIdx="4" presStyleCnt="6"/>
      <dgm:spPr/>
    </dgm:pt>
    <dgm:pt modelId="{4C9B89D1-86D6-4927-BB0D-8644AD2D0BFF}" type="pres">
      <dgm:prSet presAssocID="{C0E07A8B-B93B-486D-9D64-C77660628319}" presName="vert1" presStyleCnt="0"/>
      <dgm:spPr/>
    </dgm:pt>
    <dgm:pt modelId="{50383239-A98B-45B4-B2E3-7072376E6512}" type="pres">
      <dgm:prSet presAssocID="{EF3D3252-6F2E-494B-A259-ED1BC2EC64CE}" presName="thickLine" presStyleLbl="alignNode1" presStyleIdx="5" presStyleCnt="6"/>
      <dgm:spPr/>
    </dgm:pt>
    <dgm:pt modelId="{79F161F4-CC92-400D-9A75-0FF24934DDF5}" type="pres">
      <dgm:prSet presAssocID="{EF3D3252-6F2E-494B-A259-ED1BC2EC64CE}" presName="horz1" presStyleCnt="0"/>
      <dgm:spPr/>
    </dgm:pt>
    <dgm:pt modelId="{F69C94F6-4F16-4E94-8396-E1BCDA0688EA}" type="pres">
      <dgm:prSet presAssocID="{EF3D3252-6F2E-494B-A259-ED1BC2EC64CE}" presName="tx1" presStyleLbl="revTx" presStyleIdx="5" presStyleCnt="6"/>
      <dgm:spPr/>
    </dgm:pt>
    <dgm:pt modelId="{6EADEF0A-F188-4625-BBE8-C7E0B65A6518}" type="pres">
      <dgm:prSet presAssocID="{EF3D3252-6F2E-494B-A259-ED1BC2EC64CE}" presName="vert1" presStyleCnt="0"/>
      <dgm:spPr/>
    </dgm:pt>
  </dgm:ptLst>
  <dgm:cxnLst>
    <dgm:cxn modelId="{2AA1C002-7662-4A87-B741-239876408332}" type="presOf" srcId="{C0E07A8B-B93B-486D-9D64-C77660628319}" destId="{A36F1651-78D6-4E97-940D-CC42BC85F188}" srcOrd="0" destOrd="0" presId="urn:microsoft.com/office/officeart/2008/layout/LinedList"/>
    <dgm:cxn modelId="{97FA830C-D73B-417D-BA67-A679817424F7}" type="presOf" srcId="{04216AEA-D093-42C8-B8CA-31EE663D7F30}" destId="{0230BBE2-D10E-45B5-B6A5-8EB390434F33}" srcOrd="0" destOrd="0" presId="urn:microsoft.com/office/officeart/2008/layout/LinedList"/>
    <dgm:cxn modelId="{3555A60E-0210-4B8B-8368-BFE030831002}" srcId="{03CEB3A4-0237-4336-8E42-B3C1CB1C31E2}" destId="{04216AEA-D093-42C8-B8CA-31EE663D7F30}" srcOrd="1" destOrd="0" parTransId="{65526B1F-BD90-4091-9D61-B7B800162226}" sibTransId="{CA625C6C-E664-45EB-944D-A5FB854827C1}"/>
    <dgm:cxn modelId="{AC24D04D-9A0B-4386-926E-93CF909149B5}" srcId="{03CEB3A4-0237-4336-8E42-B3C1CB1C31E2}" destId="{EF3D3252-6F2E-494B-A259-ED1BC2EC64CE}" srcOrd="5" destOrd="0" parTransId="{FC43CEFC-6858-46A7-8701-D2F74E64DF37}" sibTransId="{8CFC2BCE-CFAB-4898-B6E1-E44F2961D23B}"/>
    <dgm:cxn modelId="{C6A86D52-0C6E-4CB0-ABFA-A8AF3FF59848}" srcId="{03CEB3A4-0237-4336-8E42-B3C1CB1C31E2}" destId="{EC759CB3-D2B1-436D-B076-7069CB3CB3B2}" srcOrd="0" destOrd="0" parTransId="{1B117241-ABDC-40A3-AF8A-6BDF40D704FD}" sibTransId="{BA5D55E0-5A6B-430A-A412-F1A69375389F}"/>
    <dgm:cxn modelId="{0A4EDF58-A745-4496-8866-9D895B3EEF91}" type="presOf" srcId="{EF3D3252-6F2E-494B-A259-ED1BC2EC64CE}" destId="{F69C94F6-4F16-4E94-8396-E1BCDA0688EA}" srcOrd="0" destOrd="0" presId="urn:microsoft.com/office/officeart/2008/layout/LinedList"/>
    <dgm:cxn modelId="{14421085-6325-4FD4-995C-2144E2F7F854}" type="presOf" srcId="{314001FD-E1B2-4740-8BF3-F0A8368FB2C9}" destId="{80844D99-4ECE-463A-8601-D7C105BFD141}" srcOrd="0" destOrd="0" presId="urn:microsoft.com/office/officeart/2008/layout/LinedList"/>
    <dgm:cxn modelId="{3AD3D58C-EAFE-47E9-95D2-132F4AC3DD8F}" srcId="{03CEB3A4-0237-4336-8E42-B3C1CB1C31E2}" destId="{314001FD-E1B2-4740-8BF3-F0A8368FB2C9}" srcOrd="3" destOrd="0" parTransId="{3C731114-75B4-4199-9CF8-A7FD37EAE587}" sibTransId="{33C1F8EC-8997-4CC7-93E2-D2B04E82CDF6}"/>
    <dgm:cxn modelId="{78DEFF96-F963-40D6-A382-DE174D97E972}" type="presOf" srcId="{03CEB3A4-0237-4336-8E42-B3C1CB1C31E2}" destId="{D8F482FA-7712-4040-B7A0-7B1087F17DCD}" srcOrd="0" destOrd="0" presId="urn:microsoft.com/office/officeart/2008/layout/LinedList"/>
    <dgm:cxn modelId="{614A9EB4-8FE8-4757-95AE-749839AA692D}" srcId="{03CEB3A4-0237-4336-8E42-B3C1CB1C31E2}" destId="{FB799D5A-35B0-4517-994E-BF09E9FC7813}" srcOrd="2" destOrd="0" parTransId="{D0188196-5274-4F0A-98AE-A021C2B073C8}" sibTransId="{95DEBE3B-C12D-4ED4-8739-36E3E8867D2A}"/>
    <dgm:cxn modelId="{26EA50C1-B9F3-4D2A-A8B2-0F8C3C44BAC2}" type="presOf" srcId="{EC759CB3-D2B1-436D-B076-7069CB3CB3B2}" destId="{751E3B39-8ABE-471F-9716-6E95A7DAC120}" srcOrd="0" destOrd="0" presId="urn:microsoft.com/office/officeart/2008/layout/LinedList"/>
    <dgm:cxn modelId="{CF0C84E3-652A-41AC-AD2A-AD0562A0E5F3}" srcId="{03CEB3A4-0237-4336-8E42-B3C1CB1C31E2}" destId="{C0E07A8B-B93B-486D-9D64-C77660628319}" srcOrd="4" destOrd="0" parTransId="{3FEFCE0D-B2EB-4A1A-9690-E466789925B2}" sibTransId="{41446495-700B-4F34-9147-7A8606AB8A48}"/>
    <dgm:cxn modelId="{4FBD2BF7-D4D9-4A55-A3B7-5A2ED0E2ACA2}" type="presOf" srcId="{FB799D5A-35B0-4517-994E-BF09E9FC7813}" destId="{793AA1EE-F988-4913-8399-424CFF028C6D}" srcOrd="0" destOrd="0" presId="urn:microsoft.com/office/officeart/2008/layout/LinedList"/>
    <dgm:cxn modelId="{F68D8BD1-D811-4E7D-AEEC-351BB5C4C932}" type="presParOf" srcId="{D8F482FA-7712-4040-B7A0-7B1087F17DCD}" destId="{0FB335CC-1B1C-4DFF-A365-11B805A5DE6D}" srcOrd="0" destOrd="0" presId="urn:microsoft.com/office/officeart/2008/layout/LinedList"/>
    <dgm:cxn modelId="{1325CD53-40BE-4914-A25F-EF431237AE0A}" type="presParOf" srcId="{D8F482FA-7712-4040-B7A0-7B1087F17DCD}" destId="{A6D01A9D-2F10-4233-AA54-9578C02C969A}" srcOrd="1" destOrd="0" presId="urn:microsoft.com/office/officeart/2008/layout/LinedList"/>
    <dgm:cxn modelId="{793DEE49-8617-49F7-9B8A-EEE7634999E3}" type="presParOf" srcId="{A6D01A9D-2F10-4233-AA54-9578C02C969A}" destId="{751E3B39-8ABE-471F-9716-6E95A7DAC120}" srcOrd="0" destOrd="0" presId="urn:microsoft.com/office/officeart/2008/layout/LinedList"/>
    <dgm:cxn modelId="{887C965A-9A2A-4E9A-8480-0C87F424FA0D}" type="presParOf" srcId="{A6D01A9D-2F10-4233-AA54-9578C02C969A}" destId="{8958C2E3-5121-4D64-AB86-D1350DA70B13}" srcOrd="1" destOrd="0" presId="urn:microsoft.com/office/officeart/2008/layout/LinedList"/>
    <dgm:cxn modelId="{8F4328C9-04F5-4F5C-A97F-A8770D4EB4C6}" type="presParOf" srcId="{D8F482FA-7712-4040-B7A0-7B1087F17DCD}" destId="{82A19C53-61C5-4665-BD71-1113DF660557}" srcOrd="2" destOrd="0" presId="urn:microsoft.com/office/officeart/2008/layout/LinedList"/>
    <dgm:cxn modelId="{2378383E-39CF-4BAD-B985-0DB4020504D3}" type="presParOf" srcId="{D8F482FA-7712-4040-B7A0-7B1087F17DCD}" destId="{73F46111-6D69-481B-9F17-139AF1F91AC9}" srcOrd="3" destOrd="0" presId="urn:microsoft.com/office/officeart/2008/layout/LinedList"/>
    <dgm:cxn modelId="{CFE697E8-21EB-4CEE-9472-A61047F303BE}" type="presParOf" srcId="{73F46111-6D69-481B-9F17-139AF1F91AC9}" destId="{0230BBE2-D10E-45B5-B6A5-8EB390434F33}" srcOrd="0" destOrd="0" presId="urn:microsoft.com/office/officeart/2008/layout/LinedList"/>
    <dgm:cxn modelId="{E327D1A2-1231-4D66-AF2B-992F94F81DD1}" type="presParOf" srcId="{73F46111-6D69-481B-9F17-139AF1F91AC9}" destId="{1F4A1127-D3DE-45AF-B0FF-3B6A06ADDFB5}" srcOrd="1" destOrd="0" presId="urn:microsoft.com/office/officeart/2008/layout/LinedList"/>
    <dgm:cxn modelId="{25B09E29-2D95-4631-8FA3-77612971A54F}" type="presParOf" srcId="{D8F482FA-7712-4040-B7A0-7B1087F17DCD}" destId="{7B04557A-C8A5-4B5B-9245-E602FB973939}" srcOrd="4" destOrd="0" presId="urn:microsoft.com/office/officeart/2008/layout/LinedList"/>
    <dgm:cxn modelId="{9088EA08-A162-4719-87B3-B854D987E349}" type="presParOf" srcId="{D8F482FA-7712-4040-B7A0-7B1087F17DCD}" destId="{2F5429EB-1186-4E94-B943-59B27E0052DD}" srcOrd="5" destOrd="0" presId="urn:microsoft.com/office/officeart/2008/layout/LinedList"/>
    <dgm:cxn modelId="{D8DBE0DA-D529-4A0E-9A83-4911239B76D9}" type="presParOf" srcId="{2F5429EB-1186-4E94-B943-59B27E0052DD}" destId="{793AA1EE-F988-4913-8399-424CFF028C6D}" srcOrd="0" destOrd="0" presId="urn:microsoft.com/office/officeart/2008/layout/LinedList"/>
    <dgm:cxn modelId="{ADB80A66-BBD7-4DEE-8362-F893A1DCF1CF}" type="presParOf" srcId="{2F5429EB-1186-4E94-B943-59B27E0052DD}" destId="{3BD7B95E-E426-4FBD-AF3F-993CF52EEE37}" srcOrd="1" destOrd="0" presId="urn:microsoft.com/office/officeart/2008/layout/LinedList"/>
    <dgm:cxn modelId="{E91F6401-9212-4B62-8D57-628453CA672A}" type="presParOf" srcId="{D8F482FA-7712-4040-B7A0-7B1087F17DCD}" destId="{AF6C99F4-D302-4177-BC5F-42CD14FFBF9D}" srcOrd="6" destOrd="0" presId="urn:microsoft.com/office/officeart/2008/layout/LinedList"/>
    <dgm:cxn modelId="{4108E8F4-62C4-4DDF-8A31-051D91C02348}" type="presParOf" srcId="{D8F482FA-7712-4040-B7A0-7B1087F17DCD}" destId="{0B23291D-A78C-4649-98D1-785A8D1E3C0C}" srcOrd="7" destOrd="0" presId="urn:microsoft.com/office/officeart/2008/layout/LinedList"/>
    <dgm:cxn modelId="{E0AF5550-7EDB-448A-AC8C-FF8AAF2906F7}" type="presParOf" srcId="{0B23291D-A78C-4649-98D1-785A8D1E3C0C}" destId="{80844D99-4ECE-463A-8601-D7C105BFD141}" srcOrd="0" destOrd="0" presId="urn:microsoft.com/office/officeart/2008/layout/LinedList"/>
    <dgm:cxn modelId="{108AC4BE-785D-4F53-8EE8-2A4017E94D01}" type="presParOf" srcId="{0B23291D-A78C-4649-98D1-785A8D1E3C0C}" destId="{5E4F0864-F711-4FF5-8374-CF4D16F0E265}" srcOrd="1" destOrd="0" presId="urn:microsoft.com/office/officeart/2008/layout/LinedList"/>
    <dgm:cxn modelId="{DA065775-5C8E-4CE8-9854-695619F61DC7}" type="presParOf" srcId="{D8F482FA-7712-4040-B7A0-7B1087F17DCD}" destId="{BB56010F-D083-4260-A643-AB41169C26DD}" srcOrd="8" destOrd="0" presId="urn:microsoft.com/office/officeart/2008/layout/LinedList"/>
    <dgm:cxn modelId="{7665D44C-0777-4F83-8101-FF4CBD302AC4}" type="presParOf" srcId="{D8F482FA-7712-4040-B7A0-7B1087F17DCD}" destId="{11BDB757-59CF-44F0-8BC7-F3B79E93A406}" srcOrd="9" destOrd="0" presId="urn:microsoft.com/office/officeart/2008/layout/LinedList"/>
    <dgm:cxn modelId="{E6933B78-F1FC-4640-9B06-B8F192137F8B}" type="presParOf" srcId="{11BDB757-59CF-44F0-8BC7-F3B79E93A406}" destId="{A36F1651-78D6-4E97-940D-CC42BC85F188}" srcOrd="0" destOrd="0" presId="urn:microsoft.com/office/officeart/2008/layout/LinedList"/>
    <dgm:cxn modelId="{BDD900B7-0B9B-420E-8650-CEC81AAD49B4}" type="presParOf" srcId="{11BDB757-59CF-44F0-8BC7-F3B79E93A406}" destId="{4C9B89D1-86D6-4927-BB0D-8644AD2D0BFF}" srcOrd="1" destOrd="0" presId="urn:microsoft.com/office/officeart/2008/layout/LinedList"/>
    <dgm:cxn modelId="{01F6A5D3-5368-488E-B513-C5583DB64562}" type="presParOf" srcId="{D8F482FA-7712-4040-B7A0-7B1087F17DCD}" destId="{50383239-A98B-45B4-B2E3-7072376E6512}" srcOrd="10" destOrd="0" presId="urn:microsoft.com/office/officeart/2008/layout/LinedList"/>
    <dgm:cxn modelId="{0AD96017-AB8C-4EDA-B77B-B6BA4A9699B5}" type="presParOf" srcId="{D8F482FA-7712-4040-B7A0-7B1087F17DCD}" destId="{79F161F4-CC92-400D-9A75-0FF24934DDF5}" srcOrd="11" destOrd="0" presId="urn:microsoft.com/office/officeart/2008/layout/LinedList"/>
    <dgm:cxn modelId="{CCF150F1-3192-4F15-88B9-0DA673A31050}" type="presParOf" srcId="{79F161F4-CC92-400D-9A75-0FF24934DDF5}" destId="{F69C94F6-4F16-4E94-8396-E1BCDA0688EA}" srcOrd="0" destOrd="0" presId="urn:microsoft.com/office/officeart/2008/layout/LinedList"/>
    <dgm:cxn modelId="{46102769-B7B9-4A33-AB65-7A8007919672}" type="presParOf" srcId="{79F161F4-CC92-400D-9A75-0FF24934DDF5}" destId="{6EADEF0A-F188-4625-BBE8-C7E0B65A651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D8413E-16C0-42CB-8A38-A0FEB4721A1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1FC23C85-FCEC-43CD-90C1-E0D539F219CA}">
      <dgm:prSet/>
      <dgm:spPr/>
      <dgm:t>
        <a:bodyPr/>
        <a:lstStyle/>
        <a:p>
          <a:pPr algn="just"/>
          <a:r>
            <a:rPr lang="en-US" b="1" i="0"/>
            <a:t>1. Technical Aptitude: </a:t>
          </a:r>
          <a:r>
            <a:rPr lang="en-US" b="0" i="0"/>
            <a:t>It is based on technology. Hence knowledge of various technologies, computers, mobile phones, network hacks, security breaches, etc. is essential.</a:t>
          </a:r>
          <a:endParaRPr lang="en-US"/>
        </a:p>
      </dgm:t>
    </dgm:pt>
    <dgm:pt modelId="{B1F71B18-C4B8-42DD-A5A5-D7CBDBC875CF}" type="parTrans" cxnId="{5AF5C2FC-9DAE-43EA-AE1B-140B24B9EEA5}">
      <dgm:prSet/>
      <dgm:spPr/>
      <dgm:t>
        <a:bodyPr/>
        <a:lstStyle/>
        <a:p>
          <a:pPr algn="just"/>
          <a:endParaRPr lang="en-US"/>
        </a:p>
      </dgm:t>
    </dgm:pt>
    <dgm:pt modelId="{2B34E51F-958D-4A53-932F-D45B9174EB04}" type="sibTrans" cxnId="{5AF5C2FC-9DAE-43EA-AE1B-140B24B9EEA5}">
      <dgm:prSet/>
      <dgm:spPr/>
      <dgm:t>
        <a:bodyPr/>
        <a:lstStyle/>
        <a:p>
          <a:pPr algn="just"/>
          <a:endParaRPr lang="en-US"/>
        </a:p>
      </dgm:t>
    </dgm:pt>
    <dgm:pt modelId="{25DFFE97-59B2-423A-B6F1-334A2D04340D}">
      <dgm:prSet/>
      <dgm:spPr/>
      <dgm:t>
        <a:bodyPr/>
        <a:lstStyle/>
        <a:p>
          <a:pPr algn="just"/>
          <a:r>
            <a:rPr lang="en-US" b="1" i="0"/>
            <a:t>2. Attention to detail:</a:t>
          </a:r>
          <a:r>
            <a:rPr lang="en-US" b="0" i="0"/>
            <a:t> A forensic investigator needs to pay a great deal of attention to detail to examine a large amount of data to identify proofs.</a:t>
          </a:r>
          <a:endParaRPr lang="en-US"/>
        </a:p>
      </dgm:t>
    </dgm:pt>
    <dgm:pt modelId="{BADD7871-CAF0-4F1F-AF04-60E79D9F95E1}" type="parTrans" cxnId="{688220B3-9FB6-4F14-A6D2-ED21A6AC540B}">
      <dgm:prSet/>
      <dgm:spPr/>
      <dgm:t>
        <a:bodyPr/>
        <a:lstStyle/>
        <a:p>
          <a:pPr algn="just"/>
          <a:endParaRPr lang="en-US"/>
        </a:p>
      </dgm:t>
    </dgm:pt>
    <dgm:pt modelId="{1577DCA0-A661-4581-8E6E-5E996A986232}" type="sibTrans" cxnId="{688220B3-9FB6-4F14-A6D2-ED21A6AC540B}">
      <dgm:prSet/>
      <dgm:spPr/>
      <dgm:t>
        <a:bodyPr/>
        <a:lstStyle/>
        <a:p>
          <a:pPr algn="just"/>
          <a:endParaRPr lang="en-US"/>
        </a:p>
      </dgm:t>
    </dgm:pt>
    <dgm:pt modelId="{155BEEC5-89F8-4DDD-B086-77CD49B4D035}">
      <dgm:prSet/>
      <dgm:spPr/>
      <dgm:t>
        <a:bodyPr/>
        <a:lstStyle/>
        <a:p>
          <a:pPr algn="just"/>
          <a:r>
            <a:rPr lang="en-US" b="1" i="0"/>
            <a:t>3. Knowledge about law and criminal investigation:</a:t>
          </a:r>
          <a:r>
            <a:rPr lang="en-US" b="0" i="0"/>
            <a:t> A forensic investigator must have knowledge about criminal laws, a criminal investigation, white-collar crime, etc. as much as he understands technology.</a:t>
          </a:r>
          <a:endParaRPr lang="en-US"/>
        </a:p>
      </dgm:t>
    </dgm:pt>
    <dgm:pt modelId="{67922CEF-0CAA-432E-8A0E-636F429B1A4B}" type="parTrans" cxnId="{7B08E65B-9D71-4842-B869-9812057717DF}">
      <dgm:prSet/>
      <dgm:spPr/>
      <dgm:t>
        <a:bodyPr/>
        <a:lstStyle/>
        <a:p>
          <a:pPr algn="just"/>
          <a:endParaRPr lang="en-US"/>
        </a:p>
      </dgm:t>
    </dgm:pt>
    <dgm:pt modelId="{4CC13625-110B-49FC-9FC2-E9ED44831BFB}" type="sibTrans" cxnId="{7B08E65B-9D71-4842-B869-9812057717DF}">
      <dgm:prSet/>
      <dgm:spPr/>
      <dgm:t>
        <a:bodyPr/>
        <a:lstStyle/>
        <a:p>
          <a:pPr algn="just"/>
          <a:endParaRPr lang="en-US"/>
        </a:p>
      </dgm:t>
    </dgm:pt>
    <dgm:pt modelId="{C8676FDA-80A7-4427-9C25-DA794F824EB3}">
      <dgm:prSet/>
      <dgm:spPr/>
      <dgm:t>
        <a:bodyPr/>
        <a:lstStyle/>
        <a:p>
          <a:pPr algn="just"/>
          <a:r>
            <a:rPr lang="en-US" b="1" i="0"/>
            <a:t>4. Good communication skills:</a:t>
          </a:r>
          <a:r>
            <a:rPr lang="en-US" b="0" i="0"/>
            <a:t> A forensic investigator must be able to analyze and explain technical information in detail to others in the organization or in the court as part of a case.</a:t>
          </a:r>
          <a:endParaRPr lang="en-US"/>
        </a:p>
      </dgm:t>
    </dgm:pt>
    <dgm:pt modelId="{36A509D9-CA41-40F5-A45D-DA02F90BAEF9}" type="parTrans" cxnId="{516CBC6A-0424-4766-9831-6C20902B290F}">
      <dgm:prSet/>
      <dgm:spPr/>
      <dgm:t>
        <a:bodyPr/>
        <a:lstStyle/>
        <a:p>
          <a:pPr algn="just"/>
          <a:endParaRPr lang="en-US"/>
        </a:p>
      </dgm:t>
    </dgm:pt>
    <dgm:pt modelId="{EBC6A700-E8EB-4F9B-9C4B-E6B5B349F978}" type="sibTrans" cxnId="{516CBC6A-0424-4766-9831-6C20902B290F}">
      <dgm:prSet/>
      <dgm:spPr/>
      <dgm:t>
        <a:bodyPr/>
        <a:lstStyle/>
        <a:p>
          <a:pPr algn="just"/>
          <a:endParaRPr lang="en-US"/>
        </a:p>
      </dgm:t>
    </dgm:pt>
    <dgm:pt modelId="{85BBAC89-56EA-4512-BAF1-4962ADFA6A16}" type="pres">
      <dgm:prSet presAssocID="{CDD8413E-16C0-42CB-8A38-A0FEB4721A13}" presName="vert0" presStyleCnt="0">
        <dgm:presLayoutVars>
          <dgm:dir/>
          <dgm:animOne val="branch"/>
          <dgm:animLvl val="lvl"/>
        </dgm:presLayoutVars>
      </dgm:prSet>
      <dgm:spPr/>
    </dgm:pt>
    <dgm:pt modelId="{58B012CF-55EC-41E0-B558-C9C0781C371D}" type="pres">
      <dgm:prSet presAssocID="{1FC23C85-FCEC-43CD-90C1-E0D539F219CA}" presName="thickLine" presStyleLbl="alignNode1" presStyleIdx="0" presStyleCnt="4"/>
      <dgm:spPr/>
    </dgm:pt>
    <dgm:pt modelId="{1F46F8F2-2510-4CA7-8C75-43516274CBBA}" type="pres">
      <dgm:prSet presAssocID="{1FC23C85-FCEC-43CD-90C1-E0D539F219CA}" presName="horz1" presStyleCnt="0"/>
      <dgm:spPr/>
    </dgm:pt>
    <dgm:pt modelId="{4BF10AFA-D7D0-4598-96A6-50B862F373D1}" type="pres">
      <dgm:prSet presAssocID="{1FC23C85-FCEC-43CD-90C1-E0D539F219CA}" presName="tx1" presStyleLbl="revTx" presStyleIdx="0" presStyleCnt="4"/>
      <dgm:spPr/>
    </dgm:pt>
    <dgm:pt modelId="{5AEA881E-F3FD-408D-852B-98C3E9ED8267}" type="pres">
      <dgm:prSet presAssocID="{1FC23C85-FCEC-43CD-90C1-E0D539F219CA}" presName="vert1" presStyleCnt="0"/>
      <dgm:spPr/>
    </dgm:pt>
    <dgm:pt modelId="{E04D3E1F-42B6-400A-816B-7425BF040DBB}" type="pres">
      <dgm:prSet presAssocID="{25DFFE97-59B2-423A-B6F1-334A2D04340D}" presName="thickLine" presStyleLbl="alignNode1" presStyleIdx="1" presStyleCnt="4"/>
      <dgm:spPr/>
    </dgm:pt>
    <dgm:pt modelId="{4B07CADD-2C4D-43EE-8AFF-73B74BFEFC77}" type="pres">
      <dgm:prSet presAssocID="{25DFFE97-59B2-423A-B6F1-334A2D04340D}" presName="horz1" presStyleCnt="0"/>
      <dgm:spPr/>
    </dgm:pt>
    <dgm:pt modelId="{C51AD62E-0779-49B3-AE11-440AF30FCE8C}" type="pres">
      <dgm:prSet presAssocID="{25DFFE97-59B2-423A-B6F1-334A2D04340D}" presName="tx1" presStyleLbl="revTx" presStyleIdx="1" presStyleCnt="4"/>
      <dgm:spPr/>
    </dgm:pt>
    <dgm:pt modelId="{78DC123A-35D2-44BC-A642-C52086AFE52B}" type="pres">
      <dgm:prSet presAssocID="{25DFFE97-59B2-423A-B6F1-334A2D04340D}" presName="vert1" presStyleCnt="0"/>
      <dgm:spPr/>
    </dgm:pt>
    <dgm:pt modelId="{A678C07D-E107-4C2E-A4B6-3E8739A26083}" type="pres">
      <dgm:prSet presAssocID="{155BEEC5-89F8-4DDD-B086-77CD49B4D035}" presName="thickLine" presStyleLbl="alignNode1" presStyleIdx="2" presStyleCnt="4"/>
      <dgm:spPr/>
    </dgm:pt>
    <dgm:pt modelId="{1F116793-3661-4E44-87CC-A93E8E28A0C3}" type="pres">
      <dgm:prSet presAssocID="{155BEEC5-89F8-4DDD-B086-77CD49B4D035}" presName="horz1" presStyleCnt="0"/>
      <dgm:spPr/>
    </dgm:pt>
    <dgm:pt modelId="{74DB3C1F-68F5-44B5-BD59-048B1DB94FAF}" type="pres">
      <dgm:prSet presAssocID="{155BEEC5-89F8-4DDD-B086-77CD49B4D035}" presName="tx1" presStyleLbl="revTx" presStyleIdx="2" presStyleCnt="4"/>
      <dgm:spPr/>
    </dgm:pt>
    <dgm:pt modelId="{94AB38FC-B23F-4A70-A7E2-FF387DB012D2}" type="pres">
      <dgm:prSet presAssocID="{155BEEC5-89F8-4DDD-B086-77CD49B4D035}" presName="vert1" presStyleCnt="0"/>
      <dgm:spPr/>
    </dgm:pt>
    <dgm:pt modelId="{153162C1-7B86-4BEA-A25D-6A150A3F4559}" type="pres">
      <dgm:prSet presAssocID="{C8676FDA-80A7-4427-9C25-DA794F824EB3}" presName="thickLine" presStyleLbl="alignNode1" presStyleIdx="3" presStyleCnt="4"/>
      <dgm:spPr/>
    </dgm:pt>
    <dgm:pt modelId="{DCD44878-8257-4932-B1F8-BF22636ED7BA}" type="pres">
      <dgm:prSet presAssocID="{C8676FDA-80A7-4427-9C25-DA794F824EB3}" presName="horz1" presStyleCnt="0"/>
      <dgm:spPr/>
    </dgm:pt>
    <dgm:pt modelId="{8F58B55A-FA51-487A-B8EE-6B114731B42F}" type="pres">
      <dgm:prSet presAssocID="{C8676FDA-80A7-4427-9C25-DA794F824EB3}" presName="tx1" presStyleLbl="revTx" presStyleIdx="3" presStyleCnt="4"/>
      <dgm:spPr/>
    </dgm:pt>
    <dgm:pt modelId="{84D74733-371C-4F7F-AFF3-240E20A53D8D}" type="pres">
      <dgm:prSet presAssocID="{C8676FDA-80A7-4427-9C25-DA794F824EB3}" presName="vert1" presStyleCnt="0"/>
      <dgm:spPr/>
    </dgm:pt>
  </dgm:ptLst>
  <dgm:cxnLst>
    <dgm:cxn modelId="{7B08E65B-9D71-4842-B869-9812057717DF}" srcId="{CDD8413E-16C0-42CB-8A38-A0FEB4721A13}" destId="{155BEEC5-89F8-4DDD-B086-77CD49B4D035}" srcOrd="2" destOrd="0" parTransId="{67922CEF-0CAA-432E-8A0E-636F429B1A4B}" sibTransId="{4CC13625-110B-49FC-9FC2-E9ED44831BFB}"/>
    <dgm:cxn modelId="{E19EE541-23AD-48C8-A41E-4ED8D10D93F6}" type="presOf" srcId="{1FC23C85-FCEC-43CD-90C1-E0D539F219CA}" destId="{4BF10AFA-D7D0-4598-96A6-50B862F373D1}" srcOrd="0" destOrd="0" presId="urn:microsoft.com/office/officeart/2008/layout/LinedList"/>
    <dgm:cxn modelId="{516CBC6A-0424-4766-9831-6C20902B290F}" srcId="{CDD8413E-16C0-42CB-8A38-A0FEB4721A13}" destId="{C8676FDA-80A7-4427-9C25-DA794F824EB3}" srcOrd="3" destOrd="0" parTransId="{36A509D9-CA41-40F5-A45D-DA02F90BAEF9}" sibTransId="{EBC6A700-E8EB-4F9B-9C4B-E6B5B349F978}"/>
    <dgm:cxn modelId="{06744A5A-928A-40A0-9F27-569172EC5DD9}" type="presOf" srcId="{CDD8413E-16C0-42CB-8A38-A0FEB4721A13}" destId="{85BBAC89-56EA-4512-BAF1-4962ADFA6A16}" srcOrd="0" destOrd="0" presId="urn:microsoft.com/office/officeart/2008/layout/LinedList"/>
    <dgm:cxn modelId="{AA2DDBA6-4C94-4D82-B3B2-7FF9137D7E8A}" type="presOf" srcId="{25DFFE97-59B2-423A-B6F1-334A2D04340D}" destId="{C51AD62E-0779-49B3-AE11-440AF30FCE8C}" srcOrd="0" destOrd="0" presId="urn:microsoft.com/office/officeart/2008/layout/LinedList"/>
    <dgm:cxn modelId="{688220B3-9FB6-4F14-A6D2-ED21A6AC540B}" srcId="{CDD8413E-16C0-42CB-8A38-A0FEB4721A13}" destId="{25DFFE97-59B2-423A-B6F1-334A2D04340D}" srcOrd="1" destOrd="0" parTransId="{BADD7871-CAF0-4F1F-AF04-60E79D9F95E1}" sibTransId="{1577DCA0-A661-4581-8E6E-5E996A986232}"/>
    <dgm:cxn modelId="{A98D00BE-8270-4B71-A1C4-99C45D0C74BE}" type="presOf" srcId="{C8676FDA-80A7-4427-9C25-DA794F824EB3}" destId="{8F58B55A-FA51-487A-B8EE-6B114731B42F}" srcOrd="0" destOrd="0" presId="urn:microsoft.com/office/officeart/2008/layout/LinedList"/>
    <dgm:cxn modelId="{BD855AF2-9482-4817-A438-14D68272D30F}" type="presOf" srcId="{155BEEC5-89F8-4DDD-B086-77CD49B4D035}" destId="{74DB3C1F-68F5-44B5-BD59-048B1DB94FAF}" srcOrd="0" destOrd="0" presId="urn:microsoft.com/office/officeart/2008/layout/LinedList"/>
    <dgm:cxn modelId="{5AF5C2FC-9DAE-43EA-AE1B-140B24B9EEA5}" srcId="{CDD8413E-16C0-42CB-8A38-A0FEB4721A13}" destId="{1FC23C85-FCEC-43CD-90C1-E0D539F219CA}" srcOrd="0" destOrd="0" parTransId="{B1F71B18-C4B8-42DD-A5A5-D7CBDBC875CF}" sibTransId="{2B34E51F-958D-4A53-932F-D45B9174EB04}"/>
    <dgm:cxn modelId="{5E6A6DDD-9EC5-403E-8737-A1F9A38EC94B}" type="presParOf" srcId="{85BBAC89-56EA-4512-BAF1-4962ADFA6A16}" destId="{58B012CF-55EC-41E0-B558-C9C0781C371D}" srcOrd="0" destOrd="0" presId="urn:microsoft.com/office/officeart/2008/layout/LinedList"/>
    <dgm:cxn modelId="{4F1EA8FA-AB34-4CAE-B658-77933619A52F}" type="presParOf" srcId="{85BBAC89-56EA-4512-BAF1-4962ADFA6A16}" destId="{1F46F8F2-2510-4CA7-8C75-43516274CBBA}" srcOrd="1" destOrd="0" presId="urn:microsoft.com/office/officeart/2008/layout/LinedList"/>
    <dgm:cxn modelId="{A9214851-BC20-42F7-8C82-4ED6DBDC6E9A}" type="presParOf" srcId="{1F46F8F2-2510-4CA7-8C75-43516274CBBA}" destId="{4BF10AFA-D7D0-4598-96A6-50B862F373D1}" srcOrd="0" destOrd="0" presId="urn:microsoft.com/office/officeart/2008/layout/LinedList"/>
    <dgm:cxn modelId="{C90D0F79-9705-46DC-B1F0-74EF7B99B3A0}" type="presParOf" srcId="{1F46F8F2-2510-4CA7-8C75-43516274CBBA}" destId="{5AEA881E-F3FD-408D-852B-98C3E9ED8267}" srcOrd="1" destOrd="0" presId="urn:microsoft.com/office/officeart/2008/layout/LinedList"/>
    <dgm:cxn modelId="{3D0A094D-12FC-4D6E-ABA0-963DDC26FB2F}" type="presParOf" srcId="{85BBAC89-56EA-4512-BAF1-4962ADFA6A16}" destId="{E04D3E1F-42B6-400A-816B-7425BF040DBB}" srcOrd="2" destOrd="0" presId="urn:microsoft.com/office/officeart/2008/layout/LinedList"/>
    <dgm:cxn modelId="{8A388FFB-5390-4EF0-9502-8A088E153D23}" type="presParOf" srcId="{85BBAC89-56EA-4512-BAF1-4962ADFA6A16}" destId="{4B07CADD-2C4D-43EE-8AFF-73B74BFEFC77}" srcOrd="3" destOrd="0" presId="urn:microsoft.com/office/officeart/2008/layout/LinedList"/>
    <dgm:cxn modelId="{3173F2EA-D73C-4693-BAEA-A7B3A339BE5F}" type="presParOf" srcId="{4B07CADD-2C4D-43EE-8AFF-73B74BFEFC77}" destId="{C51AD62E-0779-49B3-AE11-440AF30FCE8C}" srcOrd="0" destOrd="0" presId="urn:microsoft.com/office/officeart/2008/layout/LinedList"/>
    <dgm:cxn modelId="{E1083D25-EBD7-451B-8956-CAA8F4A492BA}" type="presParOf" srcId="{4B07CADD-2C4D-43EE-8AFF-73B74BFEFC77}" destId="{78DC123A-35D2-44BC-A642-C52086AFE52B}" srcOrd="1" destOrd="0" presId="urn:microsoft.com/office/officeart/2008/layout/LinedList"/>
    <dgm:cxn modelId="{C5852FC8-F029-408B-820A-F93401428431}" type="presParOf" srcId="{85BBAC89-56EA-4512-BAF1-4962ADFA6A16}" destId="{A678C07D-E107-4C2E-A4B6-3E8739A26083}" srcOrd="4" destOrd="0" presId="urn:microsoft.com/office/officeart/2008/layout/LinedList"/>
    <dgm:cxn modelId="{5AA9240E-FF8B-4F53-ADE6-F3B533E65CDC}" type="presParOf" srcId="{85BBAC89-56EA-4512-BAF1-4962ADFA6A16}" destId="{1F116793-3661-4E44-87CC-A93E8E28A0C3}" srcOrd="5" destOrd="0" presId="urn:microsoft.com/office/officeart/2008/layout/LinedList"/>
    <dgm:cxn modelId="{85255B77-897C-4635-A41F-92692DA7A7A3}" type="presParOf" srcId="{1F116793-3661-4E44-87CC-A93E8E28A0C3}" destId="{74DB3C1F-68F5-44B5-BD59-048B1DB94FAF}" srcOrd="0" destOrd="0" presId="urn:microsoft.com/office/officeart/2008/layout/LinedList"/>
    <dgm:cxn modelId="{302477AE-574E-4B99-9CC6-E5FF37BA0922}" type="presParOf" srcId="{1F116793-3661-4E44-87CC-A93E8E28A0C3}" destId="{94AB38FC-B23F-4A70-A7E2-FF387DB012D2}" srcOrd="1" destOrd="0" presId="urn:microsoft.com/office/officeart/2008/layout/LinedList"/>
    <dgm:cxn modelId="{AE487B9A-9AC7-4AD5-A42C-282AC8A680B1}" type="presParOf" srcId="{85BBAC89-56EA-4512-BAF1-4962ADFA6A16}" destId="{153162C1-7B86-4BEA-A25D-6A150A3F4559}" srcOrd="6" destOrd="0" presId="urn:microsoft.com/office/officeart/2008/layout/LinedList"/>
    <dgm:cxn modelId="{61BCED20-BFD9-4FCB-A073-ADD170136B03}" type="presParOf" srcId="{85BBAC89-56EA-4512-BAF1-4962ADFA6A16}" destId="{DCD44878-8257-4932-B1F8-BF22636ED7BA}" srcOrd="7" destOrd="0" presId="urn:microsoft.com/office/officeart/2008/layout/LinedList"/>
    <dgm:cxn modelId="{311D49E0-B8DF-4BAE-8DFC-5C9482F0CC79}" type="presParOf" srcId="{DCD44878-8257-4932-B1F8-BF22636ED7BA}" destId="{8F58B55A-FA51-487A-B8EE-6B114731B42F}" srcOrd="0" destOrd="0" presId="urn:microsoft.com/office/officeart/2008/layout/LinedList"/>
    <dgm:cxn modelId="{6F93EDAE-BAB7-408D-B77D-A416A9CB3E81}" type="presParOf" srcId="{DCD44878-8257-4932-B1F8-BF22636ED7BA}" destId="{84D74733-371C-4F7F-AFF3-240E20A53D8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21F7AD-7D29-493D-8DA9-B6E69C9D3FE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84C0E7A4-0D02-4723-BED0-7EFC65642803}">
      <dgm:prSet/>
      <dgm:spPr/>
      <dgm:t>
        <a:bodyPr/>
        <a:lstStyle/>
        <a:p>
          <a:r>
            <a:rPr lang="en-US" b="1" i="0" dirty="0"/>
            <a:t>5. Understanding of cyber security basics: </a:t>
          </a:r>
          <a:r>
            <a:rPr lang="en-US" b="0" i="0" dirty="0"/>
            <a:t>Cyber security and cyber forensics are closely related fields and a strong foundation of cybersecurity helps in making a good career in cyber forensics.</a:t>
          </a:r>
          <a:endParaRPr lang="en-US" dirty="0"/>
        </a:p>
      </dgm:t>
    </dgm:pt>
    <dgm:pt modelId="{8D3C79B8-626E-4AA2-9220-97A2F91D028B}" type="parTrans" cxnId="{4D4C378A-8981-45A3-986B-A6707F7888D5}">
      <dgm:prSet/>
      <dgm:spPr/>
      <dgm:t>
        <a:bodyPr/>
        <a:lstStyle/>
        <a:p>
          <a:endParaRPr lang="en-US"/>
        </a:p>
      </dgm:t>
    </dgm:pt>
    <dgm:pt modelId="{10FCF546-CA16-49BB-AF47-96E9A81F098F}" type="sibTrans" cxnId="{4D4C378A-8981-45A3-986B-A6707F7888D5}">
      <dgm:prSet/>
      <dgm:spPr/>
      <dgm:t>
        <a:bodyPr/>
        <a:lstStyle/>
        <a:p>
          <a:endParaRPr lang="en-US"/>
        </a:p>
      </dgm:t>
    </dgm:pt>
    <dgm:pt modelId="{4FF47269-8567-4CD0-8E48-F1DABC49C33A}">
      <dgm:prSet/>
      <dgm:spPr/>
      <dgm:t>
        <a:bodyPr/>
        <a:lstStyle/>
        <a:p>
          <a:r>
            <a:rPr lang="en-US" b="1" i="0"/>
            <a:t>6. Analytical Skills</a:t>
          </a:r>
          <a:r>
            <a:rPr lang="en-US" b="0" i="0"/>
            <a:t>: Forensic experts need to have a good analytical understanding to analyze proofs, understand patterns, interpret data and then solve crimes.</a:t>
          </a:r>
          <a:endParaRPr lang="en-US"/>
        </a:p>
      </dgm:t>
    </dgm:pt>
    <dgm:pt modelId="{0F805ADE-02CD-46E2-BFF5-850EEE14FBEB}" type="parTrans" cxnId="{7342C900-CFED-4B71-9FFC-1DCCD8FCDBF0}">
      <dgm:prSet/>
      <dgm:spPr/>
      <dgm:t>
        <a:bodyPr/>
        <a:lstStyle/>
        <a:p>
          <a:endParaRPr lang="en-US"/>
        </a:p>
      </dgm:t>
    </dgm:pt>
    <dgm:pt modelId="{EB59CB94-D6C6-4BC0-B1A7-3210CA79D717}" type="sibTrans" cxnId="{7342C900-CFED-4B71-9FFC-1DCCD8FCDBF0}">
      <dgm:prSet/>
      <dgm:spPr/>
      <dgm:t>
        <a:bodyPr/>
        <a:lstStyle/>
        <a:p>
          <a:endParaRPr lang="en-US"/>
        </a:p>
      </dgm:t>
    </dgm:pt>
    <dgm:pt modelId="{9CB84A89-170F-4089-87EC-EADE9CA9D936}">
      <dgm:prSet/>
      <dgm:spPr/>
      <dgm:t>
        <a:bodyPr/>
        <a:lstStyle/>
        <a:p>
          <a:r>
            <a:rPr lang="en-US" b="1" i="0"/>
            <a:t>7. Urge to learn:</a:t>
          </a:r>
          <a:r>
            <a:rPr lang="en-US" b="0" i="0"/>
            <a:t> The field of cyber forensics is constantly changing, and the forensic aspirants must be enthusiastic to learn about emerging trends.</a:t>
          </a:r>
          <a:endParaRPr lang="en-US"/>
        </a:p>
      </dgm:t>
    </dgm:pt>
    <dgm:pt modelId="{7E859170-CD99-4376-B8B3-220B6A262B31}" type="parTrans" cxnId="{1BDC787B-88C4-4253-B148-9071F60DE73E}">
      <dgm:prSet/>
      <dgm:spPr/>
      <dgm:t>
        <a:bodyPr/>
        <a:lstStyle/>
        <a:p>
          <a:endParaRPr lang="en-US"/>
        </a:p>
      </dgm:t>
    </dgm:pt>
    <dgm:pt modelId="{B911FEAA-A3A7-4181-B1AE-42614F83E86C}" type="sibTrans" cxnId="{1BDC787B-88C4-4253-B148-9071F60DE73E}">
      <dgm:prSet/>
      <dgm:spPr/>
      <dgm:t>
        <a:bodyPr/>
        <a:lstStyle/>
        <a:p>
          <a:endParaRPr lang="en-US"/>
        </a:p>
      </dgm:t>
    </dgm:pt>
    <dgm:pt modelId="{6D2FEAB4-482B-482F-A35B-DF9FF18A1345}">
      <dgm:prSet/>
      <dgm:spPr/>
      <dgm:t>
        <a:bodyPr/>
        <a:lstStyle/>
        <a:p>
          <a:r>
            <a:rPr lang="en-US" b="1" i="0"/>
            <a:t>8. Enthusiasm to work with challenges:</a:t>
          </a:r>
          <a:r>
            <a:rPr lang="en-US" b="0" i="0"/>
            <a:t> The crime investigations pertaining to law and order often consists of disturbing contents and events. The forensic aspirants must be able to work in such a challenging environment.</a:t>
          </a:r>
          <a:endParaRPr lang="en-US"/>
        </a:p>
      </dgm:t>
    </dgm:pt>
    <dgm:pt modelId="{AEE7904D-FEEF-407C-BE41-C9071D4908E9}" type="parTrans" cxnId="{9E407329-9066-48E7-A5F7-FF6A29A53D14}">
      <dgm:prSet/>
      <dgm:spPr/>
      <dgm:t>
        <a:bodyPr/>
        <a:lstStyle/>
        <a:p>
          <a:endParaRPr lang="en-US"/>
        </a:p>
      </dgm:t>
    </dgm:pt>
    <dgm:pt modelId="{04B1576E-84B1-4CEC-9DC8-35C674D8A2B2}" type="sibTrans" cxnId="{9E407329-9066-48E7-A5F7-FF6A29A53D14}">
      <dgm:prSet/>
      <dgm:spPr/>
      <dgm:t>
        <a:bodyPr/>
        <a:lstStyle/>
        <a:p>
          <a:endParaRPr lang="en-US"/>
        </a:p>
      </dgm:t>
    </dgm:pt>
    <dgm:pt modelId="{C493435F-E28C-43C3-A1DA-2C605E4115A1}" type="pres">
      <dgm:prSet presAssocID="{4B21F7AD-7D29-493D-8DA9-B6E69C9D3FEE}" presName="vert0" presStyleCnt="0">
        <dgm:presLayoutVars>
          <dgm:dir/>
          <dgm:animOne val="branch"/>
          <dgm:animLvl val="lvl"/>
        </dgm:presLayoutVars>
      </dgm:prSet>
      <dgm:spPr/>
    </dgm:pt>
    <dgm:pt modelId="{41B796C3-57F7-474F-BD00-432E2828F225}" type="pres">
      <dgm:prSet presAssocID="{84C0E7A4-0D02-4723-BED0-7EFC65642803}" presName="thickLine" presStyleLbl="alignNode1" presStyleIdx="0" presStyleCnt="4"/>
      <dgm:spPr/>
    </dgm:pt>
    <dgm:pt modelId="{DB67BB2D-01B7-4790-818C-2B45BFD76CB0}" type="pres">
      <dgm:prSet presAssocID="{84C0E7A4-0D02-4723-BED0-7EFC65642803}" presName="horz1" presStyleCnt="0"/>
      <dgm:spPr/>
    </dgm:pt>
    <dgm:pt modelId="{2D29D495-6810-46FC-8A95-514380F677D7}" type="pres">
      <dgm:prSet presAssocID="{84C0E7A4-0D02-4723-BED0-7EFC65642803}" presName="tx1" presStyleLbl="revTx" presStyleIdx="0" presStyleCnt="4"/>
      <dgm:spPr/>
    </dgm:pt>
    <dgm:pt modelId="{CF44A4E2-47E0-4653-83F7-118671D02582}" type="pres">
      <dgm:prSet presAssocID="{84C0E7A4-0D02-4723-BED0-7EFC65642803}" presName="vert1" presStyleCnt="0"/>
      <dgm:spPr/>
    </dgm:pt>
    <dgm:pt modelId="{4E055DEA-2723-4A23-A422-207A7FDB4EAD}" type="pres">
      <dgm:prSet presAssocID="{4FF47269-8567-4CD0-8E48-F1DABC49C33A}" presName="thickLine" presStyleLbl="alignNode1" presStyleIdx="1" presStyleCnt="4"/>
      <dgm:spPr/>
    </dgm:pt>
    <dgm:pt modelId="{B09A8521-F540-403A-BEDF-F1595AD2B9EA}" type="pres">
      <dgm:prSet presAssocID="{4FF47269-8567-4CD0-8E48-F1DABC49C33A}" presName="horz1" presStyleCnt="0"/>
      <dgm:spPr/>
    </dgm:pt>
    <dgm:pt modelId="{780869DC-C0A3-4EC7-8728-C2ABF4F0A734}" type="pres">
      <dgm:prSet presAssocID="{4FF47269-8567-4CD0-8E48-F1DABC49C33A}" presName="tx1" presStyleLbl="revTx" presStyleIdx="1" presStyleCnt="4"/>
      <dgm:spPr/>
    </dgm:pt>
    <dgm:pt modelId="{465F9A5C-FE32-40A5-8E47-F09E769E8579}" type="pres">
      <dgm:prSet presAssocID="{4FF47269-8567-4CD0-8E48-F1DABC49C33A}" presName="vert1" presStyleCnt="0"/>
      <dgm:spPr/>
    </dgm:pt>
    <dgm:pt modelId="{B58947DC-8FAE-4E97-A761-0E8B924B2E40}" type="pres">
      <dgm:prSet presAssocID="{9CB84A89-170F-4089-87EC-EADE9CA9D936}" presName="thickLine" presStyleLbl="alignNode1" presStyleIdx="2" presStyleCnt="4"/>
      <dgm:spPr/>
    </dgm:pt>
    <dgm:pt modelId="{05174474-E8F2-4546-86FF-1ECFB74AE00A}" type="pres">
      <dgm:prSet presAssocID="{9CB84A89-170F-4089-87EC-EADE9CA9D936}" presName="horz1" presStyleCnt="0"/>
      <dgm:spPr/>
    </dgm:pt>
    <dgm:pt modelId="{154E3AC3-353F-4A52-8D0D-D5DD6BBF2872}" type="pres">
      <dgm:prSet presAssocID="{9CB84A89-170F-4089-87EC-EADE9CA9D936}" presName="tx1" presStyleLbl="revTx" presStyleIdx="2" presStyleCnt="4"/>
      <dgm:spPr/>
    </dgm:pt>
    <dgm:pt modelId="{03DE2393-716C-48CB-B4F2-F5D55F6894DE}" type="pres">
      <dgm:prSet presAssocID="{9CB84A89-170F-4089-87EC-EADE9CA9D936}" presName="vert1" presStyleCnt="0"/>
      <dgm:spPr/>
    </dgm:pt>
    <dgm:pt modelId="{E00498F9-B408-429F-833C-19FA6878CEC8}" type="pres">
      <dgm:prSet presAssocID="{6D2FEAB4-482B-482F-A35B-DF9FF18A1345}" presName="thickLine" presStyleLbl="alignNode1" presStyleIdx="3" presStyleCnt="4"/>
      <dgm:spPr/>
    </dgm:pt>
    <dgm:pt modelId="{D25002A2-4737-48CE-A600-3CC528AB23EC}" type="pres">
      <dgm:prSet presAssocID="{6D2FEAB4-482B-482F-A35B-DF9FF18A1345}" presName="horz1" presStyleCnt="0"/>
      <dgm:spPr/>
    </dgm:pt>
    <dgm:pt modelId="{9B255AC3-5F64-4BA2-9AB4-98B891CEC98E}" type="pres">
      <dgm:prSet presAssocID="{6D2FEAB4-482B-482F-A35B-DF9FF18A1345}" presName="tx1" presStyleLbl="revTx" presStyleIdx="3" presStyleCnt="4"/>
      <dgm:spPr/>
    </dgm:pt>
    <dgm:pt modelId="{7FED9C1E-7BA9-466C-B47F-E42B6454590C}" type="pres">
      <dgm:prSet presAssocID="{6D2FEAB4-482B-482F-A35B-DF9FF18A1345}" presName="vert1" presStyleCnt="0"/>
      <dgm:spPr/>
    </dgm:pt>
  </dgm:ptLst>
  <dgm:cxnLst>
    <dgm:cxn modelId="{7342C900-CFED-4B71-9FFC-1DCCD8FCDBF0}" srcId="{4B21F7AD-7D29-493D-8DA9-B6E69C9D3FEE}" destId="{4FF47269-8567-4CD0-8E48-F1DABC49C33A}" srcOrd="1" destOrd="0" parTransId="{0F805ADE-02CD-46E2-BFF5-850EEE14FBEB}" sibTransId="{EB59CB94-D6C6-4BC0-B1A7-3210CA79D717}"/>
    <dgm:cxn modelId="{34D4E923-2F1B-4B8E-BD93-488DEDC0888E}" type="presOf" srcId="{6D2FEAB4-482B-482F-A35B-DF9FF18A1345}" destId="{9B255AC3-5F64-4BA2-9AB4-98B891CEC98E}" srcOrd="0" destOrd="0" presId="urn:microsoft.com/office/officeart/2008/layout/LinedList"/>
    <dgm:cxn modelId="{9E407329-9066-48E7-A5F7-FF6A29A53D14}" srcId="{4B21F7AD-7D29-493D-8DA9-B6E69C9D3FEE}" destId="{6D2FEAB4-482B-482F-A35B-DF9FF18A1345}" srcOrd="3" destOrd="0" parTransId="{AEE7904D-FEEF-407C-BE41-C9071D4908E9}" sibTransId="{04B1576E-84B1-4CEC-9DC8-35C674D8A2B2}"/>
    <dgm:cxn modelId="{E2A43949-ED89-4DF0-9B92-1C24CB293BA9}" type="presOf" srcId="{4FF47269-8567-4CD0-8E48-F1DABC49C33A}" destId="{780869DC-C0A3-4EC7-8728-C2ABF4F0A734}" srcOrd="0" destOrd="0" presId="urn:microsoft.com/office/officeart/2008/layout/LinedList"/>
    <dgm:cxn modelId="{759F3B52-5836-4FE8-85EA-AE661A4DBD6A}" type="presOf" srcId="{84C0E7A4-0D02-4723-BED0-7EFC65642803}" destId="{2D29D495-6810-46FC-8A95-514380F677D7}" srcOrd="0" destOrd="0" presId="urn:microsoft.com/office/officeart/2008/layout/LinedList"/>
    <dgm:cxn modelId="{1BDC787B-88C4-4253-B148-9071F60DE73E}" srcId="{4B21F7AD-7D29-493D-8DA9-B6E69C9D3FEE}" destId="{9CB84A89-170F-4089-87EC-EADE9CA9D936}" srcOrd="2" destOrd="0" parTransId="{7E859170-CD99-4376-B8B3-220B6A262B31}" sibTransId="{B911FEAA-A3A7-4181-B1AE-42614F83E86C}"/>
    <dgm:cxn modelId="{4D4C378A-8981-45A3-986B-A6707F7888D5}" srcId="{4B21F7AD-7D29-493D-8DA9-B6E69C9D3FEE}" destId="{84C0E7A4-0D02-4723-BED0-7EFC65642803}" srcOrd="0" destOrd="0" parTransId="{8D3C79B8-626E-4AA2-9220-97A2F91D028B}" sibTransId="{10FCF546-CA16-49BB-AF47-96E9A81F098F}"/>
    <dgm:cxn modelId="{843DF297-1517-4DE7-8936-B39D8C603CF9}" type="presOf" srcId="{4B21F7AD-7D29-493D-8DA9-B6E69C9D3FEE}" destId="{C493435F-E28C-43C3-A1DA-2C605E4115A1}" srcOrd="0" destOrd="0" presId="urn:microsoft.com/office/officeart/2008/layout/LinedList"/>
    <dgm:cxn modelId="{97C82499-35BA-4C40-AE21-953F26B0DE0F}" type="presOf" srcId="{9CB84A89-170F-4089-87EC-EADE9CA9D936}" destId="{154E3AC3-353F-4A52-8D0D-D5DD6BBF2872}" srcOrd="0" destOrd="0" presId="urn:microsoft.com/office/officeart/2008/layout/LinedList"/>
    <dgm:cxn modelId="{7ED70B02-5CCD-48DA-BD47-3F462EA09971}" type="presParOf" srcId="{C493435F-E28C-43C3-A1DA-2C605E4115A1}" destId="{41B796C3-57F7-474F-BD00-432E2828F225}" srcOrd="0" destOrd="0" presId="urn:microsoft.com/office/officeart/2008/layout/LinedList"/>
    <dgm:cxn modelId="{607F0CCB-36E5-4742-AEE6-D739E94612B2}" type="presParOf" srcId="{C493435F-E28C-43C3-A1DA-2C605E4115A1}" destId="{DB67BB2D-01B7-4790-818C-2B45BFD76CB0}" srcOrd="1" destOrd="0" presId="urn:microsoft.com/office/officeart/2008/layout/LinedList"/>
    <dgm:cxn modelId="{D02D61B2-2DE4-4405-93A2-0FA41777EC9C}" type="presParOf" srcId="{DB67BB2D-01B7-4790-818C-2B45BFD76CB0}" destId="{2D29D495-6810-46FC-8A95-514380F677D7}" srcOrd="0" destOrd="0" presId="urn:microsoft.com/office/officeart/2008/layout/LinedList"/>
    <dgm:cxn modelId="{CA65863B-EBDA-4CB4-8699-2E2FEE9441C8}" type="presParOf" srcId="{DB67BB2D-01B7-4790-818C-2B45BFD76CB0}" destId="{CF44A4E2-47E0-4653-83F7-118671D02582}" srcOrd="1" destOrd="0" presId="urn:microsoft.com/office/officeart/2008/layout/LinedList"/>
    <dgm:cxn modelId="{E408E2BC-486D-4EAF-B869-A476942F1DA0}" type="presParOf" srcId="{C493435F-E28C-43C3-A1DA-2C605E4115A1}" destId="{4E055DEA-2723-4A23-A422-207A7FDB4EAD}" srcOrd="2" destOrd="0" presId="urn:microsoft.com/office/officeart/2008/layout/LinedList"/>
    <dgm:cxn modelId="{539A500C-AE8A-415C-8E2A-59B3BD5C1A9D}" type="presParOf" srcId="{C493435F-E28C-43C3-A1DA-2C605E4115A1}" destId="{B09A8521-F540-403A-BEDF-F1595AD2B9EA}" srcOrd="3" destOrd="0" presId="urn:microsoft.com/office/officeart/2008/layout/LinedList"/>
    <dgm:cxn modelId="{E794853C-3E5B-4C26-81FB-FC5D3D79EB06}" type="presParOf" srcId="{B09A8521-F540-403A-BEDF-F1595AD2B9EA}" destId="{780869DC-C0A3-4EC7-8728-C2ABF4F0A734}" srcOrd="0" destOrd="0" presId="urn:microsoft.com/office/officeart/2008/layout/LinedList"/>
    <dgm:cxn modelId="{40A09DCD-A00F-4FAA-8DD5-8DD1A14E86D0}" type="presParOf" srcId="{B09A8521-F540-403A-BEDF-F1595AD2B9EA}" destId="{465F9A5C-FE32-40A5-8E47-F09E769E8579}" srcOrd="1" destOrd="0" presId="urn:microsoft.com/office/officeart/2008/layout/LinedList"/>
    <dgm:cxn modelId="{3EF88078-685A-4F4D-9944-C71AA7F5804E}" type="presParOf" srcId="{C493435F-E28C-43C3-A1DA-2C605E4115A1}" destId="{B58947DC-8FAE-4E97-A761-0E8B924B2E40}" srcOrd="4" destOrd="0" presId="urn:microsoft.com/office/officeart/2008/layout/LinedList"/>
    <dgm:cxn modelId="{ADFC1FF6-6CA3-479E-932F-FF9A69D37D82}" type="presParOf" srcId="{C493435F-E28C-43C3-A1DA-2C605E4115A1}" destId="{05174474-E8F2-4546-86FF-1ECFB74AE00A}" srcOrd="5" destOrd="0" presId="urn:microsoft.com/office/officeart/2008/layout/LinedList"/>
    <dgm:cxn modelId="{FC1E14CE-EA6E-4C55-AE10-69DC2A12F7BD}" type="presParOf" srcId="{05174474-E8F2-4546-86FF-1ECFB74AE00A}" destId="{154E3AC3-353F-4A52-8D0D-D5DD6BBF2872}" srcOrd="0" destOrd="0" presId="urn:microsoft.com/office/officeart/2008/layout/LinedList"/>
    <dgm:cxn modelId="{7E8B5F5E-8F70-4302-9600-C93BD1C65954}" type="presParOf" srcId="{05174474-E8F2-4546-86FF-1ECFB74AE00A}" destId="{03DE2393-716C-48CB-B4F2-F5D55F6894DE}" srcOrd="1" destOrd="0" presId="urn:microsoft.com/office/officeart/2008/layout/LinedList"/>
    <dgm:cxn modelId="{B85E0906-1F54-4018-BD67-CB574E9A5CD0}" type="presParOf" srcId="{C493435F-E28C-43C3-A1DA-2C605E4115A1}" destId="{E00498F9-B408-429F-833C-19FA6878CEC8}" srcOrd="6" destOrd="0" presId="urn:microsoft.com/office/officeart/2008/layout/LinedList"/>
    <dgm:cxn modelId="{A5BEECBF-62EA-4749-864E-9B6B8092F084}" type="presParOf" srcId="{C493435F-E28C-43C3-A1DA-2C605E4115A1}" destId="{D25002A2-4737-48CE-A600-3CC528AB23EC}" srcOrd="7" destOrd="0" presId="urn:microsoft.com/office/officeart/2008/layout/LinedList"/>
    <dgm:cxn modelId="{3DD2AD7B-4F56-460C-B513-80F2E9085A59}" type="presParOf" srcId="{D25002A2-4737-48CE-A600-3CC528AB23EC}" destId="{9B255AC3-5F64-4BA2-9AB4-98B891CEC98E}" srcOrd="0" destOrd="0" presId="urn:microsoft.com/office/officeart/2008/layout/LinedList"/>
    <dgm:cxn modelId="{8BA77767-9BD8-4A7D-BDF4-9AF15D66F046}" type="presParOf" srcId="{D25002A2-4737-48CE-A600-3CC528AB23EC}" destId="{7FED9C1E-7BA9-466C-B47F-E42B6454590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0CED5-DD57-441A-A52A-E6692FB682DF}">
      <dsp:nvSpPr>
        <dsp:cNvPr id="0" name=""/>
        <dsp:cNvSpPr/>
      </dsp:nvSpPr>
      <dsp:spPr>
        <a:xfrm>
          <a:off x="0" y="2565"/>
          <a:ext cx="8389411" cy="10919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68A0FC-7261-48BD-9112-A8A36813CDCB}">
      <dsp:nvSpPr>
        <dsp:cNvPr id="0" name=""/>
        <dsp:cNvSpPr/>
      </dsp:nvSpPr>
      <dsp:spPr>
        <a:xfrm>
          <a:off x="330329" y="248265"/>
          <a:ext cx="601185" cy="6005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B697C4-C831-4EAD-A267-7E31814845BE}">
      <dsp:nvSpPr>
        <dsp:cNvPr id="0" name=""/>
        <dsp:cNvSpPr/>
      </dsp:nvSpPr>
      <dsp:spPr>
        <a:xfrm>
          <a:off x="1261844" y="2565"/>
          <a:ext cx="6802211" cy="1093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83" tIns="115683" rIns="115683" bIns="115683" numCol="1" spcCol="1270" anchor="ctr" anchorCtr="0">
          <a:noAutofit/>
        </a:bodyPr>
        <a:lstStyle/>
        <a:p>
          <a:pPr marL="0" lvl="0" indent="0" algn="just" defTabSz="889000">
            <a:lnSpc>
              <a:spcPct val="90000"/>
            </a:lnSpc>
            <a:spcBef>
              <a:spcPct val="0"/>
            </a:spcBef>
            <a:spcAft>
              <a:spcPct val="35000"/>
            </a:spcAft>
            <a:buNone/>
          </a:pPr>
          <a:r>
            <a:rPr lang="en-US" sz="2000" b="1" i="0" kern="1200">
              <a:latin typeface="Times New Roman" panose="02020603050405020304" pitchFamily="18" charset="0"/>
              <a:cs typeface="Times New Roman" panose="02020603050405020304" pitchFamily="18" charset="0"/>
            </a:rPr>
            <a:t>The process of gathering and documenting proof from a computer or a computing device in a form presentable to the court by applying the techniques of investigation and analysis is called Cyber Forensics. </a:t>
          </a:r>
          <a:endParaRPr lang="en-US" sz="2000" b="1" kern="1200">
            <a:latin typeface="Times New Roman" panose="02020603050405020304" pitchFamily="18" charset="0"/>
            <a:cs typeface="Times New Roman" panose="02020603050405020304" pitchFamily="18" charset="0"/>
          </a:endParaRPr>
        </a:p>
      </dsp:txBody>
      <dsp:txXfrm>
        <a:off x="1261844" y="2565"/>
        <a:ext cx="6802211" cy="1093064"/>
      </dsp:txXfrm>
    </dsp:sp>
    <dsp:sp modelId="{6585C9A8-5A7C-4728-A506-D22D9006D54D}">
      <dsp:nvSpPr>
        <dsp:cNvPr id="0" name=""/>
        <dsp:cNvSpPr/>
      </dsp:nvSpPr>
      <dsp:spPr>
        <a:xfrm>
          <a:off x="0" y="1345474"/>
          <a:ext cx="8389411" cy="10919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0E7DEF-291D-453C-B3A6-FC75D25B9C07}">
      <dsp:nvSpPr>
        <dsp:cNvPr id="0" name=""/>
        <dsp:cNvSpPr/>
      </dsp:nvSpPr>
      <dsp:spPr>
        <a:xfrm>
          <a:off x="330329" y="1591173"/>
          <a:ext cx="601185" cy="6005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E44794-80C4-472C-A5D0-307D4FEA3B00}">
      <dsp:nvSpPr>
        <dsp:cNvPr id="0" name=""/>
        <dsp:cNvSpPr/>
      </dsp:nvSpPr>
      <dsp:spPr>
        <a:xfrm>
          <a:off x="1261844" y="1345474"/>
          <a:ext cx="6802211" cy="1093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83" tIns="115683" rIns="115683" bIns="115683" numCol="1" spcCol="1270" anchor="ctr" anchorCtr="0">
          <a:noAutofit/>
        </a:bodyPr>
        <a:lstStyle/>
        <a:p>
          <a:pPr marL="0" lvl="0" indent="0" algn="just" defTabSz="889000">
            <a:lnSpc>
              <a:spcPct val="90000"/>
            </a:lnSpc>
            <a:spcBef>
              <a:spcPct val="0"/>
            </a:spcBef>
            <a:spcAft>
              <a:spcPct val="35000"/>
            </a:spcAft>
            <a:buNone/>
          </a:pPr>
          <a:r>
            <a:rPr lang="en-US" sz="2000" b="1" i="0" kern="1200">
              <a:latin typeface="Times New Roman" panose="02020603050405020304" pitchFamily="18" charset="0"/>
              <a:cs typeface="Times New Roman" panose="02020603050405020304" pitchFamily="18" charset="0"/>
            </a:rPr>
            <a:t>Cyber Forensics is also called Computer Forensics. </a:t>
          </a:r>
          <a:endParaRPr lang="en-US" sz="2000" b="1" kern="1200">
            <a:latin typeface="Times New Roman" panose="02020603050405020304" pitchFamily="18" charset="0"/>
            <a:cs typeface="Times New Roman" panose="02020603050405020304" pitchFamily="18" charset="0"/>
          </a:endParaRPr>
        </a:p>
      </dsp:txBody>
      <dsp:txXfrm>
        <a:off x="1261844" y="1345474"/>
        <a:ext cx="6802211" cy="1093064"/>
      </dsp:txXfrm>
    </dsp:sp>
    <dsp:sp modelId="{492690F3-70D2-4737-94AF-D45F166E5236}">
      <dsp:nvSpPr>
        <dsp:cNvPr id="0" name=""/>
        <dsp:cNvSpPr/>
      </dsp:nvSpPr>
      <dsp:spPr>
        <a:xfrm>
          <a:off x="0" y="2688382"/>
          <a:ext cx="8389411" cy="10919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31AE79-0B99-491D-94A2-72854B65D810}">
      <dsp:nvSpPr>
        <dsp:cNvPr id="0" name=""/>
        <dsp:cNvSpPr/>
      </dsp:nvSpPr>
      <dsp:spPr>
        <a:xfrm>
          <a:off x="330329" y="2934082"/>
          <a:ext cx="601185" cy="6005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2B9F6C-BE6A-4C08-931E-3422CF73B74D}">
      <dsp:nvSpPr>
        <dsp:cNvPr id="0" name=""/>
        <dsp:cNvSpPr/>
      </dsp:nvSpPr>
      <dsp:spPr>
        <a:xfrm>
          <a:off x="1261844" y="2688382"/>
          <a:ext cx="6802211" cy="1093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83" tIns="115683" rIns="115683" bIns="115683" numCol="1" spcCol="1270" anchor="ctr" anchorCtr="0">
          <a:noAutofit/>
        </a:bodyPr>
        <a:lstStyle/>
        <a:p>
          <a:pPr marL="0" lvl="0" indent="0" algn="just" defTabSz="889000">
            <a:lnSpc>
              <a:spcPct val="90000"/>
            </a:lnSpc>
            <a:spcBef>
              <a:spcPct val="0"/>
            </a:spcBef>
            <a:spcAft>
              <a:spcPct val="35000"/>
            </a:spcAft>
            <a:buNone/>
          </a:pPr>
          <a:r>
            <a:rPr lang="en-US" sz="2000" b="1" i="0" kern="1200">
              <a:latin typeface="Times New Roman" panose="02020603050405020304" pitchFamily="18" charset="0"/>
              <a:cs typeface="Times New Roman" panose="02020603050405020304" pitchFamily="18" charset="0"/>
            </a:rPr>
            <a:t>The aim of cyber forensics is to determine who is responsible for what exactly happened on the computer while documenting the evidence and performing a proper investigation.</a:t>
          </a:r>
          <a:endParaRPr lang="en-US" sz="2000" b="1" kern="1200">
            <a:latin typeface="Times New Roman" panose="02020603050405020304" pitchFamily="18" charset="0"/>
            <a:cs typeface="Times New Roman" panose="02020603050405020304" pitchFamily="18" charset="0"/>
          </a:endParaRPr>
        </a:p>
      </dsp:txBody>
      <dsp:txXfrm>
        <a:off x="1261844" y="2688382"/>
        <a:ext cx="6802211" cy="1093064"/>
      </dsp:txXfrm>
    </dsp:sp>
    <dsp:sp modelId="{C6CF2176-9745-4F02-A9A3-56FE8B8025BD}">
      <dsp:nvSpPr>
        <dsp:cNvPr id="0" name=""/>
        <dsp:cNvSpPr/>
      </dsp:nvSpPr>
      <dsp:spPr>
        <a:xfrm>
          <a:off x="0" y="4031291"/>
          <a:ext cx="8389411" cy="10919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967CCF-FBCD-45A2-ACEA-67FCA0D9DCF2}">
      <dsp:nvSpPr>
        <dsp:cNvPr id="0" name=""/>
        <dsp:cNvSpPr/>
      </dsp:nvSpPr>
      <dsp:spPr>
        <a:xfrm>
          <a:off x="330329" y="4276990"/>
          <a:ext cx="601185" cy="60059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A3BBEF-B350-4B33-897C-6383CEE98F80}">
      <dsp:nvSpPr>
        <dsp:cNvPr id="0" name=""/>
        <dsp:cNvSpPr/>
      </dsp:nvSpPr>
      <dsp:spPr>
        <a:xfrm>
          <a:off x="1261844" y="4031291"/>
          <a:ext cx="6802211" cy="1093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83" tIns="115683" rIns="115683" bIns="115683" numCol="1" spcCol="1270" anchor="ctr" anchorCtr="0">
          <a:noAutofit/>
        </a:bodyPr>
        <a:lstStyle/>
        <a:p>
          <a:pPr marL="0" lvl="0" indent="0" algn="just" defTabSz="889000">
            <a:lnSpc>
              <a:spcPct val="90000"/>
            </a:lnSpc>
            <a:spcBef>
              <a:spcPct val="0"/>
            </a:spcBef>
            <a:spcAft>
              <a:spcPct val="35000"/>
            </a:spcAft>
            <a:buNone/>
          </a:pPr>
          <a:r>
            <a:rPr lang="en-US" sz="2000" b="1" i="0" kern="1200">
              <a:latin typeface="Times New Roman" panose="02020603050405020304" pitchFamily="18" charset="0"/>
              <a:cs typeface="Times New Roman" panose="02020603050405020304" pitchFamily="18" charset="0"/>
            </a:rPr>
            <a:t>The storage media of the device under investigation is made into a digital copy by the investigators and the investigation is performed on the digital copy while making sure the device under investigation is not contaminated accidentally.</a:t>
          </a:r>
          <a:endParaRPr lang="en-US" sz="2000" b="1" kern="1200">
            <a:latin typeface="Times New Roman" panose="02020603050405020304" pitchFamily="18" charset="0"/>
            <a:cs typeface="Times New Roman" panose="02020603050405020304" pitchFamily="18" charset="0"/>
          </a:endParaRPr>
        </a:p>
      </dsp:txBody>
      <dsp:txXfrm>
        <a:off x="1261844" y="4031291"/>
        <a:ext cx="6802211" cy="10930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DD5476-3BD2-4AC1-AD15-8F222ABA54E8}">
      <dsp:nvSpPr>
        <dsp:cNvPr id="0" name=""/>
        <dsp:cNvSpPr/>
      </dsp:nvSpPr>
      <dsp:spPr>
        <a:xfrm>
          <a:off x="0" y="629"/>
          <a:ext cx="711791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BB054B-9AD4-4028-B785-E2E446938DD8}">
      <dsp:nvSpPr>
        <dsp:cNvPr id="0" name=""/>
        <dsp:cNvSpPr/>
      </dsp:nvSpPr>
      <dsp:spPr>
        <a:xfrm>
          <a:off x="0" y="629"/>
          <a:ext cx="7117918" cy="1031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dirty="0"/>
            <a:t>Cyber Forensics is needed for the investigation of crime and law enforcement. </a:t>
          </a:r>
          <a:endParaRPr lang="en-US" sz="2400" kern="1200" dirty="0"/>
        </a:p>
      </dsp:txBody>
      <dsp:txXfrm>
        <a:off x="0" y="629"/>
        <a:ext cx="7117918" cy="1031157"/>
      </dsp:txXfrm>
    </dsp:sp>
    <dsp:sp modelId="{A0160D3F-A4AA-4B7C-ACAA-B4B3631BDBC2}">
      <dsp:nvSpPr>
        <dsp:cNvPr id="0" name=""/>
        <dsp:cNvSpPr/>
      </dsp:nvSpPr>
      <dsp:spPr>
        <a:xfrm>
          <a:off x="0" y="1031787"/>
          <a:ext cx="7117918" cy="0"/>
        </a:xfrm>
        <a:prstGeom prst="line">
          <a:avLst/>
        </a:prstGeom>
        <a:solidFill>
          <a:schemeClr val="accent2">
            <a:hueOff val="-2014191"/>
            <a:satOff val="-3602"/>
            <a:lumOff val="5392"/>
            <a:alphaOff val="0"/>
          </a:schemeClr>
        </a:solidFill>
        <a:ln w="12700" cap="flat" cmpd="sng" algn="ctr">
          <a:solidFill>
            <a:schemeClr val="accent2">
              <a:hueOff val="-2014191"/>
              <a:satOff val="-3602"/>
              <a:lumOff val="5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49C858-10A1-461A-8773-FE1492E76E14}">
      <dsp:nvSpPr>
        <dsp:cNvPr id="0" name=""/>
        <dsp:cNvSpPr/>
      </dsp:nvSpPr>
      <dsp:spPr>
        <a:xfrm>
          <a:off x="0" y="1031787"/>
          <a:ext cx="7117918" cy="1031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There are cases like hacking and denial of service (DOS) attacks where the computer system is the crime scene. </a:t>
          </a:r>
          <a:endParaRPr lang="en-US" sz="2400" kern="1200"/>
        </a:p>
      </dsp:txBody>
      <dsp:txXfrm>
        <a:off x="0" y="1031787"/>
        <a:ext cx="7117918" cy="1031157"/>
      </dsp:txXfrm>
    </dsp:sp>
    <dsp:sp modelId="{339069A7-2E14-4D03-9672-50888F33331E}">
      <dsp:nvSpPr>
        <dsp:cNvPr id="0" name=""/>
        <dsp:cNvSpPr/>
      </dsp:nvSpPr>
      <dsp:spPr>
        <a:xfrm>
          <a:off x="0" y="2062945"/>
          <a:ext cx="7117918" cy="0"/>
        </a:xfrm>
        <a:prstGeom prst="line">
          <a:avLst/>
        </a:prstGeom>
        <a:solidFill>
          <a:schemeClr val="accent2">
            <a:hueOff val="-4028383"/>
            <a:satOff val="-7204"/>
            <a:lumOff val="10784"/>
            <a:alphaOff val="0"/>
          </a:schemeClr>
        </a:solidFill>
        <a:ln w="12700" cap="flat" cmpd="sng" algn="ctr">
          <a:solidFill>
            <a:schemeClr val="accent2">
              <a:hueOff val="-4028383"/>
              <a:satOff val="-7204"/>
              <a:lumOff val="10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CBF28C-A03E-42AB-99BD-D088A453745E}">
      <dsp:nvSpPr>
        <dsp:cNvPr id="0" name=""/>
        <dsp:cNvSpPr/>
      </dsp:nvSpPr>
      <dsp:spPr>
        <a:xfrm>
          <a:off x="0" y="2062945"/>
          <a:ext cx="7117918" cy="1031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The proof of the crime will be present in the computer system. </a:t>
          </a:r>
          <a:endParaRPr lang="en-US" sz="2400" kern="1200"/>
        </a:p>
      </dsp:txBody>
      <dsp:txXfrm>
        <a:off x="0" y="2062945"/>
        <a:ext cx="7117918" cy="1031157"/>
      </dsp:txXfrm>
    </dsp:sp>
    <dsp:sp modelId="{1D694B6A-3051-4F27-9384-F67A88927489}">
      <dsp:nvSpPr>
        <dsp:cNvPr id="0" name=""/>
        <dsp:cNvSpPr/>
      </dsp:nvSpPr>
      <dsp:spPr>
        <a:xfrm>
          <a:off x="0" y="3094103"/>
          <a:ext cx="7117918" cy="0"/>
        </a:xfrm>
        <a:prstGeom prst="line">
          <a:avLst/>
        </a:prstGeom>
        <a:solidFill>
          <a:schemeClr val="accent2">
            <a:hueOff val="-6042574"/>
            <a:satOff val="-10805"/>
            <a:lumOff val="16176"/>
            <a:alphaOff val="0"/>
          </a:schemeClr>
        </a:solidFill>
        <a:ln w="12700" cap="flat" cmpd="sng" algn="ctr">
          <a:solidFill>
            <a:schemeClr val="accent2">
              <a:hueOff val="-6042574"/>
              <a:satOff val="-10805"/>
              <a:lumOff val="16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73B7D9-69F4-4C71-8614-6BD4F8FD8BD1}">
      <dsp:nvSpPr>
        <dsp:cNvPr id="0" name=""/>
        <dsp:cNvSpPr/>
      </dsp:nvSpPr>
      <dsp:spPr>
        <a:xfrm>
          <a:off x="0" y="3094103"/>
          <a:ext cx="7117918" cy="1031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The proofs can be browsing history, emails, documents, etc. </a:t>
          </a:r>
          <a:endParaRPr lang="en-US" sz="2400" kern="1200"/>
        </a:p>
      </dsp:txBody>
      <dsp:txXfrm>
        <a:off x="0" y="3094103"/>
        <a:ext cx="7117918" cy="1031157"/>
      </dsp:txXfrm>
    </dsp:sp>
    <dsp:sp modelId="{ADCB8898-5E9F-4707-8519-81068B5C2DDA}">
      <dsp:nvSpPr>
        <dsp:cNvPr id="0" name=""/>
        <dsp:cNvSpPr/>
      </dsp:nvSpPr>
      <dsp:spPr>
        <a:xfrm>
          <a:off x="0" y="4125261"/>
          <a:ext cx="7117918" cy="0"/>
        </a:xfrm>
        <a:prstGeom prst="line">
          <a:avLst/>
        </a:prstGeom>
        <a:solidFill>
          <a:schemeClr val="accent2">
            <a:hueOff val="-8056765"/>
            <a:satOff val="-14407"/>
            <a:lumOff val="21568"/>
            <a:alphaOff val="0"/>
          </a:schemeClr>
        </a:solidFill>
        <a:ln w="12700" cap="flat" cmpd="sng" algn="ctr">
          <a:solidFill>
            <a:schemeClr val="accent2">
              <a:hueOff val="-8056765"/>
              <a:satOff val="-14407"/>
              <a:lumOff val="2156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94A7B1-A3A0-4799-9799-517680CDD2C9}">
      <dsp:nvSpPr>
        <dsp:cNvPr id="0" name=""/>
        <dsp:cNvSpPr/>
      </dsp:nvSpPr>
      <dsp:spPr>
        <a:xfrm>
          <a:off x="0" y="4125261"/>
          <a:ext cx="7117918" cy="1031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These proofs on the computer system alone can be used as evidence in the court of law to sort out allegations or to protect the innocent people from charges.</a:t>
          </a:r>
          <a:endParaRPr lang="en-US" sz="2400" kern="1200"/>
        </a:p>
      </dsp:txBody>
      <dsp:txXfrm>
        <a:off x="0" y="4125261"/>
        <a:ext cx="7117918" cy="10311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731130-333C-4515-AA1B-53285F91063D}">
      <dsp:nvSpPr>
        <dsp:cNvPr id="0" name=""/>
        <dsp:cNvSpPr/>
      </dsp:nvSpPr>
      <dsp:spPr>
        <a:xfrm>
          <a:off x="0" y="0"/>
          <a:ext cx="893855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63C09C-1510-4D91-9C7D-395983973B4F}">
      <dsp:nvSpPr>
        <dsp:cNvPr id="0" name=""/>
        <dsp:cNvSpPr/>
      </dsp:nvSpPr>
      <dsp:spPr>
        <a:xfrm>
          <a:off x="0" y="0"/>
          <a:ext cx="8938555" cy="1398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just" defTabSz="800100">
            <a:lnSpc>
              <a:spcPct val="90000"/>
            </a:lnSpc>
            <a:spcBef>
              <a:spcPct val="0"/>
            </a:spcBef>
            <a:spcAft>
              <a:spcPct val="35000"/>
            </a:spcAft>
            <a:buNone/>
          </a:pPr>
          <a:r>
            <a:rPr lang="en-US" sz="1800" b="0" i="0" kern="1200" dirty="0"/>
            <a:t>Let us now discuss the 7 steps how does it work.</a:t>
          </a:r>
          <a:endParaRPr lang="en-US" sz="1800" kern="1200" dirty="0"/>
        </a:p>
      </dsp:txBody>
      <dsp:txXfrm>
        <a:off x="0" y="0"/>
        <a:ext cx="8938555" cy="1398340"/>
      </dsp:txXfrm>
    </dsp:sp>
    <dsp:sp modelId="{407D5571-9C22-4E8D-BFAA-55729AA83306}">
      <dsp:nvSpPr>
        <dsp:cNvPr id="0" name=""/>
        <dsp:cNvSpPr/>
      </dsp:nvSpPr>
      <dsp:spPr>
        <a:xfrm>
          <a:off x="0" y="1398340"/>
          <a:ext cx="893855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6512CE-4195-4C4C-B154-EA54C8D351BE}">
      <dsp:nvSpPr>
        <dsp:cNvPr id="0" name=""/>
        <dsp:cNvSpPr/>
      </dsp:nvSpPr>
      <dsp:spPr>
        <a:xfrm>
          <a:off x="0" y="1398340"/>
          <a:ext cx="8938555" cy="1398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just" defTabSz="800100">
            <a:lnSpc>
              <a:spcPct val="90000"/>
            </a:lnSpc>
            <a:spcBef>
              <a:spcPct val="0"/>
            </a:spcBef>
            <a:spcAft>
              <a:spcPct val="35000"/>
            </a:spcAft>
            <a:buNone/>
          </a:pPr>
          <a:r>
            <a:rPr lang="en-US" sz="1800" b="1" i="0" kern="1200" dirty="0"/>
            <a:t>1. Copying the hard drive of the system under investigation: </a:t>
          </a:r>
          <a:r>
            <a:rPr lang="en-US" sz="1800" b="0" i="0" kern="1200" dirty="0"/>
            <a:t>Copying or imaging the hard drive means making a copy of the files and folders present on the hard drive. The replica of the drive is created on another drive-by copying every bit of data on the drive from the system under investigation.</a:t>
          </a:r>
          <a:endParaRPr lang="en-US" sz="1800" kern="1200" dirty="0"/>
        </a:p>
      </dsp:txBody>
      <dsp:txXfrm>
        <a:off x="0" y="1398340"/>
        <a:ext cx="8938555" cy="1398340"/>
      </dsp:txXfrm>
    </dsp:sp>
    <dsp:sp modelId="{6294F783-519E-4FC3-B66A-8DD4930BC9CB}">
      <dsp:nvSpPr>
        <dsp:cNvPr id="0" name=""/>
        <dsp:cNvSpPr/>
      </dsp:nvSpPr>
      <dsp:spPr>
        <a:xfrm>
          <a:off x="0" y="2796681"/>
          <a:ext cx="893855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92C8DC-954F-4DE2-A12B-6D1CA21D1C0F}">
      <dsp:nvSpPr>
        <dsp:cNvPr id="0" name=""/>
        <dsp:cNvSpPr/>
      </dsp:nvSpPr>
      <dsp:spPr>
        <a:xfrm>
          <a:off x="0" y="2796681"/>
          <a:ext cx="8938555" cy="1398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just" defTabSz="800100">
            <a:lnSpc>
              <a:spcPct val="90000"/>
            </a:lnSpc>
            <a:spcBef>
              <a:spcPct val="0"/>
            </a:spcBef>
            <a:spcAft>
              <a:spcPct val="35000"/>
            </a:spcAft>
            <a:buNone/>
          </a:pPr>
          <a:r>
            <a:rPr lang="en-US" sz="1800" b="1" i="0" kern="1200"/>
            <a:t>2. Verification of the copied</a:t>
          </a:r>
          <a:r>
            <a:rPr lang="en-US" sz="1800" b="0" i="0" kern="1200"/>
            <a:t> </a:t>
          </a:r>
          <a:r>
            <a:rPr lang="en-US" sz="1800" b="1" i="0" kern="1200"/>
            <a:t>data</a:t>
          </a:r>
          <a:r>
            <a:rPr lang="en-US" sz="1800" b="0" i="0" kern="1200"/>
            <a:t>: After the data is copied from the hard drive of the system under investigation to another hard drive, the forensic experts make sure if the copied data is exactly the same as the original data.</a:t>
          </a:r>
          <a:endParaRPr lang="en-US" sz="1800" kern="1200"/>
        </a:p>
      </dsp:txBody>
      <dsp:txXfrm>
        <a:off x="0" y="2796681"/>
        <a:ext cx="8938555" cy="1398340"/>
      </dsp:txXfrm>
    </dsp:sp>
    <dsp:sp modelId="{919589FC-3795-471D-A649-E989E41AC951}">
      <dsp:nvSpPr>
        <dsp:cNvPr id="0" name=""/>
        <dsp:cNvSpPr/>
      </dsp:nvSpPr>
      <dsp:spPr>
        <a:xfrm>
          <a:off x="0" y="4195022"/>
          <a:ext cx="8938555"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096FE8-E9E0-40FA-BA36-10579C1E0775}">
      <dsp:nvSpPr>
        <dsp:cNvPr id="0" name=""/>
        <dsp:cNvSpPr/>
      </dsp:nvSpPr>
      <dsp:spPr>
        <a:xfrm>
          <a:off x="0" y="4195022"/>
          <a:ext cx="8938555" cy="1398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just" defTabSz="800100">
            <a:lnSpc>
              <a:spcPct val="90000"/>
            </a:lnSpc>
            <a:spcBef>
              <a:spcPct val="0"/>
            </a:spcBef>
            <a:spcAft>
              <a:spcPct val="35000"/>
            </a:spcAft>
            <a:buNone/>
          </a:pPr>
          <a:r>
            <a:rPr lang="en-US" sz="1800" b="1" i="0" kern="1200"/>
            <a:t>3. Ensuring the copied data is forensically</a:t>
          </a:r>
          <a:r>
            <a:rPr lang="en-US" sz="1800" b="0" i="0" kern="1200"/>
            <a:t> </a:t>
          </a:r>
          <a:r>
            <a:rPr lang="en-US" sz="1800" b="1" i="0" kern="1200"/>
            <a:t>sound</a:t>
          </a:r>
          <a:r>
            <a:rPr lang="en-US" sz="1800" b="0" i="0" kern="1200"/>
            <a:t>: Based on the operating system used in the computer, the data written to the hard drive is in a format compatible with the operating system. Hence the forensic experts must make sure the data while being copied from the drive of the system under investigation into another drive is not altered in any way. That is, the data is copied using a write-blocking device in a forensically sound manner.</a:t>
          </a:r>
          <a:endParaRPr lang="en-US" sz="1800" kern="1200"/>
        </a:p>
      </dsp:txBody>
      <dsp:txXfrm>
        <a:off x="0" y="4195022"/>
        <a:ext cx="8938555" cy="13983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343B3-BF0B-4DAD-B048-47ADD3ADCF1C}">
      <dsp:nvSpPr>
        <dsp:cNvPr id="0" name=""/>
        <dsp:cNvSpPr/>
      </dsp:nvSpPr>
      <dsp:spPr>
        <a:xfrm>
          <a:off x="0" y="0"/>
          <a:ext cx="851809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A9BD57-19A8-49E6-867D-FA56C10A0A62}">
      <dsp:nvSpPr>
        <dsp:cNvPr id="0" name=""/>
        <dsp:cNvSpPr/>
      </dsp:nvSpPr>
      <dsp:spPr>
        <a:xfrm>
          <a:off x="0" y="0"/>
          <a:ext cx="8518094" cy="156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just" defTabSz="889000">
            <a:lnSpc>
              <a:spcPct val="90000"/>
            </a:lnSpc>
            <a:spcBef>
              <a:spcPct val="0"/>
            </a:spcBef>
            <a:spcAft>
              <a:spcPct val="35000"/>
            </a:spcAft>
            <a:buNone/>
          </a:pPr>
          <a:r>
            <a:rPr lang="en-US" sz="2000" b="1" i="0" kern="1200">
              <a:solidFill>
                <a:schemeClr val="tx1"/>
              </a:solidFill>
              <a:latin typeface="Times New Roman" panose="02020603050405020304" pitchFamily="18" charset="0"/>
              <a:cs typeface="Times New Roman" panose="02020603050405020304" pitchFamily="18" charset="0"/>
            </a:rPr>
            <a:t>4. Deleted files</a:t>
          </a:r>
          <a:r>
            <a:rPr lang="en-US" sz="2000" b="0" i="0" kern="1200">
              <a:solidFill>
                <a:schemeClr val="tx1"/>
              </a:solidFill>
              <a:latin typeface="Times New Roman" panose="02020603050405020304" pitchFamily="18" charset="0"/>
              <a:cs typeface="Times New Roman" panose="02020603050405020304" pitchFamily="18" charset="0"/>
            </a:rPr>
            <a:t> </a:t>
          </a:r>
          <a:r>
            <a:rPr lang="en-US" sz="2000" b="1" i="0" kern="1200">
              <a:solidFill>
                <a:schemeClr val="tx1"/>
              </a:solidFill>
              <a:latin typeface="Times New Roman" panose="02020603050405020304" pitchFamily="18" charset="0"/>
              <a:cs typeface="Times New Roman" panose="02020603050405020304" pitchFamily="18" charset="0"/>
            </a:rPr>
            <a:t>recovery</a:t>
          </a:r>
          <a:r>
            <a:rPr lang="en-US" sz="2000" b="0" i="0" kern="1200">
              <a:solidFill>
                <a:schemeClr val="tx1"/>
              </a:solidFill>
              <a:latin typeface="Times New Roman" panose="02020603050405020304" pitchFamily="18" charset="0"/>
              <a:cs typeface="Times New Roman" panose="02020603050405020304" pitchFamily="18" charset="0"/>
            </a:rPr>
            <a:t>: The files deleted by the user on the computer can be recovered by forensic experts. The files are not deleted permanently by the computer and forensic experts know how to recover the deleted files.</a:t>
          </a:r>
          <a:endParaRPr lang="en-US" sz="2000" kern="1200">
            <a:solidFill>
              <a:schemeClr val="tx1"/>
            </a:solidFill>
            <a:latin typeface="Times New Roman" panose="02020603050405020304" pitchFamily="18" charset="0"/>
            <a:cs typeface="Times New Roman" panose="02020603050405020304" pitchFamily="18" charset="0"/>
          </a:endParaRPr>
        </a:p>
      </dsp:txBody>
      <dsp:txXfrm>
        <a:off x="0" y="0"/>
        <a:ext cx="8518094" cy="1564595"/>
      </dsp:txXfrm>
    </dsp:sp>
    <dsp:sp modelId="{C607A0A4-0375-4FF1-9C0E-410CC7FBB1F9}">
      <dsp:nvSpPr>
        <dsp:cNvPr id="0" name=""/>
        <dsp:cNvSpPr/>
      </dsp:nvSpPr>
      <dsp:spPr>
        <a:xfrm>
          <a:off x="0" y="1564595"/>
          <a:ext cx="851809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16BE4C-8C98-4B47-9CC6-BA948DF9E754}">
      <dsp:nvSpPr>
        <dsp:cNvPr id="0" name=""/>
        <dsp:cNvSpPr/>
      </dsp:nvSpPr>
      <dsp:spPr>
        <a:xfrm>
          <a:off x="0" y="1564595"/>
          <a:ext cx="8518094" cy="156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just" defTabSz="889000">
            <a:lnSpc>
              <a:spcPct val="90000"/>
            </a:lnSpc>
            <a:spcBef>
              <a:spcPct val="0"/>
            </a:spcBef>
            <a:spcAft>
              <a:spcPct val="35000"/>
            </a:spcAft>
            <a:buNone/>
          </a:pPr>
          <a:r>
            <a:rPr lang="en-US" sz="2000" b="1" i="0" kern="1200">
              <a:solidFill>
                <a:schemeClr val="tx1"/>
              </a:solidFill>
              <a:latin typeface="Times New Roman" panose="02020603050405020304" pitchFamily="18" charset="0"/>
              <a:cs typeface="Times New Roman" panose="02020603050405020304" pitchFamily="18" charset="0"/>
            </a:rPr>
            <a:t>5. Finding data in free</a:t>
          </a:r>
          <a:r>
            <a:rPr lang="en-US" sz="2000" b="0" i="0" kern="1200">
              <a:solidFill>
                <a:schemeClr val="tx1"/>
              </a:solidFill>
              <a:latin typeface="Times New Roman" panose="02020603050405020304" pitchFamily="18" charset="0"/>
              <a:cs typeface="Times New Roman" panose="02020603050405020304" pitchFamily="18" charset="0"/>
            </a:rPr>
            <a:t> </a:t>
          </a:r>
          <a:r>
            <a:rPr lang="en-US" sz="2000" b="1" i="0" kern="1200">
              <a:solidFill>
                <a:schemeClr val="tx1"/>
              </a:solidFill>
              <a:latin typeface="Times New Roman" panose="02020603050405020304" pitchFamily="18" charset="0"/>
              <a:cs typeface="Times New Roman" panose="02020603050405020304" pitchFamily="18" charset="0"/>
            </a:rPr>
            <a:t>space</a:t>
          </a:r>
          <a:r>
            <a:rPr lang="en-US" sz="2000" b="0" i="0" kern="1200">
              <a:solidFill>
                <a:schemeClr val="tx1"/>
              </a:solidFill>
              <a:latin typeface="Times New Roman" panose="02020603050405020304" pitchFamily="18" charset="0"/>
              <a:cs typeface="Times New Roman" panose="02020603050405020304" pitchFamily="18" charset="0"/>
            </a:rPr>
            <a:t>: The operating system sees the free space in the hard drive as space available to store the new files and folders but temporary files and files that were deleted years ago are stored here until the time new data is written into the free space. Forensic experts search through this free space to recreate those files.</a:t>
          </a:r>
          <a:endParaRPr lang="en-US" sz="2000" kern="1200">
            <a:solidFill>
              <a:schemeClr val="tx1"/>
            </a:solidFill>
            <a:latin typeface="Times New Roman" panose="02020603050405020304" pitchFamily="18" charset="0"/>
            <a:cs typeface="Times New Roman" panose="02020603050405020304" pitchFamily="18" charset="0"/>
          </a:endParaRPr>
        </a:p>
      </dsp:txBody>
      <dsp:txXfrm>
        <a:off x="0" y="1564595"/>
        <a:ext cx="8518094" cy="1564595"/>
      </dsp:txXfrm>
    </dsp:sp>
    <dsp:sp modelId="{ADD0D43B-3034-471C-8F99-8D78B335FB13}">
      <dsp:nvSpPr>
        <dsp:cNvPr id="0" name=""/>
        <dsp:cNvSpPr/>
      </dsp:nvSpPr>
      <dsp:spPr>
        <a:xfrm>
          <a:off x="0" y="3129191"/>
          <a:ext cx="851809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054320-B60F-403B-B8C8-3F1E8D3E4EFF}">
      <dsp:nvSpPr>
        <dsp:cNvPr id="0" name=""/>
        <dsp:cNvSpPr/>
      </dsp:nvSpPr>
      <dsp:spPr>
        <a:xfrm>
          <a:off x="0" y="3129191"/>
          <a:ext cx="8518094" cy="156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just" defTabSz="889000">
            <a:lnSpc>
              <a:spcPct val="90000"/>
            </a:lnSpc>
            <a:spcBef>
              <a:spcPct val="0"/>
            </a:spcBef>
            <a:spcAft>
              <a:spcPct val="35000"/>
            </a:spcAft>
            <a:buNone/>
          </a:pPr>
          <a:r>
            <a:rPr lang="en-US" sz="2000" b="1" i="0" kern="1200">
              <a:solidFill>
                <a:schemeClr val="tx1"/>
              </a:solidFill>
              <a:latin typeface="Times New Roman" panose="02020603050405020304" pitchFamily="18" charset="0"/>
              <a:cs typeface="Times New Roman" panose="02020603050405020304" pitchFamily="18" charset="0"/>
            </a:rPr>
            <a:t>6. Performing keyword</a:t>
          </a:r>
          <a:r>
            <a:rPr lang="en-US" sz="2000" b="0" i="0" kern="1200">
              <a:solidFill>
                <a:schemeClr val="tx1"/>
              </a:solidFill>
              <a:latin typeface="Times New Roman" panose="02020603050405020304" pitchFamily="18" charset="0"/>
              <a:cs typeface="Times New Roman" panose="02020603050405020304" pitchFamily="18" charset="0"/>
            </a:rPr>
            <a:t> </a:t>
          </a:r>
          <a:r>
            <a:rPr lang="en-US" sz="2000" b="1" i="0" kern="1200">
              <a:solidFill>
                <a:schemeClr val="tx1"/>
              </a:solidFill>
              <a:latin typeface="Times New Roman" panose="02020603050405020304" pitchFamily="18" charset="0"/>
              <a:cs typeface="Times New Roman" panose="02020603050405020304" pitchFamily="18" charset="0"/>
            </a:rPr>
            <a:t>search</a:t>
          </a:r>
          <a:r>
            <a:rPr lang="en-US" sz="2000" b="0" i="0" kern="1200">
              <a:solidFill>
                <a:schemeClr val="tx1"/>
              </a:solidFill>
              <a:latin typeface="Times New Roman" panose="02020603050405020304" pitchFamily="18" charset="0"/>
              <a:cs typeface="Times New Roman" panose="02020603050405020304" pitchFamily="18" charset="0"/>
            </a:rPr>
            <a:t>: Forensic experts make use of software that can go through the entire data for the given keywords and output the relevant data.</a:t>
          </a:r>
          <a:endParaRPr lang="en-US" sz="2000" kern="1200">
            <a:solidFill>
              <a:schemeClr val="tx1"/>
            </a:solidFill>
            <a:latin typeface="Times New Roman" panose="02020603050405020304" pitchFamily="18" charset="0"/>
            <a:cs typeface="Times New Roman" panose="02020603050405020304" pitchFamily="18" charset="0"/>
          </a:endParaRPr>
        </a:p>
      </dsp:txBody>
      <dsp:txXfrm>
        <a:off x="0" y="3129191"/>
        <a:ext cx="8518094" cy="1564595"/>
      </dsp:txXfrm>
    </dsp:sp>
    <dsp:sp modelId="{20D77E50-F589-4FD0-A693-93ECFA2C1CCA}">
      <dsp:nvSpPr>
        <dsp:cNvPr id="0" name=""/>
        <dsp:cNvSpPr/>
      </dsp:nvSpPr>
      <dsp:spPr>
        <a:xfrm>
          <a:off x="0" y="4693787"/>
          <a:ext cx="851809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ED4739-FB85-434B-B9DC-B5892B7E80AE}">
      <dsp:nvSpPr>
        <dsp:cNvPr id="0" name=""/>
        <dsp:cNvSpPr/>
      </dsp:nvSpPr>
      <dsp:spPr>
        <a:xfrm>
          <a:off x="0" y="4693787"/>
          <a:ext cx="8518094" cy="156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just" defTabSz="889000">
            <a:lnSpc>
              <a:spcPct val="90000"/>
            </a:lnSpc>
            <a:spcBef>
              <a:spcPct val="0"/>
            </a:spcBef>
            <a:spcAft>
              <a:spcPct val="35000"/>
            </a:spcAft>
            <a:buNone/>
          </a:pPr>
          <a:r>
            <a:rPr lang="en-US" sz="2000" b="1" i="0" kern="1200">
              <a:solidFill>
                <a:schemeClr val="tx1"/>
              </a:solidFill>
              <a:latin typeface="Times New Roman" panose="02020603050405020304" pitchFamily="18" charset="0"/>
              <a:cs typeface="Times New Roman" panose="02020603050405020304" pitchFamily="18" charset="0"/>
            </a:rPr>
            <a:t>7. The technical</a:t>
          </a:r>
          <a:r>
            <a:rPr lang="en-US" sz="2000" b="0" i="0" kern="1200">
              <a:solidFill>
                <a:schemeClr val="tx1"/>
              </a:solidFill>
              <a:latin typeface="Times New Roman" panose="02020603050405020304" pitchFamily="18" charset="0"/>
              <a:cs typeface="Times New Roman" panose="02020603050405020304" pitchFamily="18" charset="0"/>
            </a:rPr>
            <a:t> </a:t>
          </a:r>
          <a:r>
            <a:rPr lang="en-US" sz="2000" b="1" i="0" kern="1200">
              <a:solidFill>
                <a:schemeClr val="tx1"/>
              </a:solidFill>
              <a:latin typeface="Times New Roman" panose="02020603050405020304" pitchFamily="18" charset="0"/>
              <a:cs typeface="Times New Roman" panose="02020603050405020304" pitchFamily="18" charset="0"/>
            </a:rPr>
            <a:t>report</a:t>
          </a:r>
          <a:r>
            <a:rPr lang="en-US" sz="2000" b="0" i="0" kern="1200">
              <a:solidFill>
                <a:schemeClr val="tx1"/>
              </a:solidFill>
              <a:latin typeface="Times New Roman" panose="02020603050405020304" pitchFamily="18" charset="0"/>
              <a:cs typeface="Times New Roman" panose="02020603050405020304" pitchFamily="18" charset="0"/>
            </a:rPr>
            <a:t>: The technical report must be an easy to understand document for anyone irrespective of the background. It should mainly focus on what is the offense, who is the offender and how did he commit the crime along with all the technicalities.</a:t>
          </a:r>
          <a:endParaRPr lang="en-US" sz="2000" kern="1200">
            <a:solidFill>
              <a:schemeClr val="tx1"/>
            </a:solidFill>
            <a:latin typeface="Times New Roman" panose="02020603050405020304" pitchFamily="18" charset="0"/>
            <a:cs typeface="Times New Roman" panose="02020603050405020304" pitchFamily="18" charset="0"/>
          </a:endParaRPr>
        </a:p>
      </dsp:txBody>
      <dsp:txXfrm>
        <a:off x="0" y="4693787"/>
        <a:ext cx="8518094" cy="15645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B335CC-1B1C-4DFF-A365-11B805A5DE6D}">
      <dsp:nvSpPr>
        <dsp:cNvPr id="0" name=""/>
        <dsp:cNvSpPr/>
      </dsp:nvSpPr>
      <dsp:spPr>
        <a:xfrm>
          <a:off x="0" y="2341"/>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1E3B39-8ABE-471F-9716-6E95A7DAC120}">
      <dsp:nvSpPr>
        <dsp:cNvPr id="0" name=""/>
        <dsp:cNvSpPr/>
      </dsp:nvSpPr>
      <dsp:spPr>
        <a:xfrm>
          <a:off x="0" y="2341"/>
          <a:ext cx="10659110" cy="798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Below are some of the advantages given.</a:t>
          </a:r>
          <a:endParaRPr lang="en-US" sz="2400" kern="1200"/>
        </a:p>
      </dsp:txBody>
      <dsp:txXfrm>
        <a:off x="0" y="2341"/>
        <a:ext cx="10659110" cy="798558"/>
      </dsp:txXfrm>
    </dsp:sp>
    <dsp:sp modelId="{82A19C53-61C5-4665-BD71-1113DF660557}">
      <dsp:nvSpPr>
        <dsp:cNvPr id="0" name=""/>
        <dsp:cNvSpPr/>
      </dsp:nvSpPr>
      <dsp:spPr>
        <a:xfrm>
          <a:off x="0" y="800899"/>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0BBE2-D10E-45B5-B6A5-8EB390434F33}">
      <dsp:nvSpPr>
        <dsp:cNvPr id="0" name=""/>
        <dsp:cNvSpPr/>
      </dsp:nvSpPr>
      <dsp:spPr>
        <a:xfrm>
          <a:off x="0" y="800899"/>
          <a:ext cx="10659110" cy="798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Similar types of data and relevant data can be compared from different source systems to get a complete understanding of the scenario.</a:t>
          </a:r>
          <a:endParaRPr lang="en-US" sz="2400" kern="1200"/>
        </a:p>
      </dsp:txBody>
      <dsp:txXfrm>
        <a:off x="0" y="800899"/>
        <a:ext cx="10659110" cy="798558"/>
      </dsp:txXfrm>
    </dsp:sp>
    <dsp:sp modelId="{7B04557A-C8A5-4B5B-9245-E602FB973939}">
      <dsp:nvSpPr>
        <dsp:cNvPr id="0" name=""/>
        <dsp:cNvSpPr/>
      </dsp:nvSpPr>
      <dsp:spPr>
        <a:xfrm>
          <a:off x="0" y="1599457"/>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3AA1EE-F988-4913-8399-424CFF028C6D}">
      <dsp:nvSpPr>
        <dsp:cNvPr id="0" name=""/>
        <dsp:cNvSpPr/>
      </dsp:nvSpPr>
      <dsp:spPr>
        <a:xfrm>
          <a:off x="0" y="1599457"/>
          <a:ext cx="10659110" cy="798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dirty="0"/>
            <a:t>Those data over a period that is relevant can be made trending using cyber forensics.</a:t>
          </a:r>
          <a:endParaRPr lang="en-US" sz="2400" kern="1200" dirty="0"/>
        </a:p>
      </dsp:txBody>
      <dsp:txXfrm>
        <a:off x="0" y="1599457"/>
        <a:ext cx="10659110" cy="798558"/>
      </dsp:txXfrm>
    </dsp:sp>
    <dsp:sp modelId="{AF6C99F4-D302-4177-BC5F-42CD14FFBF9D}">
      <dsp:nvSpPr>
        <dsp:cNvPr id="0" name=""/>
        <dsp:cNvSpPr/>
      </dsp:nvSpPr>
      <dsp:spPr>
        <a:xfrm>
          <a:off x="0" y="2398015"/>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844D99-4ECE-463A-8601-D7C105BFD141}">
      <dsp:nvSpPr>
        <dsp:cNvPr id="0" name=""/>
        <dsp:cNvSpPr/>
      </dsp:nvSpPr>
      <dsp:spPr>
        <a:xfrm>
          <a:off x="0" y="2398015"/>
          <a:ext cx="10659110" cy="798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The entire data can be scanned to identify and extract specific risks for future analysis.</a:t>
          </a:r>
          <a:endParaRPr lang="en-US" sz="2400" kern="1200"/>
        </a:p>
      </dsp:txBody>
      <dsp:txXfrm>
        <a:off x="0" y="2398015"/>
        <a:ext cx="10659110" cy="798558"/>
      </dsp:txXfrm>
    </dsp:sp>
    <dsp:sp modelId="{BB56010F-D083-4260-A643-AB41169C26DD}">
      <dsp:nvSpPr>
        <dsp:cNvPr id="0" name=""/>
        <dsp:cNvSpPr/>
      </dsp:nvSpPr>
      <dsp:spPr>
        <a:xfrm>
          <a:off x="0" y="3196574"/>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6F1651-78D6-4E97-940D-CC42BC85F188}">
      <dsp:nvSpPr>
        <dsp:cNvPr id="0" name=""/>
        <dsp:cNvSpPr/>
      </dsp:nvSpPr>
      <dsp:spPr>
        <a:xfrm>
          <a:off x="0" y="3196574"/>
          <a:ext cx="10659110" cy="798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The efficiency of the control environment and policies can be tested by determining the attributes that violate the rules.</a:t>
          </a:r>
          <a:endParaRPr lang="en-US" sz="2400" kern="1200"/>
        </a:p>
      </dsp:txBody>
      <dsp:txXfrm>
        <a:off x="0" y="3196574"/>
        <a:ext cx="10659110" cy="798558"/>
      </dsp:txXfrm>
    </dsp:sp>
    <dsp:sp modelId="{50383239-A98B-45B4-B2E3-7072376E6512}">
      <dsp:nvSpPr>
        <dsp:cNvPr id="0" name=""/>
        <dsp:cNvSpPr/>
      </dsp:nvSpPr>
      <dsp:spPr>
        <a:xfrm>
          <a:off x="0" y="3995132"/>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9C94F6-4F16-4E94-8396-E1BCDA0688EA}">
      <dsp:nvSpPr>
        <dsp:cNvPr id="0" name=""/>
        <dsp:cNvSpPr/>
      </dsp:nvSpPr>
      <dsp:spPr>
        <a:xfrm>
          <a:off x="0" y="3995132"/>
          <a:ext cx="10659110" cy="798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US" sz="2400" b="0" i="0" kern="1200"/>
            <a:t>It is used to set the trends of identification which the company people, consultants and forensic analysts are not aware of.</a:t>
          </a:r>
          <a:endParaRPr lang="en-US" sz="2400" kern="1200"/>
        </a:p>
      </dsp:txBody>
      <dsp:txXfrm>
        <a:off x="0" y="3995132"/>
        <a:ext cx="10659110" cy="7985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B012CF-55EC-41E0-B558-C9C0781C371D}">
      <dsp:nvSpPr>
        <dsp:cNvPr id="0" name=""/>
        <dsp:cNvSpPr/>
      </dsp:nvSpPr>
      <dsp:spPr>
        <a:xfrm>
          <a:off x="0" y="0"/>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F10AFA-D7D0-4598-96A6-50B862F373D1}">
      <dsp:nvSpPr>
        <dsp:cNvPr id="0" name=""/>
        <dsp:cNvSpPr/>
      </dsp:nvSpPr>
      <dsp:spPr>
        <a:xfrm>
          <a:off x="0" y="0"/>
          <a:ext cx="1065911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just" defTabSz="933450">
            <a:lnSpc>
              <a:spcPct val="90000"/>
            </a:lnSpc>
            <a:spcBef>
              <a:spcPct val="0"/>
            </a:spcBef>
            <a:spcAft>
              <a:spcPct val="35000"/>
            </a:spcAft>
            <a:buNone/>
          </a:pPr>
          <a:r>
            <a:rPr lang="en-US" sz="2100" b="1" i="0" kern="1200"/>
            <a:t>1. Technical Aptitude: </a:t>
          </a:r>
          <a:r>
            <a:rPr lang="en-US" sz="2100" b="0" i="0" kern="1200"/>
            <a:t>It is based on technology. Hence knowledge of various technologies, computers, mobile phones, network hacks, security breaches, etc. is essential.</a:t>
          </a:r>
          <a:endParaRPr lang="en-US" sz="2100" kern="1200"/>
        </a:p>
      </dsp:txBody>
      <dsp:txXfrm>
        <a:off x="0" y="0"/>
        <a:ext cx="10659110" cy="1087834"/>
      </dsp:txXfrm>
    </dsp:sp>
    <dsp:sp modelId="{E04D3E1F-42B6-400A-816B-7425BF040DBB}">
      <dsp:nvSpPr>
        <dsp:cNvPr id="0" name=""/>
        <dsp:cNvSpPr/>
      </dsp:nvSpPr>
      <dsp:spPr>
        <a:xfrm>
          <a:off x="0" y="1087834"/>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1AD62E-0779-49B3-AE11-440AF30FCE8C}">
      <dsp:nvSpPr>
        <dsp:cNvPr id="0" name=""/>
        <dsp:cNvSpPr/>
      </dsp:nvSpPr>
      <dsp:spPr>
        <a:xfrm>
          <a:off x="0" y="1087834"/>
          <a:ext cx="1065911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just" defTabSz="933450">
            <a:lnSpc>
              <a:spcPct val="90000"/>
            </a:lnSpc>
            <a:spcBef>
              <a:spcPct val="0"/>
            </a:spcBef>
            <a:spcAft>
              <a:spcPct val="35000"/>
            </a:spcAft>
            <a:buNone/>
          </a:pPr>
          <a:r>
            <a:rPr lang="en-US" sz="2100" b="1" i="0" kern="1200"/>
            <a:t>2. Attention to detail:</a:t>
          </a:r>
          <a:r>
            <a:rPr lang="en-US" sz="2100" b="0" i="0" kern="1200"/>
            <a:t> A forensic investigator needs to pay a great deal of attention to detail to examine a large amount of data to identify proofs.</a:t>
          </a:r>
          <a:endParaRPr lang="en-US" sz="2100" kern="1200"/>
        </a:p>
      </dsp:txBody>
      <dsp:txXfrm>
        <a:off x="0" y="1087834"/>
        <a:ext cx="10659110" cy="1087834"/>
      </dsp:txXfrm>
    </dsp:sp>
    <dsp:sp modelId="{A678C07D-E107-4C2E-A4B6-3E8739A26083}">
      <dsp:nvSpPr>
        <dsp:cNvPr id="0" name=""/>
        <dsp:cNvSpPr/>
      </dsp:nvSpPr>
      <dsp:spPr>
        <a:xfrm>
          <a:off x="0" y="2175669"/>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DB3C1F-68F5-44B5-BD59-048B1DB94FAF}">
      <dsp:nvSpPr>
        <dsp:cNvPr id="0" name=""/>
        <dsp:cNvSpPr/>
      </dsp:nvSpPr>
      <dsp:spPr>
        <a:xfrm>
          <a:off x="0" y="2175669"/>
          <a:ext cx="1065911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just" defTabSz="933450">
            <a:lnSpc>
              <a:spcPct val="90000"/>
            </a:lnSpc>
            <a:spcBef>
              <a:spcPct val="0"/>
            </a:spcBef>
            <a:spcAft>
              <a:spcPct val="35000"/>
            </a:spcAft>
            <a:buNone/>
          </a:pPr>
          <a:r>
            <a:rPr lang="en-US" sz="2100" b="1" i="0" kern="1200"/>
            <a:t>3. Knowledge about law and criminal investigation:</a:t>
          </a:r>
          <a:r>
            <a:rPr lang="en-US" sz="2100" b="0" i="0" kern="1200"/>
            <a:t> A forensic investigator must have knowledge about criminal laws, a criminal investigation, white-collar crime, etc. as much as he understands technology.</a:t>
          </a:r>
          <a:endParaRPr lang="en-US" sz="2100" kern="1200"/>
        </a:p>
      </dsp:txBody>
      <dsp:txXfrm>
        <a:off x="0" y="2175669"/>
        <a:ext cx="10659110" cy="1087834"/>
      </dsp:txXfrm>
    </dsp:sp>
    <dsp:sp modelId="{153162C1-7B86-4BEA-A25D-6A150A3F4559}">
      <dsp:nvSpPr>
        <dsp:cNvPr id="0" name=""/>
        <dsp:cNvSpPr/>
      </dsp:nvSpPr>
      <dsp:spPr>
        <a:xfrm>
          <a:off x="0" y="3263503"/>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58B55A-FA51-487A-B8EE-6B114731B42F}">
      <dsp:nvSpPr>
        <dsp:cNvPr id="0" name=""/>
        <dsp:cNvSpPr/>
      </dsp:nvSpPr>
      <dsp:spPr>
        <a:xfrm>
          <a:off x="0" y="3263503"/>
          <a:ext cx="1065911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just" defTabSz="933450">
            <a:lnSpc>
              <a:spcPct val="90000"/>
            </a:lnSpc>
            <a:spcBef>
              <a:spcPct val="0"/>
            </a:spcBef>
            <a:spcAft>
              <a:spcPct val="35000"/>
            </a:spcAft>
            <a:buNone/>
          </a:pPr>
          <a:r>
            <a:rPr lang="en-US" sz="2100" b="1" i="0" kern="1200"/>
            <a:t>4. Good communication skills:</a:t>
          </a:r>
          <a:r>
            <a:rPr lang="en-US" sz="2100" b="0" i="0" kern="1200"/>
            <a:t> A forensic investigator must be able to analyze and explain technical information in detail to others in the organization or in the court as part of a case.</a:t>
          </a:r>
          <a:endParaRPr lang="en-US" sz="2100" kern="1200"/>
        </a:p>
      </dsp:txBody>
      <dsp:txXfrm>
        <a:off x="0" y="3263503"/>
        <a:ext cx="10659110" cy="10878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796C3-57F7-474F-BD00-432E2828F225}">
      <dsp:nvSpPr>
        <dsp:cNvPr id="0" name=""/>
        <dsp:cNvSpPr/>
      </dsp:nvSpPr>
      <dsp:spPr>
        <a:xfrm>
          <a:off x="0" y="0"/>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29D495-6810-46FC-8A95-514380F677D7}">
      <dsp:nvSpPr>
        <dsp:cNvPr id="0" name=""/>
        <dsp:cNvSpPr/>
      </dsp:nvSpPr>
      <dsp:spPr>
        <a:xfrm>
          <a:off x="0" y="0"/>
          <a:ext cx="1065911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dirty="0"/>
            <a:t>5. Understanding of cyber security basics: </a:t>
          </a:r>
          <a:r>
            <a:rPr lang="en-US" sz="2100" b="0" i="0" kern="1200" dirty="0"/>
            <a:t>Cyber security and cyber forensics are closely related fields and a strong foundation of cybersecurity helps in making a good career in cyber forensics.</a:t>
          </a:r>
          <a:endParaRPr lang="en-US" sz="2100" kern="1200" dirty="0"/>
        </a:p>
      </dsp:txBody>
      <dsp:txXfrm>
        <a:off x="0" y="0"/>
        <a:ext cx="10659110" cy="1087834"/>
      </dsp:txXfrm>
    </dsp:sp>
    <dsp:sp modelId="{4E055DEA-2723-4A23-A422-207A7FDB4EAD}">
      <dsp:nvSpPr>
        <dsp:cNvPr id="0" name=""/>
        <dsp:cNvSpPr/>
      </dsp:nvSpPr>
      <dsp:spPr>
        <a:xfrm>
          <a:off x="0" y="1087834"/>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0869DC-C0A3-4EC7-8728-C2ABF4F0A734}">
      <dsp:nvSpPr>
        <dsp:cNvPr id="0" name=""/>
        <dsp:cNvSpPr/>
      </dsp:nvSpPr>
      <dsp:spPr>
        <a:xfrm>
          <a:off x="0" y="1087834"/>
          <a:ext cx="1065911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a:t>6. Analytical Skills</a:t>
          </a:r>
          <a:r>
            <a:rPr lang="en-US" sz="2100" b="0" i="0" kern="1200"/>
            <a:t>: Forensic experts need to have a good analytical understanding to analyze proofs, understand patterns, interpret data and then solve crimes.</a:t>
          </a:r>
          <a:endParaRPr lang="en-US" sz="2100" kern="1200"/>
        </a:p>
      </dsp:txBody>
      <dsp:txXfrm>
        <a:off x="0" y="1087834"/>
        <a:ext cx="10659110" cy="1087834"/>
      </dsp:txXfrm>
    </dsp:sp>
    <dsp:sp modelId="{B58947DC-8FAE-4E97-A761-0E8B924B2E40}">
      <dsp:nvSpPr>
        <dsp:cNvPr id="0" name=""/>
        <dsp:cNvSpPr/>
      </dsp:nvSpPr>
      <dsp:spPr>
        <a:xfrm>
          <a:off x="0" y="2175669"/>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4E3AC3-353F-4A52-8D0D-D5DD6BBF2872}">
      <dsp:nvSpPr>
        <dsp:cNvPr id="0" name=""/>
        <dsp:cNvSpPr/>
      </dsp:nvSpPr>
      <dsp:spPr>
        <a:xfrm>
          <a:off x="0" y="2175669"/>
          <a:ext cx="1065911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a:t>7. Urge to learn:</a:t>
          </a:r>
          <a:r>
            <a:rPr lang="en-US" sz="2100" b="0" i="0" kern="1200"/>
            <a:t> The field of cyber forensics is constantly changing, and the forensic aspirants must be enthusiastic to learn about emerging trends.</a:t>
          </a:r>
          <a:endParaRPr lang="en-US" sz="2100" kern="1200"/>
        </a:p>
      </dsp:txBody>
      <dsp:txXfrm>
        <a:off x="0" y="2175669"/>
        <a:ext cx="10659110" cy="1087834"/>
      </dsp:txXfrm>
    </dsp:sp>
    <dsp:sp modelId="{E00498F9-B408-429F-833C-19FA6878CEC8}">
      <dsp:nvSpPr>
        <dsp:cNvPr id="0" name=""/>
        <dsp:cNvSpPr/>
      </dsp:nvSpPr>
      <dsp:spPr>
        <a:xfrm>
          <a:off x="0" y="3263503"/>
          <a:ext cx="1065911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55AC3-5F64-4BA2-9AB4-98B891CEC98E}">
      <dsp:nvSpPr>
        <dsp:cNvPr id="0" name=""/>
        <dsp:cNvSpPr/>
      </dsp:nvSpPr>
      <dsp:spPr>
        <a:xfrm>
          <a:off x="0" y="3263503"/>
          <a:ext cx="1065911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a:t>8. Enthusiasm to work with challenges:</a:t>
          </a:r>
          <a:r>
            <a:rPr lang="en-US" sz="2100" b="0" i="0" kern="1200"/>
            <a:t> The crime investigations pertaining to law and order often consists of disturbing contents and events. The forensic aspirants must be able to work in such a challenging environment.</a:t>
          </a:r>
          <a:endParaRPr lang="en-US" sz="2100" kern="1200"/>
        </a:p>
      </dsp:txBody>
      <dsp:txXfrm>
        <a:off x="0" y="3263503"/>
        <a:ext cx="10659110" cy="108783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1/9/2023</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344464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1/9/2023</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381170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1/9/2023</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632458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1/9/2023</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001080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1/9/2023</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364011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1/9/2023</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85194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1/9/2023</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797996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1/9/2023</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877321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1/9/2023</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217097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1/9/2023</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953834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1/9/2023</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18763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1/9/2023</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360330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gif"/><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gif"/></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375C00A8-2250-4F87-9F80-E3E80531F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5CC528D8-C318-4E44-BB11-0CAE58C2A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748293A1-71F1-024C-DF68-66BBB6188735}"/>
              </a:ext>
            </a:extLst>
          </p:cNvPr>
          <p:cNvSpPr>
            <a:spLocks noGrp="1"/>
          </p:cNvSpPr>
          <p:nvPr>
            <p:ph type="ctrTitle"/>
          </p:nvPr>
        </p:nvSpPr>
        <p:spPr>
          <a:xfrm>
            <a:off x="669445" y="-53072"/>
            <a:ext cx="5047488" cy="2387600"/>
          </a:xfrm>
        </p:spPr>
        <p:txBody>
          <a:bodyPr>
            <a:normAutofit/>
          </a:bodyPr>
          <a:lstStyle/>
          <a:p>
            <a:pPr algn="l"/>
            <a:r>
              <a:rPr lang="en-IN" dirty="0"/>
              <a:t>Introduction to Cyber Forensics</a:t>
            </a:r>
          </a:p>
        </p:txBody>
      </p:sp>
      <p:sp>
        <p:nvSpPr>
          <p:cNvPr id="3" name="Subtitle 2">
            <a:extLst>
              <a:ext uri="{FF2B5EF4-FFF2-40B4-BE49-F238E27FC236}">
                <a16:creationId xmlns:a16="http://schemas.microsoft.com/office/drawing/2014/main" id="{D5FA7BF2-DF7F-6C73-096C-8AD6FF4D5E02}"/>
              </a:ext>
            </a:extLst>
          </p:cNvPr>
          <p:cNvSpPr>
            <a:spLocks noGrp="1"/>
          </p:cNvSpPr>
          <p:nvPr>
            <p:ph type="subTitle" idx="1"/>
          </p:nvPr>
        </p:nvSpPr>
        <p:spPr>
          <a:xfrm>
            <a:off x="777239" y="3602038"/>
            <a:ext cx="5047488" cy="1655762"/>
          </a:xfrm>
        </p:spPr>
        <p:txBody>
          <a:bodyPr>
            <a:normAutofit fontScale="85000" lnSpcReduction="20000"/>
          </a:bodyPr>
          <a:lstStyle/>
          <a:p>
            <a:pPr algn="l"/>
            <a:r>
              <a:rPr lang="en-IN" sz="3200" dirty="0"/>
              <a:t>By </a:t>
            </a:r>
          </a:p>
          <a:p>
            <a:pPr algn="l"/>
            <a:r>
              <a:rPr lang="en-IN" sz="3200" dirty="0"/>
              <a:t>Dr Yasir Afaq</a:t>
            </a:r>
          </a:p>
          <a:p>
            <a:pPr algn="l"/>
            <a:endParaRPr lang="en-IN" sz="3200" dirty="0"/>
          </a:p>
          <a:p>
            <a:pPr algn="l"/>
            <a:r>
              <a:rPr lang="en-IN" sz="3200" dirty="0"/>
              <a:t>Lecture-1</a:t>
            </a:r>
          </a:p>
        </p:txBody>
      </p:sp>
      <p:grpSp>
        <p:nvGrpSpPr>
          <p:cNvPr id="43" name="decorative circles">
            <a:extLst>
              <a:ext uri="{FF2B5EF4-FFF2-40B4-BE49-F238E27FC236}">
                <a16:creationId xmlns:a16="http://schemas.microsoft.com/office/drawing/2014/main" id="{6F84FFF5-4ABC-42CD-9D4C-9F3AB50FD3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228154" cy="5966848"/>
            <a:chOff x="6008627" y="289695"/>
            <a:chExt cx="5228154" cy="5966848"/>
          </a:xfrm>
        </p:grpSpPr>
        <p:sp>
          <p:nvSpPr>
            <p:cNvPr id="44" name="Oval 43">
              <a:extLst>
                <a:ext uri="{FF2B5EF4-FFF2-40B4-BE49-F238E27FC236}">
                  <a16:creationId xmlns:a16="http://schemas.microsoft.com/office/drawing/2014/main" id="{165D367D-2240-48ED-BB65-1221C6EA9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3B0EEF61-DBF2-4BF2-9887-F74596FEEC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BF84F4A-F257-4091-A50A-DD38D7A15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F2976B4-BD0D-4EBA-928D-2F97FA6BED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0340" y="674287"/>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D29C1743-B3CB-4A6A-9DD6-3E9023B261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Oval 1">
            <a:extLst>
              <a:ext uri="{FF2B5EF4-FFF2-40B4-BE49-F238E27FC236}">
                <a16:creationId xmlns:a16="http://schemas.microsoft.com/office/drawing/2014/main" id="{6FA27A92-E95C-4CE7-A034-1729B3C62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068" y="1214970"/>
            <a:ext cx="5716933" cy="5643030"/>
          </a:xfrm>
          <a:custGeom>
            <a:avLst/>
            <a:gdLst>
              <a:gd name="connsiteX0" fmla="*/ 3371933 w 5716933"/>
              <a:gd name="connsiteY0" fmla="*/ 0 h 5643030"/>
              <a:gd name="connsiteX1" fmla="*/ 5516795 w 5716933"/>
              <a:gd name="connsiteY1" fmla="*/ 769986 h 5643030"/>
              <a:gd name="connsiteX2" fmla="*/ 5716933 w 5716933"/>
              <a:gd name="connsiteY2" fmla="*/ 951883 h 5643030"/>
              <a:gd name="connsiteX3" fmla="*/ 5716933 w 5716933"/>
              <a:gd name="connsiteY3" fmla="*/ 5643030 h 5643030"/>
              <a:gd name="connsiteX4" fmla="*/ 884716 w 5716933"/>
              <a:gd name="connsiteY4" fmla="*/ 5643030 h 5643030"/>
              <a:gd name="connsiteX5" fmla="*/ 769986 w 5716933"/>
              <a:gd name="connsiteY5" fmla="*/ 5516796 h 5643030"/>
              <a:gd name="connsiteX6" fmla="*/ 0 w 5716933"/>
              <a:gd name="connsiteY6" fmla="*/ 3371933 h 5643030"/>
              <a:gd name="connsiteX7" fmla="*/ 3371933 w 5716933"/>
              <a:gd name="connsiteY7" fmla="*/ 0 h 5643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6933" h="5643030">
                <a:moveTo>
                  <a:pt x="3371933" y="0"/>
                </a:moveTo>
                <a:cubicBezTo>
                  <a:pt x="4186675" y="0"/>
                  <a:pt x="4933927" y="288960"/>
                  <a:pt x="5516795" y="769986"/>
                </a:cubicBezTo>
                <a:lnTo>
                  <a:pt x="5716933" y="951883"/>
                </a:lnTo>
                <a:lnTo>
                  <a:pt x="5716933" y="5643030"/>
                </a:lnTo>
                <a:lnTo>
                  <a:pt x="884716" y="5643030"/>
                </a:lnTo>
                <a:lnTo>
                  <a:pt x="769986" y="5516796"/>
                </a:lnTo>
                <a:cubicBezTo>
                  <a:pt x="288960" y="4933927"/>
                  <a:pt x="0" y="4186675"/>
                  <a:pt x="0" y="3371933"/>
                </a:cubicBezTo>
                <a:cubicBezTo>
                  <a:pt x="0" y="1509666"/>
                  <a:pt x="1509666" y="0"/>
                  <a:pt x="337193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pic>
        <p:nvPicPr>
          <p:cNvPr id="4" name="Video 3">
            <a:extLst>
              <a:ext uri="{FF2B5EF4-FFF2-40B4-BE49-F238E27FC236}">
                <a16:creationId xmlns:a16="http://schemas.microsoft.com/office/drawing/2014/main" id="{40265B91-D0BB-EA5E-35B8-F860718AFB4E}"/>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3"/>
          <a:stretch/>
        </p:blipFill>
        <p:spPr>
          <a:xfrm>
            <a:off x="7634177" y="3265920"/>
            <a:ext cx="3818585" cy="2141853"/>
          </a:xfrm>
          <a:prstGeom prst="rect">
            <a:avLst/>
          </a:prstGeom>
        </p:spPr>
      </p:pic>
    </p:spTree>
    <p:extLst>
      <p:ext uri="{BB962C8B-B14F-4D97-AF65-F5344CB8AC3E}">
        <p14:creationId xmlns:p14="http://schemas.microsoft.com/office/powerpoint/2010/main" val="13789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08DE9-5647-483E-B731-49D34A839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26962B4-5DCE-4745-A877-F7237DA68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3" name="Freeform: Shape 12">
            <a:extLst>
              <a:ext uri="{FF2B5EF4-FFF2-40B4-BE49-F238E27FC236}">
                <a16:creationId xmlns:a16="http://schemas.microsoft.com/office/drawing/2014/main" id="{FFC31C6D-653C-4C57-B226-ED6CE571F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2590" y="0"/>
            <a:ext cx="8389411" cy="6858000"/>
          </a:xfrm>
          <a:custGeom>
            <a:avLst/>
            <a:gdLst>
              <a:gd name="connsiteX0" fmla="*/ 1405847 w 8389411"/>
              <a:gd name="connsiteY0" fmla="*/ 0 h 6858000"/>
              <a:gd name="connsiteX1" fmla="*/ 8389411 w 8389411"/>
              <a:gd name="connsiteY1" fmla="*/ 0 h 6858000"/>
              <a:gd name="connsiteX2" fmla="*/ 8389411 w 8389411"/>
              <a:gd name="connsiteY2" fmla="*/ 6858000 h 6858000"/>
              <a:gd name="connsiteX3" fmla="*/ 1403382 w 8389411"/>
              <a:gd name="connsiteY3" fmla="*/ 6858000 h 6858000"/>
              <a:gd name="connsiteX4" fmla="*/ 1126450 w 8389411"/>
              <a:gd name="connsiteY4" fmla="*/ 6554701 h 6858000"/>
              <a:gd name="connsiteX5" fmla="*/ 0 w 8389411"/>
              <a:gd name="connsiteY5" fmla="*/ 3431347 h 6858000"/>
              <a:gd name="connsiteX6" fmla="*/ 1281495 w 8389411"/>
              <a:gd name="connsiteY6" fmla="*/ 1298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9411" h="6858000">
                <a:moveTo>
                  <a:pt x="1405847" y="0"/>
                </a:moveTo>
                <a:lnTo>
                  <a:pt x="8389411" y="0"/>
                </a:lnTo>
                <a:lnTo>
                  <a:pt x="8389411" y="6858000"/>
                </a:lnTo>
                <a:lnTo>
                  <a:pt x="1403382" y="6858000"/>
                </a:lnTo>
                <a:lnTo>
                  <a:pt x="1126450" y="6554701"/>
                </a:lnTo>
                <a:cubicBezTo>
                  <a:pt x="422736" y="5705928"/>
                  <a:pt x="0" y="4617776"/>
                  <a:pt x="0" y="3431347"/>
                </a:cubicBezTo>
                <a:cubicBezTo>
                  <a:pt x="0" y="2160173"/>
                  <a:pt x="485281" y="1001818"/>
                  <a:pt x="1281495" y="1298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15" name="decorative circles">
            <a:extLst>
              <a:ext uri="{FF2B5EF4-FFF2-40B4-BE49-F238E27FC236}">
                <a16:creationId xmlns:a16="http://schemas.microsoft.com/office/drawing/2014/main" id="{C310B041-3468-403A-926B-E3C1CF4433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4914" y="299808"/>
            <a:ext cx="11521822" cy="6038357"/>
            <a:chOff x="244914" y="299808"/>
            <a:chExt cx="11521822" cy="6038357"/>
          </a:xfrm>
        </p:grpSpPr>
        <p:sp>
          <p:nvSpPr>
            <p:cNvPr id="16" name="Oval 15">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00295" y="51570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5899" y="5741646"/>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0333" y="6032385"/>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914" y="5821038"/>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3A5F8CC-F7F2-AD1C-E37F-7BC6AFDF0858}"/>
              </a:ext>
            </a:extLst>
          </p:cNvPr>
          <p:cNvSpPr>
            <a:spLocks noGrp="1"/>
          </p:cNvSpPr>
          <p:nvPr>
            <p:ph type="title"/>
          </p:nvPr>
        </p:nvSpPr>
        <p:spPr>
          <a:xfrm>
            <a:off x="770878" y="952022"/>
            <a:ext cx="2862591" cy="5157049"/>
          </a:xfrm>
        </p:spPr>
        <p:txBody>
          <a:bodyPr anchor="ctr">
            <a:normAutofit/>
          </a:bodyPr>
          <a:lstStyle/>
          <a:p>
            <a:r>
              <a:rPr lang="en-IN" sz="4400"/>
              <a:t>Cyber Forensics:</a:t>
            </a:r>
          </a:p>
        </p:txBody>
      </p:sp>
      <p:graphicFrame>
        <p:nvGraphicFramePr>
          <p:cNvPr id="5" name="Content Placeholder 2">
            <a:extLst>
              <a:ext uri="{FF2B5EF4-FFF2-40B4-BE49-F238E27FC236}">
                <a16:creationId xmlns:a16="http://schemas.microsoft.com/office/drawing/2014/main" id="{1055119C-979D-1B7F-C8E5-CE4F9FF6AC08}"/>
              </a:ext>
            </a:extLst>
          </p:cNvPr>
          <p:cNvGraphicFramePr>
            <a:graphicFrameLocks noGrp="1"/>
          </p:cNvGraphicFramePr>
          <p:nvPr>
            <p:ph idx="1"/>
            <p:extLst>
              <p:ext uri="{D42A27DB-BD31-4B8C-83A1-F6EECF244321}">
                <p14:modId xmlns:p14="http://schemas.microsoft.com/office/powerpoint/2010/main" val="131108002"/>
              </p:ext>
            </p:extLst>
          </p:nvPr>
        </p:nvGraphicFramePr>
        <p:xfrm>
          <a:off x="3552825" y="982149"/>
          <a:ext cx="8389411" cy="51269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1524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8" name="Rectangle 1067">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0" name="Rectangle 1069">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1072"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1073" name="Oval 1072">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Oval 1073">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Oval 1074">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Oval 1075">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 name="Oval 1076">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8" name="Oval 1077">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Oval 1078">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Oval 1079">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Oval 1080">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2" name="Oval 1081">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Freeform: Shape 1082">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84" name="Freeform: Shape 1083">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85" name="Freeform: Shape 1084">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86" name="Oval 1085">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87" name="Freeform: Shape 1086">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1089" name="Rectangle 1088">
            <a:extLst>
              <a:ext uri="{FF2B5EF4-FFF2-40B4-BE49-F238E27FC236}">
                <a16:creationId xmlns:a16="http://schemas.microsoft.com/office/drawing/2014/main" id="{562A14D1-334E-4545-89B6-A85C17B39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1" name="Rectangle 1090">
            <a:extLst>
              <a:ext uri="{FF2B5EF4-FFF2-40B4-BE49-F238E27FC236}">
                <a16:creationId xmlns:a16="http://schemas.microsoft.com/office/drawing/2014/main" id="{7E589AA5-486F-4337-ACAA-124119E0D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B971B047-2EA0-C2BE-3458-2D7B2344B68B}"/>
              </a:ext>
            </a:extLst>
          </p:cNvPr>
          <p:cNvSpPr>
            <a:spLocks noGrp="1"/>
          </p:cNvSpPr>
          <p:nvPr>
            <p:ph type="title"/>
          </p:nvPr>
        </p:nvSpPr>
        <p:spPr>
          <a:xfrm>
            <a:off x="95730" y="3709825"/>
            <a:ext cx="7315200" cy="1441908"/>
          </a:xfrm>
        </p:spPr>
        <p:txBody>
          <a:bodyPr vert="horz" lIns="91440" tIns="45720" rIns="91440" bIns="45720" rtlCol="0" anchor="b">
            <a:normAutofit/>
          </a:bodyPr>
          <a:lstStyle/>
          <a:p>
            <a:r>
              <a:rPr lang="en-US" dirty="0"/>
              <a:t>Example</a:t>
            </a:r>
          </a:p>
        </p:txBody>
      </p:sp>
      <p:grpSp>
        <p:nvGrpSpPr>
          <p:cNvPr id="1093" name="Decorative Circles">
            <a:extLst>
              <a:ext uri="{FF2B5EF4-FFF2-40B4-BE49-F238E27FC236}">
                <a16:creationId xmlns:a16="http://schemas.microsoft.com/office/drawing/2014/main" id="{B8192284-6A21-49F4-98C6-BFE65564EC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68271" y="1901154"/>
            <a:ext cx="9049452" cy="992581"/>
            <a:chOff x="2768271" y="1901154"/>
            <a:chExt cx="9049452" cy="992581"/>
          </a:xfrm>
        </p:grpSpPr>
        <p:sp>
          <p:nvSpPr>
            <p:cNvPr id="1094" name="Oval 1093">
              <a:extLst>
                <a:ext uri="{FF2B5EF4-FFF2-40B4-BE49-F238E27FC236}">
                  <a16:creationId xmlns:a16="http://schemas.microsoft.com/office/drawing/2014/main" id="{3DDE5F7B-03F8-4E45-BD3E-43D3A16EA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59169" y="1977248"/>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Oval 1094">
              <a:extLst>
                <a:ext uri="{FF2B5EF4-FFF2-40B4-BE49-F238E27FC236}">
                  <a16:creationId xmlns:a16="http://schemas.microsoft.com/office/drawing/2014/main" id="{824570BB-7D79-4492-A8E2-38B8D73421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53400" y="2427294"/>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6" name="Oval 1095">
              <a:extLst>
                <a:ext uri="{FF2B5EF4-FFF2-40B4-BE49-F238E27FC236}">
                  <a16:creationId xmlns:a16="http://schemas.microsoft.com/office/drawing/2014/main" id="{63FB43A4-33CA-4185-AAAF-473549576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68271" y="235440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Oval 1096">
              <a:extLst>
                <a:ext uri="{FF2B5EF4-FFF2-40B4-BE49-F238E27FC236}">
                  <a16:creationId xmlns:a16="http://schemas.microsoft.com/office/drawing/2014/main" id="{3721627A-D051-4101-8EB8-270CF163A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90988" y="1901154"/>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Oval 1097">
              <a:extLst>
                <a:ext uri="{FF2B5EF4-FFF2-40B4-BE49-F238E27FC236}">
                  <a16:creationId xmlns:a16="http://schemas.microsoft.com/office/drawing/2014/main" id="{3209EAB4-2601-4BE1-8E50-65BBFE580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24547" y="2281790"/>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Oval 1098">
              <a:extLst>
                <a:ext uri="{FF2B5EF4-FFF2-40B4-BE49-F238E27FC236}">
                  <a16:creationId xmlns:a16="http://schemas.microsoft.com/office/drawing/2014/main" id="{56DC2881-98CB-440E-BC7D-4E6B3758A5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4401" y="1998740"/>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01" name="Oval 2">
            <a:extLst>
              <a:ext uri="{FF2B5EF4-FFF2-40B4-BE49-F238E27FC236}">
                <a16:creationId xmlns:a16="http://schemas.microsoft.com/office/drawing/2014/main" id="{2D4953B1-9892-4B59-886A-D137B0E99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3048" y="0"/>
            <a:ext cx="2861965" cy="3133761"/>
          </a:xfrm>
          <a:custGeom>
            <a:avLst/>
            <a:gdLst>
              <a:gd name="connsiteX0" fmla="*/ 152193 w 2976254"/>
              <a:gd name="connsiteY0" fmla="*/ 0 h 3258904"/>
              <a:gd name="connsiteX1" fmla="*/ 2976254 w 2976254"/>
              <a:gd name="connsiteY1" fmla="*/ 0 h 3258904"/>
              <a:gd name="connsiteX2" fmla="*/ 2976254 w 2976254"/>
              <a:gd name="connsiteY2" fmla="*/ 3192289 h 3258904"/>
              <a:gd name="connsiteX3" fmla="*/ 2908439 w 2976254"/>
              <a:gd name="connsiteY3" fmla="*/ 3209726 h 3258904"/>
              <a:gd name="connsiteX4" fmla="*/ 2420603 w 2976254"/>
              <a:gd name="connsiteY4" fmla="*/ 3258904 h 3258904"/>
              <a:gd name="connsiteX5" fmla="*/ 0 w 2976254"/>
              <a:gd name="connsiteY5" fmla="*/ 838301 h 3258904"/>
              <a:gd name="connsiteX6" fmla="*/ 108826 w 2976254"/>
              <a:gd name="connsiteY6" fmla="*/ 118488 h 3258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6254" h="3258904">
                <a:moveTo>
                  <a:pt x="152193" y="0"/>
                </a:moveTo>
                <a:lnTo>
                  <a:pt x="2976254" y="0"/>
                </a:lnTo>
                <a:lnTo>
                  <a:pt x="2976254" y="3192289"/>
                </a:lnTo>
                <a:lnTo>
                  <a:pt x="2908439" y="3209726"/>
                </a:lnTo>
                <a:cubicBezTo>
                  <a:pt x="2750864" y="3241971"/>
                  <a:pt x="2587711" y="3258904"/>
                  <a:pt x="2420603" y="3258904"/>
                </a:cubicBezTo>
                <a:cubicBezTo>
                  <a:pt x="1083741" y="3258904"/>
                  <a:pt x="0" y="2175163"/>
                  <a:pt x="0" y="838301"/>
                </a:cubicBezTo>
                <a:cubicBezTo>
                  <a:pt x="0" y="587639"/>
                  <a:pt x="38100" y="345877"/>
                  <a:pt x="108826" y="118488"/>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3" name="Graphic 1102">
            <a:extLst>
              <a:ext uri="{FF2B5EF4-FFF2-40B4-BE49-F238E27FC236}">
                <a16:creationId xmlns:a16="http://schemas.microsoft.com/office/drawing/2014/main" id="{0670F920-AD70-4E8F-9E85-5BD53A8004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biLevel thresh="2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l="35296" t="39487" r="12288" b="12942"/>
          <a:stretch/>
        </p:blipFill>
        <p:spPr>
          <a:xfrm rot="16200000" flipH="1">
            <a:off x="-142334" y="136723"/>
            <a:ext cx="3079802" cy="2795133"/>
          </a:xfrm>
          <a:prstGeom prst="rect">
            <a:avLst/>
          </a:prstGeom>
        </p:spPr>
      </p:pic>
      <p:sp>
        <p:nvSpPr>
          <p:cNvPr id="1105" name="Oval 4">
            <a:extLst>
              <a:ext uri="{FF2B5EF4-FFF2-40B4-BE49-F238E27FC236}">
                <a16:creationId xmlns:a16="http://schemas.microsoft.com/office/drawing/2014/main" id="{F895CE86-AC0E-4978-B891-458D43FF8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0137" y="94105"/>
            <a:ext cx="3454080" cy="34540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Backup and Security System – StepSharp">
            <a:extLst>
              <a:ext uri="{FF2B5EF4-FFF2-40B4-BE49-F238E27FC236}">
                <a16:creationId xmlns:a16="http://schemas.microsoft.com/office/drawing/2014/main" id="{F43D49E3-FE39-9708-8A65-712504102B9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141" y="14185"/>
            <a:ext cx="5295036" cy="3971276"/>
          </a:xfrm>
          <a:prstGeom prst="rect">
            <a:avLst/>
          </a:prstGeom>
          <a:noFill/>
          <a:extLst>
            <a:ext uri="{909E8E84-426E-40DD-AFC4-6F175D3DCCD1}">
              <a14:hiddenFill xmlns:a14="http://schemas.microsoft.com/office/drawing/2010/main">
                <a:solidFill>
                  <a:srgbClr val="FFFFFF"/>
                </a:solidFill>
              </a14:hiddenFill>
            </a:ext>
          </a:extLst>
        </p:spPr>
      </p:pic>
      <p:sp>
        <p:nvSpPr>
          <p:cNvPr id="1107" name="Oval 3">
            <a:extLst>
              <a:ext uri="{FF2B5EF4-FFF2-40B4-BE49-F238E27FC236}">
                <a16:creationId xmlns:a16="http://schemas.microsoft.com/office/drawing/2014/main" id="{B2FED1A7-937C-4049-AA75-F21178EB8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118082" y="0"/>
            <a:ext cx="4408870" cy="2474031"/>
          </a:xfrm>
          <a:custGeom>
            <a:avLst/>
            <a:gdLst>
              <a:gd name="connsiteX0" fmla="*/ 18128 w 4408870"/>
              <a:gd name="connsiteY0" fmla="*/ 0 h 2474031"/>
              <a:gd name="connsiteX1" fmla="*/ 4390742 w 4408870"/>
              <a:gd name="connsiteY1" fmla="*/ 0 h 2474031"/>
              <a:gd name="connsiteX2" fmla="*/ 4397489 w 4408870"/>
              <a:gd name="connsiteY2" fmla="*/ 44205 h 2474031"/>
              <a:gd name="connsiteX3" fmla="*/ 4408870 w 4408870"/>
              <a:gd name="connsiteY3" fmla="*/ 269596 h 2474031"/>
              <a:gd name="connsiteX4" fmla="*/ 2204435 w 4408870"/>
              <a:gd name="connsiteY4" fmla="*/ 2474031 h 2474031"/>
              <a:gd name="connsiteX5" fmla="*/ 0 w 4408870"/>
              <a:gd name="connsiteY5" fmla="*/ 269596 h 2474031"/>
              <a:gd name="connsiteX6" fmla="*/ 11381 w 4408870"/>
              <a:gd name="connsiteY6" fmla="*/ 44205 h 247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870" h="2474031">
                <a:moveTo>
                  <a:pt x="18128" y="0"/>
                </a:moveTo>
                <a:lnTo>
                  <a:pt x="4390742" y="0"/>
                </a:lnTo>
                <a:lnTo>
                  <a:pt x="4397489" y="44205"/>
                </a:lnTo>
                <a:cubicBezTo>
                  <a:pt x="4405015" y="118312"/>
                  <a:pt x="4408870" y="193504"/>
                  <a:pt x="4408870" y="269596"/>
                </a:cubicBezTo>
                <a:cubicBezTo>
                  <a:pt x="4408870" y="1487072"/>
                  <a:pt x="3421911" y="2474031"/>
                  <a:pt x="2204435" y="2474031"/>
                </a:cubicBezTo>
                <a:cubicBezTo>
                  <a:pt x="986959" y="2474031"/>
                  <a:pt x="0" y="1487072"/>
                  <a:pt x="0" y="269596"/>
                </a:cubicBezTo>
                <a:cubicBezTo>
                  <a:pt x="0" y="193504"/>
                  <a:pt x="3855" y="118312"/>
                  <a:pt x="11381" y="4420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9" name="Graphic 1108">
            <a:extLst>
              <a:ext uri="{FF2B5EF4-FFF2-40B4-BE49-F238E27FC236}">
                <a16:creationId xmlns:a16="http://schemas.microsoft.com/office/drawing/2014/main" id="{665605C5-8C0D-4D48-B23F-10C35A8DEBE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6"/>
              </a:ext>
            </a:extLst>
          </a:blip>
          <a:srcRect l="14832" t="48375" r="13582" b="10444"/>
          <a:stretch/>
        </p:blipFill>
        <p:spPr>
          <a:xfrm flipH="1">
            <a:off x="7134037" y="0"/>
            <a:ext cx="4368276" cy="2512937"/>
          </a:xfrm>
          <a:prstGeom prst="rect">
            <a:avLst/>
          </a:prstGeom>
        </p:spPr>
      </p:pic>
      <p:sp>
        <p:nvSpPr>
          <p:cNvPr id="1111" name="Oval 1">
            <a:extLst>
              <a:ext uri="{FF2B5EF4-FFF2-40B4-BE49-F238E27FC236}">
                <a16:creationId xmlns:a16="http://schemas.microsoft.com/office/drawing/2014/main" id="{B989DB8B-F9E5-4FD9-966C-C9FF744EA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005186" y="3219078"/>
            <a:ext cx="3186814" cy="3638922"/>
          </a:xfrm>
          <a:custGeom>
            <a:avLst/>
            <a:gdLst>
              <a:gd name="connsiteX0" fmla="*/ 1156116 w 3186814"/>
              <a:gd name="connsiteY0" fmla="*/ 0 h 3638922"/>
              <a:gd name="connsiteX1" fmla="*/ 3186814 w 3186814"/>
              <a:gd name="connsiteY1" fmla="*/ 2030698 h 3638922"/>
              <a:gd name="connsiteX2" fmla="*/ 2447829 w 3186814"/>
              <a:gd name="connsiteY2" fmla="*/ 3597684 h 3638922"/>
              <a:gd name="connsiteX3" fmla="*/ 2392682 w 3186814"/>
              <a:gd name="connsiteY3" fmla="*/ 3638922 h 3638922"/>
              <a:gd name="connsiteX4" fmla="*/ 0 w 3186814"/>
              <a:gd name="connsiteY4" fmla="*/ 3638922 h 3638922"/>
              <a:gd name="connsiteX5" fmla="*/ 0 w 3186814"/>
              <a:gd name="connsiteY5" fmla="*/ 362315 h 3638922"/>
              <a:gd name="connsiteX6" fmla="*/ 20733 w 3186814"/>
              <a:gd name="connsiteY6" fmla="*/ 346811 h 3638922"/>
              <a:gd name="connsiteX7" fmla="*/ 1156116 w 3186814"/>
              <a:gd name="connsiteY7" fmla="*/ 0 h 3638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6814" h="3638922">
                <a:moveTo>
                  <a:pt x="1156116" y="0"/>
                </a:moveTo>
                <a:cubicBezTo>
                  <a:pt x="2277640" y="0"/>
                  <a:pt x="3186814" y="909174"/>
                  <a:pt x="3186814" y="2030698"/>
                </a:cubicBezTo>
                <a:cubicBezTo>
                  <a:pt x="3186814" y="2661556"/>
                  <a:pt x="2899146" y="3225224"/>
                  <a:pt x="2447829" y="3597684"/>
                </a:cubicBezTo>
                <a:lnTo>
                  <a:pt x="2392682" y="3638922"/>
                </a:lnTo>
                <a:lnTo>
                  <a:pt x="0" y="3638922"/>
                </a:lnTo>
                <a:lnTo>
                  <a:pt x="0" y="362315"/>
                </a:lnTo>
                <a:lnTo>
                  <a:pt x="20733" y="346811"/>
                </a:lnTo>
                <a:cubicBezTo>
                  <a:pt x="344835" y="127853"/>
                  <a:pt x="735545" y="0"/>
                  <a:pt x="115611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8" name="Picture 4" descr="Digital Forensics GIF - Digital Forensics - Discover &amp; Share GIFs">
            <a:extLst>
              <a:ext uri="{FF2B5EF4-FFF2-40B4-BE49-F238E27FC236}">
                <a16:creationId xmlns:a16="http://schemas.microsoft.com/office/drawing/2014/main" id="{C18100C0-27A0-DB61-E812-C842BE0C14BF}"/>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5959983" y="3416633"/>
            <a:ext cx="6228510" cy="3464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7928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08DE9-5647-483E-B731-49D34A839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26962B4-5DCE-4745-A877-F7237DA68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3" name="Freeform: Shape 12">
            <a:extLst>
              <a:ext uri="{FF2B5EF4-FFF2-40B4-BE49-F238E27FC236}">
                <a16:creationId xmlns:a16="http://schemas.microsoft.com/office/drawing/2014/main" id="{FFC31C6D-653C-4C57-B226-ED6CE571F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2590" y="0"/>
            <a:ext cx="8389411" cy="6858000"/>
          </a:xfrm>
          <a:custGeom>
            <a:avLst/>
            <a:gdLst>
              <a:gd name="connsiteX0" fmla="*/ 1405847 w 8389411"/>
              <a:gd name="connsiteY0" fmla="*/ 0 h 6858000"/>
              <a:gd name="connsiteX1" fmla="*/ 8389411 w 8389411"/>
              <a:gd name="connsiteY1" fmla="*/ 0 h 6858000"/>
              <a:gd name="connsiteX2" fmla="*/ 8389411 w 8389411"/>
              <a:gd name="connsiteY2" fmla="*/ 6858000 h 6858000"/>
              <a:gd name="connsiteX3" fmla="*/ 1403382 w 8389411"/>
              <a:gd name="connsiteY3" fmla="*/ 6858000 h 6858000"/>
              <a:gd name="connsiteX4" fmla="*/ 1126450 w 8389411"/>
              <a:gd name="connsiteY4" fmla="*/ 6554701 h 6858000"/>
              <a:gd name="connsiteX5" fmla="*/ 0 w 8389411"/>
              <a:gd name="connsiteY5" fmla="*/ 3431347 h 6858000"/>
              <a:gd name="connsiteX6" fmla="*/ 1281495 w 8389411"/>
              <a:gd name="connsiteY6" fmla="*/ 1298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9411" h="6858000">
                <a:moveTo>
                  <a:pt x="1405847" y="0"/>
                </a:moveTo>
                <a:lnTo>
                  <a:pt x="8389411" y="0"/>
                </a:lnTo>
                <a:lnTo>
                  <a:pt x="8389411" y="6858000"/>
                </a:lnTo>
                <a:lnTo>
                  <a:pt x="1403382" y="6858000"/>
                </a:lnTo>
                <a:lnTo>
                  <a:pt x="1126450" y="6554701"/>
                </a:lnTo>
                <a:cubicBezTo>
                  <a:pt x="422736" y="5705928"/>
                  <a:pt x="0" y="4617776"/>
                  <a:pt x="0" y="3431347"/>
                </a:cubicBezTo>
                <a:cubicBezTo>
                  <a:pt x="0" y="2160173"/>
                  <a:pt x="485281" y="1001818"/>
                  <a:pt x="1281495" y="1298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15" name="decorative circles">
            <a:extLst>
              <a:ext uri="{FF2B5EF4-FFF2-40B4-BE49-F238E27FC236}">
                <a16:creationId xmlns:a16="http://schemas.microsoft.com/office/drawing/2014/main" id="{C310B041-3468-403A-926B-E3C1CF4433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4914" y="299808"/>
            <a:ext cx="11521822" cy="6038357"/>
            <a:chOff x="244914" y="299808"/>
            <a:chExt cx="11521822" cy="6038357"/>
          </a:xfrm>
        </p:grpSpPr>
        <p:sp>
          <p:nvSpPr>
            <p:cNvPr id="16" name="Oval 15">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00295" y="51570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5899" y="5741646"/>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0333" y="6032385"/>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914" y="5821038"/>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3177DC6-7E5D-A3FD-C41C-A82C6540D65F}"/>
              </a:ext>
            </a:extLst>
          </p:cNvPr>
          <p:cNvSpPr>
            <a:spLocks noGrp="1"/>
          </p:cNvSpPr>
          <p:nvPr>
            <p:ph type="title"/>
          </p:nvPr>
        </p:nvSpPr>
        <p:spPr>
          <a:xfrm>
            <a:off x="244914" y="952022"/>
            <a:ext cx="3388555" cy="5157049"/>
          </a:xfrm>
        </p:spPr>
        <p:txBody>
          <a:bodyPr anchor="ctr">
            <a:normAutofit/>
          </a:bodyPr>
          <a:lstStyle/>
          <a:p>
            <a:r>
              <a:rPr lang="en-IN" sz="4400" b="1" i="0" dirty="0">
                <a:effectLst/>
                <a:latin typeface="Nunito Sans" pitchFamily="2" charset="0"/>
              </a:rPr>
              <a:t>Need for Cyber Forensics</a:t>
            </a:r>
            <a:br>
              <a:rPr lang="en-IN" sz="4400" b="1" i="0" dirty="0">
                <a:effectLst/>
                <a:latin typeface="Nunito Sans" pitchFamily="2" charset="0"/>
              </a:rPr>
            </a:br>
            <a:endParaRPr lang="en-IN" sz="4400" dirty="0"/>
          </a:p>
        </p:txBody>
      </p:sp>
      <p:graphicFrame>
        <p:nvGraphicFramePr>
          <p:cNvPr id="5" name="Content Placeholder 2">
            <a:extLst>
              <a:ext uri="{FF2B5EF4-FFF2-40B4-BE49-F238E27FC236}">
                <a16:creationId xmlns:a16="http://schemas.microsoft.com/office/drawing/2014/main" id="{9D39212D-A4C1-E349-53D3-C664C90614B4}"/>
              </a:ext>
            </a:extLst>
          </p:cNvPr>
          <p:cNvGraphicFramePr>
            <a:graphicFrameLocks noGrp="1"/>
          </p:cNvGraphicFramePr>
          <p:nvPr>
            <p:ph idx="1"/>
            <p:extLst>
              <p:ext uri="{D42A27DB-BD31-4B8C-83A1-F6EECF244321}">
                <p14:modId xmlns:p14="http://schemas.microsoft.com/office/powerpoint/2010/main" val="278525987"/>
              </p:ext>
            </p:extLst>
          </p:nvPr>
        </p:nvGraphicFramePr>
        <p:xfrm>
          <a:off x="4629151" y="952022"/>
          <a:ext cx="7117918" cy="5157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4746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57908DE9-5647-483E-B731-49D34A839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926962B4-5DCE-4745-A877-F7237DA68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48" name="Freeform: Shape 47">
            <a:extLst>
              <a:ext uri="{FF2B5EF4-FFF2-40B4-BE49-F238E27FC236}">
                <a16:creationId xmlns:a16="http://schemas.microsoft.com/office/drawing/2014/main" id="{FFC31C6D-653C-4C57-B226-ED6CE571F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2590" y="0"/>
            <a:ext cx="8389411" cy="6858000"/>
          </a:xfrm>
          <a:custGeom>
            <a:avLst/>
            <a:gdLst>
              <a:gd name="connsiteX0" fmla="*/ 1405847 w 8389411"/>
              <a:gd name="connsiteY0" fmla="*/ 0 h 6858000"/>
              <a:gd name="connsiteX1" fmla="*/ 8389411 w 8389411"/>
              <a:gd name="connsiteY1" fmla="*/ 0 h 6858000"/>
              <a:gd name="connsiteX2" fmla="*/ 8389411 w 8389411"/>
              <a:gd name="connsiteY2" fmla="*/ 6858000 h 6858000"/>
              <a:gd name="connsiteX3" fmla="*/ 1403382 w 8389411"/>
              <a:gd name="connsiteY3" fmla="*/ 6858000 h 6858000"/>
              <a:gd name="connsiteX4" fmla="*/ 1126450 w 8389411"/>
              <a:gd name="connsiteY4" fmla="*/ 6554701 h 6858000"/>
              <a:gd name="connsiteX5" fmla="*/ 0 w 8389411"/>
              <a:gd name="connsiteY5" fmla="*/ 3431347 h 6858000"/>
              <a:gd name="connsiteX6" fmla="*/ 1281495 w 8389411"/>
              <a:gd name="connsiteY6" fmla="*/ 1298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9411" h="6858000">
                <a:moveTo>
                  <a:pt x="1405847" y="0"/>
                </a:moveTo>
                <a:lnTo>
                  <a:pt x="8389411" y="0"/>
                </a:lnTo>
                <a:lnTo>
                  <a:pt x="8389411" y="6858000"/>
                </a:lnTo>
                <a:lnTo>
                  <a:pt x="1403382" y="6858000"/>
                </a:lnTo>
                <a:lnTo>
                  <a:pt x="1126450" y="6554701"/>
                </a:lnTo>
                <a:cubicBezTo>
                  <a:pt x="422736" y="5705928"/>
                  <a:pt x="0" y="4617776"/>
                  <a:pt x="0" y="3431347"/>
                </a:cubicBezTo>
                <a:cubicBezTo>
                  <a:pt x="0" y="2160173"/>
                  <a:pt x="485281" y="1001818"/>
                  <a:pt x="1281495" y="1298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50" name="decorative circles">
            <a:extLst>
              <a:ext uri="{FF2B5EF4-FFF2-40B4-BE49-F238E27FC236}">
                <a16:creationId xmlns:a16="http://schemas.microsoft.com/office/drawing/2014/main" id="{C310B041-3468-403A-926B-E3C1CF4433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4914" y="299808"/>
            <a:ext cx="11521822" cy="6038357"/>
            <a:chOff x="244914" y="299808"/>
            <a:chExt cx="11521822" cy="6038357"/>
          </a:xfrm>
        </p:grpSpPr>
        <p:sp>
          <p:nvSpPr>
            <p:cNvPr id="51" name="Oval 50">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00295" y="51570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5899" y="5741646"/>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0333" y="6032385"/>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914" y="5821038"/>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6A6ED6C-1A1E-B0B2-DA9F-A20707AF0F69}"/>
              </a:ext>
            </a:extLst>
          </p:cNvPr>
          <p:cNvSpPr>
            <a:spLocks noGrp="1"/>
          </p:cNvSpPr>
          <p:nvPr>
            <p:ph type="title"/>
          </p:nvPr>
        </p:nvSpPr>
        <p:spPr>
          <a:xfrm>
            <a:off x="112169" y="1002987"/>
            <a:ext cx="2862591" cy="5157049"/>
          </a:xfrm>
        </p:spPr>
        <p:txBody>
          <a:bodyPr anchor="ctr">
            <a:normAutofit/>
          </a:bodyPr>
          <a:lstStyle/>
          <a:p>
            <a:r>
              <a:rPr lang="en-US" sz="4400" b="1" i="0" dirty="0">
                <a:effectLst/>
                <a:latin typeface="Nunito Sans" pitchFamily="2" charset="0"/>
              </a:rPr>
              <a:t>How do Cyber Forensics Experts Work?</a:t>
            </a:r>
            <a:br>
              <a:rPr lang="en-US" sz="4400" b="1" i="0" dirty="0">
                <a:effectLst/>
                <a:latin typeface="Nunito Sans" pitchFamily="2" charset="0"/>
              </a:rPr>
            </a:br>
            <a:endParaRPr lang="en-IN" sz="4400" dirty="0"/>
          </a:p>
        </p:txBody>
      </p:sp>
      <p:graphicFrame>
        <p:nvGraphicFramePr>
          <p:cNvPr id="23" name="Content Placeholder 2">
            <a:extLst>
              <a:ext uri="{FF2B5EF4-FFF2-40B4-BE49-F238E27FC236}">
                <a16:creationId xmlns:a16="http://schemas.microsoft.com/office/drawing/2014/main" id="{F64C70AB-04B3-17C0-5A05-1D8F2EBA432A}"/>
              </a:ext>
            </a:extLst>
          </p:cNvPr>
          <p:cNvGraphicFramePr>
            <a:graphicFrameLocks noGrp="1"/>
          </p:cNvGraphicFramePr>
          <p:nvPr>
            <p:ph idx="1"/>
            <p:extLst>
              <p:ext uri="{D42A27DB-BD31-4B8C-83A1-F6EECF244321}">
                <p14:modId xmlns:p14="http://schemas.microsoft.com/office/powerpoint/2010/main" val="3899327414"/>
              </p:ext>
            </p:extLst>
          </p:nvPr>
        </p:nvGraphicFramePr>
        <p:xfrm>
          <a:off x="2808514" y="515708"/>
          <a:ext cx="8938555" cy="5593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1067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7908DE9-5647-483E-B731-49D34A839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26962B4-5DCE-4745-A877-F7237DA68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4" name="Freeform: Shape 13">
            <a:extLst>
              <a:ext uri="{FF2B5EF4-FFF2-40B4-BE49-F238E27FC236}">
                <a16:creationId xmlns:a16="http://schemas.microsoft.com/office/drawing/2014/main" id="{FFC31C6D-653C-4C57-B226-ED6CE571F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2590" y="0"/>
            <a:ext cx="8389411" cy="6858000"/>
          </a:xfrm>
          <a:custGeom>
            <a:avLst/>
            <a:gdLst>
              <a:gd name="connsiteX0" fmla="*/ 1405847 w 8389411"/>
              <a:gd name="connsiteY0" fmla="*/ 0 h 6858000"/>
              <a:gd name="connsiteX1" fmla="*/ 8389411 w 8389411"/>
              <a:gd name="connsiteY1" fmla="*/ 0 h 6858000"/>
              <a:gd name="connsiteX2" fmla="*/ 8389411 w 8389411"/>
              <a:gd name="connsiteY2" fmla="*/ 6858000 h 6858000"/>
              <a:gd name="connsiteX3" fmla="*/ 1403382 w 8389411"/>
              <a:gd name="connsiteY3" fmla="*/ 6858000 h 6858000"/>
              <a:gd name="connsiteX4" fmla="*/ 1126450 w 8389411"/>
              <a:gd name="connsiteY4" fmla="*/ 6554701 h 6858000"/>
              <a:gd name="connsiteX5" fmla="*/ 0 w 8389411"/>
              <a:gd name="connsiteY5" fmla="*/ 3431347 h 6858000"/>
              <a:gd name="connsiteX6" fmla="*/ 1281495 w 8389411"/>
              <a:gd name="connsiteY6" fmla="*/ 1298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9411" h="6858000">
                <a:moveTo>
                  <a:pt x="1405847" y="0"/>
                </a:moveTo>
                <a:lnTo>
                  <a:pt x="8389411" y="0"/>
                </a:lnTo>
                <a:lnTo>
                  <a:pt x="8389411" y="6858000"/>
                </a:lnTo>
                <a:lnTo>
                  <a:pt x="1403382" y="6858000"/>
                </a:lnTo>
                <a:lnTo>
                  <a:pt x="1126450" y="6554701"/>
                </a:lnTo>
                <a:cubicBezTo>
                  <a:pt x="422736" y="5705928"/>
                  <a:pt x="0" y="4617776"/>
                  <a:pt x="0" y="3431347"/>
                </a:cubicBezTo>
                <a:cubicBezTo>
                  <a:pt x="0" y="2160173"/>
                  <a:pt x="485281" y="1001818"/>
                  <a:pt x="1281495" y="1298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16" name="decorative circles">
            <a:extLst>
              <a:ext uri="{FF2B5EF4-FFF2-40B4-BE49-F238E27FC236}">
                <a16:creationId xmlns:a16="http://schemas.microsoft.com/office/drawing/2014/main" id="{C310B041-3468-403A-926B-E3C1CF4433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4914" y="299808"/>
            <a:ext cx="11521822" cy="6038357"/>
            <a:chOff x="244914" y="299808"/>
            <a:chExt cx="11521822" cy="6038357"/>
          </a:xfrm>
        </p:grpSpPr>
        <p:sp>
          <p:nvSpPr>
            <p:cNvPr id="17" name="Oval 16">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00295" y="51570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5899" y="5741646"/>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0333" y="6032385"/>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914" y="5821038"/>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CE5F8A5-5555-ECEF-9FBB-C184193C1433}"/>
              </a:ext>
            </a:extLst>
          </p:cNvPr>
          <p:cNvSpPr>
            <a:spLocks noGrp="1"/>
          </p:cNvSpPr>
          <p:nvPr>
            <p:ph type="title"/>
          </p:nvPr>
        </p:nvSpPr>
        <p:spPr>
          <a:xfrm>
            <a:off x="770878" y="952022"/>
            <a:ext cx="2862591" cy="5157049"/>
          </a:xfrm>
        </p:spPr>
        <p:txBody>
          <a:bodyPr anchor="ctr">
            <a:normAutofit/>
          </a:bodyPr>
          <a:lstStyle/>
          <a:p>
            <a:r>
              <a:rPr lang="en-IN" sz="4400"/>
              <a:t>Cont….</a:t>
            </a:r>
          </a:p>
        </p:txBody>
      </p:sp>
      <p:graphicFrame>
        <p:nvGraphicFramePr>
          <p:cNvPr id="5" name="Content Placeholder 2">
            <a:extLst>
              <a:ext uri="{FF2B5EF4-FFF2-40B4-BE49-F238E27FC236}">
                <a16:creationId xmlns:a16="http://schemas.microsoft.com/office/drawing/2014/main" id="{F8F06BCE-58C1-95DA-A31E-82845902D9BE}"/>
              </a:ext>
            </a:extLst>
          </p:cNvPr>
          <p:cNvGraphicFramePr>
            <a:graphicFrameLocks noGrp="1"/>
          </p:cNvGraphicFramePr>
          <p:nvPr>
            <p:ph idx="1"/>
            <p:extLst>
              <p:ext uri="{D42A27DB-BD31-4B8C-83A1-F6EECF244321}">
                <p14:modId xmlns:p14="http://schemas.microsoft.com/office/powerpoint/2010/main" val="1471222437"/>
              </p:ext>
            </p:extLst>
          </p:nvPr>
        </p:nvGraphicFramePr>
        <p:xfrm>
          <a:off x="3228975" y="299808"/>
          <a:ext cx="8518094" cy="62583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9798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3F2B-F295-E217-B91E-D55EC7A74726}"/>
              </a:ext>
            </a:extLst>
          </p:cNvPr>
          <p:cNvSpPr>
            <a:spLocks noGrp="1"/>
          </p:cNvSpPr>
          <p:nvPr>
            <p:ph type="title"/>
          </p:nvPr>
        </p:nvSpPr>
        <p:spPr/>
        <p:txBody>
          <a:bodyPr>
            <a:normAutofit fontScale="90000"/>
          </a:bodyPr>
          <a:lstStyle/>
          <a:p>
            <a:r>
              <a:rPr lang="en-IN" b="1" i="0" dirty="0">
                <a:solidFill>
                  <a:srgbClr val="232C39"/>
                </a:solidFill>
                <a:effectLst/>
                <a:latin typeface="Nunito Sans" pitchFamily="2" charset="0"/>
              </a:rPr>
              <a:t>Advantages</a:t>
            </a:r>
            <a:br>
              <a:rPr lang="en-IN" b="1" i="0" dirty="0">
                <a:solidFill>
                  <a:srgbClr val="232C39"/>
                </a:solidFill>
                <a:effectLst/>
                <a:latin typeface="Nunito Sans" pitchFamily="2" charset="0"/>
              </a:rPr>
            </a:br>
            <a:endParaRPr lang="en-IN" dirty="0"/>
          </a:p>
        </p:txBody>
      </p:sp>
      <p:graphicFrame>
        <p:nvGraphicFramePr>
          <p:cNvPr id="5" name="Content Placeholder 2">
            <a:extLst>
              <a:ext uri="{FF2B5EF4-FFF2-40B4-BE49-F238E27FC236}">
                <a16:creationId xmlns:a16="http://schemas.microsoft.com/office/drawing/2014/main" id="{F4622E1B-5EF7-08FB-8317-DE264C7B99B6}"/>
              </a:ext>
            </a:extLst>
          </p:cNvPr>
          <p:cNvGraphicFramePr>
            <a:graphicFrameLocks noGrp="1"/>
          </p:cNvGraphicFramePr>
          <p:nvPr>
            <p:ph idx="1"/>
            <p:extLst>
              <p:ext uri="{D42A27DB-BD31-4B8C-83A1-F6EECF244321}">
                <p14:modId xmlns:p14="http://schemas.microsoft.com/office/powerpoint/2010/main" val="1923566180"/>
              </p:ext>
            </p:extLst>
          </p:nvPr>
        </p:nvGraphicFramePr>
        <p:xfrm>
          <a:off x="777240" y="1380931"/>
          <a:ext cx="10659110" cy="47960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8963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8CA98-8AA3-26B3-7D2A-36F24CE315DB}"/>
              </a:ext>
            </a:extLst>
          </p:cNvPr>
          <p:cNvSpPr>
            <a:spLocks noGrp="1"/>
          </p:cNvSpPr>
          <p:nvPr>
            <p:ph type="title"/>
          </p:nvPr>
        </p:nvSpPr>
        <p:spPr/>
        <p:txBody>
          <a:bodyPr>
            <a:normAutofit fontScale="90000"/>
          </a:bodyPr>
          <a:lstStyle/>
          <a:p>
            <a:r>
              <a:rPr lang="en-IN" b="1" i="0" dirty="0">
                <a:solidFill>
                  <a:srgbClr val="232C39"/>
                </a:solidFill>
                <a:effectLst/>
                <a:latin typeface="Nunito Sans" pitchFamily="2" charset="0"/>
              </a:rPr>
              <a:t>Skills Required</a:t>
            </a:r>
            <a:br>
              <a:rPr lang="en-IN" b="1" i="0" dirty="0">
                <a:solidFill>
                  <a:srgbClr val="232C39"/>
                </a:solidFill>
                <a:effectLst/>
                <a:latin typeface="Nunito Sans" pitchFamily="2" charset="0"/>
              </a:rPr>
            </a:br>
            <a:endParaRPr lang="en-IN" dirty="0"/>
          </a:p>
        </p:txBody>
      </p:sp>
      <p:graphicFrame>
        <p:nvGraphicFramePr>
          <p:cNvPr id="5" name="Content Placeholder 2">
            <a:extLst>
              <a:ext uri="{FF2B5EF4-FFF2-40B4-BE49-F238E27FC236}">
                <a16:creationId xmlns:a16="http://schemas.microsoft.com/office/drawing/2014/main" id="{2729BB5D-F0EA-B03B-BC70-C6779903F672}"/>
              </a:ext>
            </a:extLst>
          </p:cNvPr>
          <p:cNvGraphicFramePr>
            <a:graphicFrameLocks noGrp="1"/>
          </p:cNvGraphicFramePr>
          <p:nvPr>
            <p:ph idx="1"/>
            <p:extLst>
              <p:ext uri="{D42A27DB-BD31-4B8C-83A1-F6EECF244321}">
                <p14:modId xmlns:p14="http://schemas.microsoft.com/office/powerpoint/2010/main" val="846632323"/>
              </p:ext>
            </p:extLst>
          </p:nvPr>
        </p:nvGraphicFramePr>
        <p:xfrm>
          <a:off x="777240" y="1825625"/>
          <a:ext cx="1065911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9907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821FA-D139-D90E-3FCC-132BF995B467}"/>
              </a:ext>
            </a:extLst>
          </p:cNvPr>
          <p:cNvSpPr>
            <a:spLocks noGrp="1"/>
          </p:cNvSpPr>
          <p:nvPr>
            <p:ph type="title"/>
          </p:nvPr>
        </p:nvSpPr>
        <p:spPr/>
        <p:txBody>
          <a:bodyPr/>
          <a:lstStyle/>
          <a:p>
            <a:r>
              <a:rPr lang="en-IN" dirty="0" err="1"/>
              <a:t>Cont</a:t>
            </a:r>
            <a:r>
              <a:rPr lang="en-IN" dirty="0"/>
              <a:t>….</a:t>
            </a:r>
          </a:p>
        </p:txBody>
      </p:sp>
      <p:graphicFrame>
        <p:nvGraphicFramePr>
          <p:cNvPr id="5" name="Content Placeholder 2">
            <a:extLst>
              <a:ext uri="{FF2B5EF4-FFF2-40B4-BE49-F238E27FC236}">
                <a16:creationId xmlns:a16="http://schemas.microsoft.com/office/drawing/2014/main" id="{25EE4550-A50C-3FA9-2830-FFB0F3C5C1EC}"/>
              </a:ext>
            </a:extLst>
          </p:cNvPr>
          <p:cNvGraphicFramePr>
            <a:graphicFrameLocks noGrp="1"/>
          </p:cNvGraphicFramePr>
          <p:nvPr>
            <p:ph idx="1"/>
            <p:extLst>
              <p:ext uri="{D42A27DB-BD31-4B8C-83A1-F6EECF244321}">
                <p14:modId xmlns:p14="http://schemas.microsoft.com/office/powerpoint/2010/main" val="2712030407"/>
              </p:ext>
            </p:extLst>
          </p:nvPr>
        </p:nvGraphicFramePr>
        <p:xfrm>
          <a:off x="777240" y="1825625"/>
          <a:ext cx="1065911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3892512"/>
      </p:ext>
    </p:extLst>
  </p:cSld>
  <p:clrMapOvr>
    <a:masterClrMapping/>
  </p:clrMapOvr>
</p:sld>
</file>

<file path=ppt/theme/theme1.xml><?xml version="1.0" encoding="utf-8"?>
<a:theme xmlns:a="http://schemas.openxmlformats.org/drawingml/2006/main" name="ConfettiVTI">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docProps/app.xml><?xml version="1.0" encoding="utf-8"?>
<Properties xmlns="http://schemas.openxmlformats.org/officeDocument/2006/extended-properties" xmlns:vt="http://schemas.openxmlformats.org/officeDocument/2006/docPropsVTypes">
  <TotalTime>17</TotalTime>
  <Words>985</Words>
  <Application>Microsoft Office PowerPoint</Application>
  <PresentationFormat>Widescreen</PresentationFormat>
  <Paragraphs>44</Paragraphs>
  <Slides>9</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Gill Sans Nova</vt:lpstr>
      <vt:lpstr>Nunito Sans</vt:lpstr>
      <vt:lpstr>Times New Roman</vt:lpstr>
      <vt:lpstr>ConfettiVTI</vt:lpstr>
      <vt:lpstr>Introduction to Cyber Forensics</vt:lpstr>
      <vt:lpstr>Cyber Forensics:</vt:lpstr>
      <vt:lpstr>Example</vt:lpstr>
      <vt:lpstr>Need for Cyber Forensics </vt:lpstr>
      <vt:lpstr>How do Cyber Forensics Experts Work? </vt:lpstr>
      <vt:lpstr>Cont….</vt:lpstr>
      <vt:lpstr>Advantages </vt:lpstr>
      <vt:lpstr>Skills Required </vt:lpstr>
      <vt:lpstr>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Cyber Forensics</dc:title>
  <dc:creator>Yasir Afaq</dc:creator>
  <cp:lastModifiedBy>Yasir Afaq</cp:lastModifiedBy>
  <cp:revision>1</cp:revision>
  <dcterms:created xsi:type="dcterms:W3CDTF">2023-01-09T14:29:42Z</dcterms:created>
  <dcterms:modified xsi:type="dcterms:W3CDTF">2023-01-09T14:47:14Z</dcterms:modified>
</cp:coreProperties>
</file>