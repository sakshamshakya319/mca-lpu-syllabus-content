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3"/>
  </p:notesMasterIdLst>
  <p:sldIdLst>
    <p:sldId id="399" r:id="rId3"/>
    <p:sldId id="410" r:id="rId4"/>
    <p:sldId id="411" r:id="rId5"/>
    <p:sldId id="412" r:id="rId6"/>
    <p:sldId id="413" r:id="rId7"/>
    <p:sldId id="414" r:id="rId8"/>
    <p:sldId id="416" r:id="rId9"/>
    <p:sldId id="415" r:id="rId10"/>
    <p:sldId id="417" r:id="rId11"/>
    <p:sldId id="328" r:id="rId1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C31FC"/>
    <a:srgbClr val="050D5B"/>
    <a:srgbClr val="FF9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162" autoAdjust="0"/>
  </p:normalViewPr>
  <p:slideViewPr>
    <p:cSldViewPr>
      <p:cViewPr varScale="1">
        <p:scale>
          <a:sx n="77" d="100"/>
          <a:sy n="77" d="100"/>
        </p:scale>
        <p:origin x="1637"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DDDCDF-0953-15AC-EEF6-4282EA6D7AC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883A6B67-C9EB-0A48-D339-D4C4904BF3E1}"/>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61E838BE-8953-4407-AC8C-55EE4D64FBFF}" type="datetimeFigureOut">
              <a:rPr lang="en-US"/>
              <a:pPr>
                <a:defRPr/>
              </a:pPr>
              <a:t>1/9/2023</a:t>
            </a:fld>
            <a:endParaRPr lang="en-US"/>
          </a:p>
        </p:txBody>
      </p:sp>
      <p:sp>
        <p:nvSpPr>
          <p:cNvPr id="4" name="Slide Image Placeholder 3">
            <a:extLst>
              <a:ext uri="{FF2B5EF4-FFF2-40B4-BE49-F238E27FC236}">
                <a16:creationId xmlns:a16="http://schemas.microsoft.com/office/drawing/2014/main" id="{9A2F68AD-204E-69D1-051E-7EC3E244881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E6BD91F-8D18-04AC-A88C-26B8E2B9F1F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221534D-98B5-045B-2F06-57B1E6B4DF57}"/>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57747ADC-E89A-CB14-94E2-F88FB5C264F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F6AB58EB-3059-47B7-9787-C67A3E26840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1012428-34B3-91E4-F3A1-9E31DCAFFFB3}"/>
              </a:ext>
            </a:extLst>
          </p:cNvPr>
          <p:cNvGrpSpPr>
            <a:grpSpLocks/>
          </p:cNvGrpSpPr>
          <p:nvPr/>
        </p:nvGrpSpPr>
        <p:grpSpPr bwMode="auto">
          <a:xfrm>
            <a:off x="1658938" y="1600200"/>
            <a:ext cx="6837362" cy="3200400"/>
            <a:chOff x="1045" y="1008"/>
            <a:chExt cx="4307" cy="2016"/>
          </a:xfrm>
        </p:grpSpPr>
        <p:sp>
          <p:nvSpPr>
            <p:cNvPr id="3" name="Oval 3">
              <a:extLst>
                <a:ext uri="{FF2B5EF4-FFF2-40B4-BE49-F238E27FC236}">
                  <a16:creationId xmlns:a16="http://schemas.microsoft.com/office/drawing/2014/main" id="{1E17A0CD-68AC-3B4C-0652-3C0030614414}"/>
                </a:ext>
              </a:extLst>
            </p:cNvPr>
            <p:cNvSpPr>
              <a:spLocks noChangeArrowheads="1"/>
            </p:cNvSpPr>
            <p:nvPr/>
          </p:nvSpPr>
          <p:spPr bwMode="hidden">
            <a:xfrm flipH="1">
              <a:off x="4392" y="1008"/>
              <a:ext cx="960" cy="960"/>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4" name="Oval 4">
              <a:extLst>
                <a:ext uri="{FF2B5EF4-FFF2-40B4-BE49-F238E27FC236}">
                  <a16:creationId xmlns:a16="http://schemas.microsoft.com/office/drawing/2014/main" id="{DEF2F350-B95B-C45A-BBDD-14E56970EF38}"/>
                </a:ext>
              </a:extLst>
            </p:cNvPr>
            <p:cNvSpPr>
              <a:spLocks noChangeArrowheads="1"/>
            </p:cNvSpPr>
            <p:nvPr/>
          </p:nvSpPr>
          <p:spPr bwMode="hidden">
            <a:xfrm flipH="1">
              <a:off x="3264" y="1008"/>
              <a:ext cx="960" cy="960"/>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5" name="Oval 5">
              <a:extLst>
                <a:ext uri="{FF2B5EF4-FFF2-40B4-BE49-F238E27FC236}">
                  <a16:creationId xmlns:a16="http://schemas.microsoft.com/office/drawing/2014/main" id="{3240FCD4-974F-9E8F-7884-1C5974DD7644}"/>
                </a:ext>
              </a:extLst>
            </p:cNvPr>
            <p:cNvSpPr>
              <a:spLocks noChangeArrowheads="1"/>
            </p:cNvSpPr>
            <p:nvPr/>
          </p:nvSpPr>
          <p:spPr bwMode="hidden">
            <a:xfrm flipH="1">
              <a:off x="2136" y="1008"/>
              <a:ext cx="960" cy="960"/>
            </a:xfrm>
            <a:prstGeom prst="ellipse">
              <a:avLst/>
            </a:prstGeom>
            <a:noFill/>
            <a:ln w="28575">
              <a:solidFill>
                <a:schemeClr val="accent2"/>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6" name="Oval 6">
              <a:extLst>
                <a:ext uri="{FF2B5EF4-FFF2-40B4-BE49-F238E27FC236}">
                  <a16:creationId xmlns:a16="http://schemas.microsoft.com/office/drawing/2014/main" id="{4B82FE20-5E23-A56B-08D6-13AC56C78975}"/>
                </a:ext>
              </a:extLst>
            </p:cNvPr>
            <p:cNvSpPr>
              <a:spLocks noChangeArrowheads="1"/>
            </p:cNvSpPr>
            <p:nvPr/>
          </p:nvSpPr>
          <p:spPr bwMode="hidden">
            <a:xfrm flipH="1">
              <a:off x="2136" y="2064"/>
              <a:ext cx="960" cy="960"/>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7" name="Oval 7">
              <a:extLst>
                <a:ext uri="{FF2B5EF4-FFF2-40B4-BE49-F238E27FC236}">
                  <a16:creationId xmlns:a16="http://schemas.microsoft.com/office/drawing/2014/main" id="{01A1A946-ECDD-0AEA-56D1-F1FCAADE1C10}"/>
                </a:ext>
              </a:extLst>
            </p:cNvPr>
            <p:cNvSpPr>
              <a:spLocks noChangeArrowheads="1"/>
            </p:cNvSpPr>
            <p:nvPr/>
          </p:nvSpPr>
          <p:spPr bwMode="hidden">
            <a:xfrm flipH="1">
              <a:off x="1045" y="2064"/>
              <a:ext cx="960" cy="960"/>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8" name="Oval 8">
              <a:extLst>
                <a:ext uri="{FF2B5EF4-FFF2-40B4-BE49-F238E27FC236}">
                  <a16:creationId xmlns:a16="http://schemas.microsoft.com/office/drawing/2014/main" id="{B09F54E9-135F-733F-BAD8-AA02B3A3D0C4}"/>
                </a:ext>
              </a:extLst>
            </p:cNvPr>
            <p:cNvSpPr>
              <a:spLocks noChangeArrowheads="1"/>
            </p:cNvSpPr>
            <p:nvPr/>
          </p:nvSpPr>
          <p:spPr bwMode="hidden">
            <a:xfrm flipH="1">
              <a:off x="4392" y="2064"/>
              <a:ext cx="960" cy="960"/>
            </a:xfrm>
            <a:prstGeom prst="ellipse">
              <a:avLst/>
            </a:prstGeom>
            <a:noFill/>
            <a:ln w="28575">
              <a:solidFill>
                <a:schemeClr val="accent2"/>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grpSp>
      <p:sp>
        <p:nvSpPr>
          <p:cNvPr id="9228" name="Rectangle 12"/>
          <p:cNvSpPr>
            <a:spLocks noGrp="1" noChangeArrowheads="1"/>
          </p:cNvSpPr>
          <p:nvPr>
            <p:ph type="ctrTitle"/>
          </p:nvPr>
        </p:nvSpPr>
        <p:spPr>
          <a:xfrm>
            <a:off x="685800" y="1219200"/>
            <a:ext cx="7772400" cy="1933575"/>
          </a:xfrm>
        </p:spPr>
        <p:txBody>
          <a:bodyPr anchor="b"/>
          <a:lstStyle>
            <a:lvl1pPr algn="r">
              <a:defRPr sz="4400"/>
            </a:lvl1pPr>
          </a:lstStyle>
          <a:p>
            <a:r>
              <a:rPr lang="en-US"/>
              <a:t>Click to edit Master title style</a:t>
            </a:r>
          </a:p>
        </p:txBody>
      </p:sp>
      <p:sp>
        <p:nvSpPr>
          <p:cNvPr id="9229" name="Rectangle 13"/>
          <p:cNvSpPr>
            <a:spLocks noGrp="1" noChangeArrowheads="1"/>
          </p:cNvSpPr>
          <p:nvPr>
            <p:ph type="subTitle" idx="1"/>
          </p:nvPr>
        </p:nvSpPr>
        <p:spPr>
          <a:xfrm>
            <a:off x="2057400" y="3505200"/>
            <a:ext cx="6400800" cy="1752600"/>
          </a:xfrm>
        </p:spPr>
        <p:txBody>
          <a:bodyPr/>
          <a:lstStyle>
            <a:lvl1pPr marL="0" indent="0" algn="r">
              <a:buFont typeface="Wingdings" pitchFamily="2" charset="2"/>
              <a:buNone/>
              <a:defRPr/>
            </a:lvl1pPr>
          </a:lstStyle>
          <a:p>
            <a:r>
              <a:rPr lang="en-US"/>
              <a:t>Click to edit Master subtitle style</a:t>
            </a:r>
          </a:p>
        </p:txBody>
      </p:sp>
      <p:sp>
        <p:nvSpPr>
          <p:cNvPr id="9" name="Rectangle 9">
            <a:extLst>
              <a:ext uri="{FF2B5EF4-FFF2-40B4-BE49-F238E27FC236}">
                <a16:creationId xmlns:a16="http://schemas.microsoft.com/office/drawing/2014/main" id="{C4DC2763-044B-3774-B20B-7338B6848BA0}"/>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10" name="Rectangle 10">
            <a:extLst>
              <a:ext uri="{FF2B5EF4-FFF2-40B4-BE49-F238E27FC236}">
                <a16:creationId xmlns:a16="http://schemas.microsoft.com/office/drawing/2014/main" id="{D9358DF3-FE54-8F4C-09D4-F7B15A58A250}"/>
              </a:ext>
            </a:extLst>
          </p:cNvPr>
          <p:cNvSpPr>
            <a:spLocks noGrp="1" noChangeArrowheads="1"/>
          </p:cNvSpPr>
          <p:nvPr>
            <p:ph type="ftr" sz="quarter" idx="11"/>
          </p:nvPr>
        </p:nvSpPr>
        <p:spPr/>
        <p:txBody>
          <a:bodyPr/>
          <a:lstStyle>
            <a:lvl1pPr>
              <a:defRPr/>
            </a:lvl1pPr>
          </a:lstStyle>
          <a:p>
            <a:pPr>
              <a:defRPr/>
            </a:pPr>
            <a:endParaRPr lang="en-US"/>
          </a:p>
        </p:txBody>
      </p:sp>
      <p:sp>
        <p:nvSpPr>
          <p:cNvPr id="11" name="Rectangle 11">
            <a:extLst>
              <a:ext uri="{FF2B5EF4-FFF2-40B4-BE49-F238E27FC236}">
                <a16:creationId xmlns:a16="http://schemas.microsoft.com/office/drawing/2014/main" id="{AD0EE1A8-E074-295F-51B2-2768364B5834}"/>
              </a:ext>
            </a:extLst>
          </p:cNvPr>
          <p:cNvSpPr>
            <a:spLocks noGrp="1" noChangeArrowheads="1"/>
          </p:cNvSpPr>
          <p:nvPr>
            <p:ph type="sldNum" sz="quarter" idx="12"/>
          </p:nvPr>
        </p:nvSpPr>
        <p:spPr/>
        <p:txBody>
          <a:bodyPr/>
          <a:lstStyle>
            <a:lvl1pPr>
              <a:defRPr smtClean="0"/>
            </a:lvl1pPr>
          </a:lstStyle>
          <a:p>
            <a:pPr>
              <a:defRPr/>
            </a:pPr>
            <a:fld id="{22221900-D171-47A7-B801-E030E315CE9C}" type="slidenum">
              <a:rPr lang="en-US" altLang="en-US"/>
              <a:pPr>
                <a:defRPr/>
              </a:pPr>
              <a:t>‹#›</a:t>
            </a:fld>
            <a:endParaRPr lang="en-US" altLang="en-US"/>
          </a:p>
        </p:txBody>
      </p:sp>
    </p:spTree>
    <p:extLst>
      <p:ext uri="{BB962C8B-B14F-4D97-AF65-F5344CB8AC3E}">
        <p14:creationId xmlns:p14="http://schemas.microsoft.com/office/powerpoint/2010/main" val="3610974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0756907C-4CE4-BF80-DF5F-FEDD6CB5DADA}"/>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5" name="Rectangle 10">
            <a:extLst>
              <a:ext uri="{FF2B5EF4-FFF2-40B4-BE49-F238E27FC236}">
                <a16:creationId xmlns:a16="http://schemas.microsoft.com/office/drawing/2014/main" id="{C1CF3E4E-0A4F-DBF7-186E-619D69C03EAD}"/>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945D4340-B4BF-7E27-D530-284E73C19B9D}"/>
              </a:ext>
            </a:extLst>
          </p:cNvPr>
          <p:cNvSpPr>
            <a:spLocks noGrp="1" noChangeArrowheads="1"/>
          </p:cNvSpPr>
          <p:nvPr>
            <p:ph type="sldNum" sz="quarter" idx="12"/>
          </p:nvPr>
        </p:nvSpPr>
        <p:spPr/>
        <p:txBody>
          <a:bodyPr/>
          <a:lstStyle>
            <a:lvl1pPr>
              <a:defRPr smtClean="0"/>
            </a:lvl1pPr>
          </a:lstStyle>
          <a:p>
            <a:pPr>
              <a:defRPr/>
            </a:pPr>
            <a:fld id="{BAEF8311-747A-4FF8-9D33-D0329484DB53}" type="slidenum">
              <a:rPr lang="en-US" altLang="en-US"/>
              <a:pPr>
                <a:defRPr/>
              </a:pPr>
              <a:t>‹#›</a:t>
            </a:fld>
            <a:endParaRPr lang="en-US" altLang="en-US"/>
          </a:p>
        </p:txBody>
      </p:sp>
    </p:spTree>
    <p:extLst>
      <p:ext uri="{BB962C8B-B14F-4D97-AF65-F5344CB8AC3E}">
        <p14:creationId xmlns:p14="http://schemas.microsoft.com/office/powerpoint/2010/main" val="3059853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a:extLst>
              <a:ext uri="{FF2B5EF4-FFF2-40B4-BE49-F238E27FC236}">
                <a16:creationId xmlns:a16="http://schemas.microsoft.com/office/drawing/2014/main" id="{68AD2F0E-31B3-9AC9-EFBC-038BC7F4B299}"/>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5" name="Rectangle 10">
            <a:extLst>
              <a:ext uri="{FF2B5EF4-FFF2-40B4-BE49-F238E27FC236}">
                <a16:creationId xmlns:a16="http://schemas.microsoft.com/office/drawing/2014/main" id="{F4AD8BE5-D11E-0CAD-D946-890FF5E1B1DD}"/>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10087FDE-EEC5-4647-E71B-7381B5FEE4AF}"/>
              </a:ext>
            </a:extLst>
          </p:cNvPr>
          <p:cNvSpPr>
            <a:spLocks noGrp="1" noChangeArrowheads="1"/>
          </p:cNvSpPr>
          <p:nvPr>
            <p:ph type="sldNum" sz="quarter" idx="12"/>
          </p:nvPr>
        </p:nvSpPr>
        <p:spPr/>
        <p:txBody>
          <a:bodyPr/>
          <a:lstStyle>
            <a:lvl1pPr>
              <a:defRPr smtClean="0"/>
            </a:lvl1pPr>
          </a:lstStyle>
          <a:p>
            <a:pPr>
              <a:defRPr/>
            </a:pPr>
            <a:fld id="{92569BA1-93DA-4BB6-A0D4-F6AD28F21658}" type="slidenum">
              <a:rPr lang="en-US" altLang="en-US"/>
              <a:pPr>
                <a:defRPr/>
              </a:pPr>
              <a:t>‹#›</a:t>
            </a:fld>
            <a:endParaRPr lang="en-US" altLang="en-US"/>
          </a:p>
        </p:txBody>
      </p:sp>
    </p:spTree>
    <p:extLst>
      <p:ext uri="{BB962C8B-B14F-4D97-AF65-F5344CB8AC3E}">
        <p14:creationId xmlns:p14="http://schemas.microsoft.com/office/powerpoint/2010/main" val="2599262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672D342E-654C-1750-BCBA-CE3596A777EC}"/>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6" name="Rectangle 10">
            <a:extLst>
              <a:ext uri="{FF2B5EF4-FFF2-40B4-BE49-F238E27FC236}">
                <a16:creationId xmlns:a16="http://schemas.microsoft.com/office/drawing/2014/main" id="{1F757E3F-DEDB-9FDB-027E-ABAC617306D4}"/>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5FD59C41-AC31-881C-C5B9-F0D8340E122F}"/>
              </a:ext>
            </a:extLst>
          </p:cNvPr>
          <p:cNvSpPr>
            <a:spLocks noGrp="1" noChangeArrowheads="1"/>
          </p:cNvSpPr>
          <p:nvPr>
            <p:ph type="sldNum" sz="quarter" idx="12"/>
          </p:nvPr>
        </p:nvSpPr>
        <p:spPr/>
        <p:txBody>
          <a:bodyPr/>
          <a:lstStyle>
            <a:lvl1pPr>
              <a:defRPr smtClean="0"/>
            </a:lvl1pPr>
          </a:lstStyle>
          <a:p>
            <a:pPr>
              <a:defRPr/>
            </a:pPr>
            <a:fld id="{840E562E-63E8-4634-B28A-A2A56179C611}" type="slidenum">
              <a:rPr lang="en-US" altLang="en-US"/>
              <a:pPr>
                <a:defRPr/>
              </a:pPr>
              <a:t>‹#›</a:t>
            </a:fld>
            <a:endParaRPr lang="en-US" altLang="en-US"/>
          </a:p>
        </p:txBody>
      </p:sp>
    </p:spTree>
    <p:extLst>
      <p:ext uri="{BB962C8B-B14F-4D97-AF65-F5344CB8AC3E}">
        <p14:creationId xmlns:p14="http://schemas.microsoft.com/office/powerpoint/2010/main" val="2258449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9175961B-3881-E957-8FA0-44CB081106BD}"/>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8" name="Rectangle 10">
            <a:extLst>
              <a:ext uri="{FF2B5EF4-FFF2-40B4-BE49-F238E27FC236}">
                <a16:creationId xmlns:a16="http://schemas.microsoft.com/office/drawing/2014/main" id="{5D6CFCB1-927B-F6A2-3D65-D4C909C37BD6}"/>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1">
            <a:extLst>
              <a:ext uri="{FF2B5EF4-FFF2-40B4-BE49-F238E27FC236}">
                <a16:creationId xmlns:a16="http://schemas.microsoft.com/office/drawing/2014/main" id="{76F070EB-0958-BF76-6B9D-C71B964E9EEA}"/>
              </a:ext>
            </a:extLst>
          </p:cNvPr>
          <p:cNvSpPr>
            <a:spLocks noGrp="1" noChangeArrowheads="1"/>
          </p:cNvSpPr>
          <p:nvPr>
            <p:ph type="sldNum" sz="quarter" idx="12"/>
          </p:nvPr>
        </p:nvSpPr>
        <p:spPr/>
        <p:txBody>
          <a:bodyPr/>
          <a:lstStyle>
            <a:lvl1pPr>
              <a:defRPr smtClean="0"/>
            </a:lvl1pPr>
          </a:lstStyle>
          <a:p>
            <a:pPr>
              <a:defRPr/>
            </a:pPr>
            <a:fld id="{86CA431F-1F6F-452E-A616-CE09B4ACAFF0}" type="slidenum">
              <a:rPr lang="en-US" altLang="en-US"/>
              <a:pPr>
                <a:defRPr/>
              </a:pPr>
              <a:t>‹#›</a:t>
            </a:fld>
            <a:endParaRPr lang="en-US" altLang="en-US"/>
          </a:p>
        </p:txBody>
      </p:sp>
    </p:spTree>
    <p:extLst>
      <p:ext uri="{BB962C8B-B14F-4D97-AF65-F5344CB8AC3E}">
        <p14:creationId xmlns:p14="http://schemas.microsoft.com/office/powerpoint/2010/main" val="693607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972CD397-F017-27C6-7F2F-195453E1FD01}"/>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4" name="Rectangle 10">
            <a:extLst>
              <a:ext uri="{FF2B5EF4-FFF2-40B4-BE49-F238E27FC236}">
                <a16:creationId xmlns:a16="http://schemas.microsoft.com/office/drawing/2014/main" id="{44193239-CE17-B2F0-3B66-9F10C7ADC537}"/>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1">
            <a:extLst>
              <a:ext uri="{FF2B5EF4-FFF2-40B4-BE49-F238E27FC236}">
                <a16:creationId xmlns:a16="http://schemas.microsoft.com/office/drawing/2014/main" id="{01C3F2B0-E97D-E157-F964-8DC3B030362C}"/>
              </a:ext>
            </a:extLst>
          </p:cNvPr>
          <p:cNvSpPr>
            <a:spLocks noGrp="1" noChangeArrowheads="1"/>
          </p:cNvSpPr>
          <p:nvPr>
            <p:ph type="sldNum" sz="quarter" idx="12"/>
          </p:nvPr>
        </p:nvSpPr>
        <p:spPr/>
        <p:txBody>
          <a:bodyPr/>
          <a:lstStyle>
            <a:lvl1pPr>
              <a:defRPr smtClean="0"/>
            </a:lvl1pPr>
          </a:lstStyle>
          <a:p>
            <a:pPr>
              <a:defRPr/>
            </a:pPr>
            <a:fld id="{8315ED02-4DED-4537-895F-8C30A4D1DD86}" type="slidenum">
              <a:rPr lang="en-US" altLang="en-US"/>
              <a:pPr>
                <a:defRPr/>
              </a:pPr>
              <a:t>‹#›</a:t>
            </a:fld>
            <a:endParaRPr lang="en-US" altLang="en-US"/>
          </a:p>
        </p:txBody>
      </p:sp>
    </p:spTree>
    <p:extLst>
      <p:ext uri="{BB962C8B-B14F-4D97-AF65-F5344CB8AC3E}">
        <p14:creationId xmlns:p14="http://schemas.microsoft.com/office/powerpoint/2010/main" val="4229143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9D58CFA4-5D8D-60D5-C2F8-8B39B069622D}"/>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3" name="Rectangle 10">
            <a:extLst>
              <a:ext uri="{FF2B5EF4-FFF2-40B4-BE49-F238E27FC236}">
                <a16:creationId xmlns:a16="http://schemas.microsoft.com/office/drawing/2014/main" id="{22B50379-5A68-152F-BCB4-1E7EEA79DB39}"/>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1">
            <a:extLst>
              <a:ext uri="{FF2B5EF4-FFF2-40B4-BE49-F238E27FC236}">
                <a16:creationId xmlns:a16="http://schemas.microsoft.com/office/drawing/2014/main" id="{5D39FCBA-CB61-C3AD-075D-799C58C92C20}"/>
              </a:ext>
            </a:extLst>
          </p:cNvPr>
          <p:cNvSpPr>
            <a:spLocks noGrp="1" noChangeArrowheads="1"/>
          </p:cNvSpPr>
          <p:nvPr>
            <p:ph type="sldNum" sz="quarter" idx="12"/>
          </p:nvPr>
        </p:nvSpPr>
        <p:spPr/>
        <p:txBody>
          <a:bodyPr/>
          <a:lstStyle>
            <a:lvl1pPr>
              <a:defRPr smtClean="0"/>
            </a:lvl1pPr>
          </a:lstStyle>
          <a:p>
            <a:pPr>
              <a:defRPr/>
            </a:pPr>
            <a:fld id="{4412D8AD-5918-4CC0-A25C-23E74BDAD2B9}" type="slidenum">
              <a:rPr lang="en-US" altLang="en-US"/>
              <a:pPr>
                <a:defRPr/>
              </a:pPr>
              <a:t>‹#›</a:t>
            </a:fld>
            <a:endParaRPr lang="en-US" altLang="en-US"/>
          </a:p>
        </p:txBody>
      </p:sp>
    </p:spTree>
    <p:extLst>
      <p:ext uri="{BB962C8B-B14F-4D97-AF65-F5344CB8AC3E}">
        <p14:creationId xmlns:p14="http://schemas.microsoft.com/office/powerpoint/2010/main" val="1388464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a:extLst>
              <a:ext uri="{FF2B5EF4-FFF2-40B4-BE49-F238E27FC236}">
                <a16:creationId xmlns:a16="http://schemas.microsoft.com/office/drawing/2014/main" id="{FF38182F-10AA-DB3B-832B-54566BFA273C}"/>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6" name="Rectangle 10">
            <a:extLst>
              <a:ext uri="{FF2B5EF4-FFF2-40B4-BE49-F238E27FC236}">
                <a16:creationId xmlns:a16="http://schemas.microsoft.com/office/drawing/2014/main" id="{4F14376C-4826-6FA2-F0DB-0D21677FE99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66937332-1290-A86C-03A3-003D2CF826E1}"/>
              </a:ext>
            </a:extLst>
          </p:cNvPr>
          <p:cNvSpPr>
            <a:spLocks noGrp="1" noChangeArrowheads="1"/>
          </p:cNvSpPr>
          <p:nvPr>
            <p:ph type="sldNum" sz="quarter" idx="12"/>
          </p:nvPr>
        </p:nvSpPr>
        <p:spPr/>
        <p:txBody>
          <a:bodyPr/>
          <a:lstStyle>
            <a:lvl1pPr>
              <a:defRPr smtClean="0"/>
            </a:lvl1pPr>
          </a:lstStyle>
          <a:p>
            <a:pPr>
              <a:defRPr/>
            </a:pPr>
            <a:fld id="{410BAB4F-66BD-4EC9-B6A3-A18E712AFD1A}" type="slidenum">
              <a:rPr lang="en-US" altLang="en-US"/>
              <a:pPr>
                <a:defRPr/>
              </a:pPr>
              <a:t>‹#›</a:t>
            </a:fld>
            <a:endParaRPr lang="en-US" altLang="en-US"/>
          </a:p>
        </p:txBody>
      </p:sp>
    </p:spTree>
    <p:extLst>
      <p:ext uri="{BB962C8B-B14F-4D97-AF65-F5344CB8AC3E}">
        <p14:creationId xmlns:p14="http://schemas.microsoft.com/office/powerpoint/2010/main" val="814454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a:extLst>
              <a:ext uri="{FF2B5EF4-FFF2-40B4-BE49-F238E27FC236}">
                <a16:creationId xmlns:a16="http://schemas.microsoft.com/office/drawing/2014/main" id="{D6275704-1C60-FCC4-86DF-3AD40679E8A7}"/>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6" name="Rectangle 10">
            <a:extLst>
              <a:ext uri="{FF2B5EF4-FFF2-40B4-BE49-F238E27FC236}">
                <a16:creationId xmlns:a16="http://schemas.microsoft.com/office/drawing/2014/main" id="{97D2FEA3-C68B-8F2A-CA6C-7884926EAD2F}"/>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08742B52-8869-86B6-3C79-45B945B871CA}"/>
              </a:ext>
            </a:extLst>
          </p:cNvPr>
          <p:cNvSpPr>
            <a:spLocks noGrp="1" noChangeArrowheads="1"/>
          </p:cNvSpPr>
          <p:nvPr>
            <p:ph type="sldNum" sz="quarter" idx="12"/>
          </p:nvPr>
        </p:nvSpPr>
        <p:spPr/>
        <p:txBody>
          <a:bodyPr/>
          <a:lstStyle>
            <a:lvl1pPr>
              <a:defRPr smtClean="0"/>
            </a:lvl1pPr>
          </a:lstStyle>
          <a:p>
            <a:pPr>
              <a:defRPr/>
            </a:pPr>
            <a:fld id="{1EC6F5D4-C602-4592-BE70-23F6DA60B6F4}" type="slidenum">
              <a:rPr lang="en-US" altLang="en-US"/>
              <a:pPr>
                <a:defRPr/>
              </a:pPr>
              <a:t>‹#›</a:t>
            </a:fld>
            <a:endParaRPr lang="en-US" altLang="en-US"/>
          </a:p>
        </p:txBody>
      </p:sp>
    </p:spTree>
    <p:extLst>
      <p:ext uri="{BB962C8B-B14F-4D97-AF65-F5344CB8AC3E}">
        <p14:creationId xmlns:p14="http://schemas.microsoft.com/office/powerpoint/2010/main" val="1590347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5D693B19-0563-F718-F445-86E96C5F6C50}"/>
              </a:ext>
            </a:extLst>
          </p:cNvPr>
          <p:cNvSpPr>
            <a:spLocks noGrp="1" noChangeArrowheads="1"/>
          </p:cNvSpPr>
          <p:nvPr>
            <p:ph type="dt" sz="half" idx="10"/>
          </p:nvPr>
        </p:nvSpPr>
        <p:spPr/>
        <p:txBody>
          <a:bodyPr/>
          <a:lstStyle>
            <a:lvl1pPr>
              <a:defRPr/>
            </a:lvl1pPr>
          </a:lstStyle>
          <a:p>
            <a:pPr>
              <a:defRPr/>
            </a:pPr>
            <a:r>
              <a:rPr lang="en-US"/>
              <a:t>© LPU :: CAP659 Programming in C# :: Sumit Gupta</a:t>
            </a:r>
          </a:p>
        </p:txBody>
      </p:sp>
      <p:sp>
        <p:nvSpPr>
          <p:cNvPr id="5" name="Rectangle 10">
            <a:extLst>
              <a:ext uri="{FF2B5EF4-FFF2-40B4-BE49-F238E27FC236}">
                <a16:creationId xmlns:a16="http://schemas.microsoft.com/office/drawing/2014/main" id="{10118FC2-FFF0-B37D-5192-5E12C3A07493}"/>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F5740EB1-75D4-1703-3A56-D8DB79504BE7}"/>
              </a:ext>
            </a:extLst>
          </p:cNvPr>
          <p:cNvSpPr>
            <a:spLocks noGrp="1" noChangeArrowheads="1"/>
          </p:cNvSpPr>
          <p:nvPr>
            <p:ph type="sldNum" sz="quarter" idx="12"/>
          </p:nvPr>
        </p:nvSpPr>
        <p:spPr/>
        <p:txBody>
          <a:bodyPr/>
          <a:lstStyle>
            <a:lvl1pPr>
              <a:defRPr smtClean="0"/>
            </a:lvl1pPr>
          </a:lstStyle>
          <a:p>
            <a:pPr>
              <a:defRPr/>
            </a:pPr>
            <a:fld id="{38D276EC-55AF-4019-82AD-7176019D45CE}" type="slidenum">
              <a:rPr lang="en-US" altLang="en-US"/>
              <a:pPr>
                <a:defRPr/>
              </a:pPr>
              <a:t>‹#›</a:t>
            </a:fld>
            <a:endParaRPr lang="en-US" altLang="en-US"/>
          </a:p>
        </p:txBody>
      </p:sp>
    </p:spTree>
    <p:extLst>
      <p:ext uri="{BB962C8B-B14F-4D97-AF65-F5344CB8AC3E}">
        <p14:creationId xmlns:p14="http://schemas.microsoft.com/office/powerpoint/2010/main" val="2653139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62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62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a:extLst>
              <a:ext uri="{FF2B5EF4-FFF2-40B4-BE49-F238E27FC236}">
                <a16:creationId xmlns:a16="http://schemas.microsoft.com/office/drawing/2014/main" id="{1757E3A9-11AF-3E54-5508-203925301B1F}"/>
              </a:ext>
            </a:extLst>
          </p:cNvPr>
          <p:cNvSpPr>
            <a:spLocks noGrp="1" noChangeArrowheads="1"/>
          </p:cNvSpPr>
          <p:nvPr>
            <p:ph type="ftr" sz="quarter" idx="10"/>
          </p:nvPr>
        </p:nvSpPr>
        <p:spPr/>
        <p:txBody>
          <a:bodyPr/>
          <a:lstStyle>
            <a:lvl1pPr>
              <a:defRPr/>
            </a:lvl1pPr>
          </a:lstStyle>
          <a:p>
            <a:pPr>
              <a:defRPr/>
            </a:pPr>
            <a:endParaRPr lang="en-US"/>
          </a:p>
        </p:txBody>
      </p:sp>
      <p:sp>
        <p:nvSpPr>
          <p:cNvPr id="5" name="Rectangle 11">
            <a:extLst>
              <a:ext uri="{FF2B5EF4-FFF2-40B4-BE49-F238E27FC236}">
                <a16:creationId xmlns:a16="http://schemas.microsoft.com/office/drawing/2014/main" id="{133C8B77-D0C8-2BD4-CC87-1323F3F2C40D}"/>
              </a:ext>
            </a:extLst>
          </p:cNvPr>
          <p:cNvSpPr>
            <a:spLocks noGrp="1" noChangeArrowheads="1"/>
          </p:cNvSpPr>
          <p:nvPr>
            <p:ph type="sldNum" sz="quarter" idx="11"/>
          </p:nvPr>
        </p:nvSpPr>
        <p:spPr/>
        <p:txBody>
          <a:bodyPr/>
          <a:lstStyle>
            <a:lvl1pPr>
              <a:defRPr smtClean="0"/>
            </a:lvl1pPr>
          </a:lstStyle>
          <a:p>
            <a:pPr>
              <a:defRPr/>
            </a:pPr>
            <a:fld id="{CEC5FE32-B405-4F51-A3F8-9A0D82E4F7DA}" type="slidenum">
              <a:rPr lang="en-US" altLang="en-US"/>
              <a:pPr>
                <a:defRPr/>
              </a:pPr>
              <a:t>‹#›</a:t>
            </a:fld>
            <a:endParaRPr lang="en-US" altLang="en-US"/>
          </a:p>
        </p:txBody>
      </p:sp>
    </p:spTree>
    <p:extLst>
      <p:ext uri="{BB962C8B-B14F-4D97-AF65-F5344CB8AC3E}">
        <p14:creationId xmlns:p14="http://schemas.microsoft.com/office/powerpoint/2010/main" val="538896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074A94-BFF3-CD53-16AB-932B06CF691C}"/>
              </a:ext>
            </a:extLst>
          </p:cNvPr>
          <p:cNvSpPr>
            <a:spLocks noGrp="1"/>
          </p:cNvSpPr>
          <p:nvPr>
            <p:ph type="dt" sz="half" idx="10"/>
          </p:nvPr>
        </p:nvSpPr>
        <p:spPr>
          <a:xfrm>
            <a:off x="457200" y="6356350"/>
            <a:ext cx="5122863" cy="365125"/>
          </a:xfrm>
          <a:prstGeom prst="rect">
            <a:avLst/>
          </a:prstGeom>
        </p:spPr>
        <p:txBody>
          <a:bodyPr vert="horz" lIns="91440" tIns="45720" rIns="91440" bIns="45720" rtlCol="0" anchor="ctr"/>
          <a:lstStyle>
            <a:lvl1pPr algn="l" eaLnBrk="1" fontAlgn="auto" hangingPunct="1">
              <a:spcBef>
                <a:spcPts val="0"/>
              </a:spcBef>
              <a:spcAft>
                <a:spcPts val="0"/>
              </a:spcAft>
              <a:defRPr sz="1400">
                <a:solidFill>
                  <a:prstClr val="black">
                    <a:tint val="75000"/>
                  </a:prstClr>
                </a:solidFill>
                <a:latin typeface="Tahoma" panose="020B0604030504040204" pitchFamily="34" charset="0"/>
                <a:ea typeface="Tahoma" panose="020B0604030504040204" pitchFamily="34" charset="0"/>
                <a:cs typeface="Tahoma" panose="020B0604030504040204" pitchFamily="34" charset="0"/>
              </a:defRPr>
            </a:lvl1pPr>
          </a:lstStyle>
          <a:p>
            <a:pPr>
              <a:defRPr/>
            </a:pPr>
            <a:r>
              <a:rPr lang="en-US"/>
              <a:t>© LPU :: CAP659 Programming in C# :: Sumit Gupta</a:t>
            </a:r>
            <a:endParaRPr lang="en-IN" dirty="0"/>
          </a:p>
        </p:txBody>
      </p:sp>
    </p:spTree>
    <p:extLst>
      <p:ext uri="{BB962C8B-B14F-4D97-AF65-F5344CB8AC3E}">
        <p14:creationId xmlns:p14="http://schemas.microsoft.com/office/powerpoint/2010/main" val="3367564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778723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Footer Placeholder 4">
            <a:extLst>
              <a:ext uri="{FF2B5EF4-FFF2-40B4-BE49-F238E27FC236}">
                <a16:creationId xmlns:a16="http://schemas.microsoft.com/office/drawing/2014/main" id="{B7CA2D5A-E6A2-95B3-7741-527503858F20}"/>
              </a:ext>
            </a:extLst>
          </p:cNvPr>
          <p:cNvSpPr>
            <a:spLocks noGrp="1"/>
          </p:cNvSpPr>
          <p:nvPr>
            <p:ph type="ftr" sz="quarter" idx="10"/>
          </p:nvPr>
        </p:nvSpPr>
        <p:spPr>
          <a:xfrm>
            <a:off x="3124200" y="6356350"/>
            <a:ext cx="2895600" cy="365125"/>
          </a:xfrm>
          <a:prstGeom prst="rect">
            <a:avLst/>
          </a:prstGeom>
        </p:spPr>
        <p:txBody>
          <a:bodyPr/>
          <a:lstStyle>
            <a:lvl1pPr eaLnBrk="1" fontAlgn="auto" hangingPunct="1">
              <a:spcBef>
                <a:spcPts val="0"/>
              </a:spcBef>
              <a:spcAft>
                <a:spcPts val="0"/>
              </a:spcAft>
              <a:defRPr>
                <a:solidFill>
                  <a:prstClr val="black"/>
                </a:solidFill>
                <a:latin typeface="+mn-lt"/>
                <a:cs typeface="+mn-cs"/>
              </a:defRPr>
            </a:lvl1pPr>
          </a:lstStyle>
          <a:p>
            <a:pPr>
              <a:defRPr/>
            </a:pPr>
            <a:endParaRPr lang="en-IN"/>
          </a:p>
        </p:txBody>
      </p:sp>
      <p:sp>
        <p:nvSpPr>
          <p:cNvPr id="5" name="Slide Number Placeholder 5">
            <a:extLst>
              <a:ext uri="{FF2B5EF4-FFF2-40B4-BE49-F238E27FC236}">
                <a16:creationId xmlns:a16="http://schemas.microsoft.com/office/drawing/2014/main" id="{96EC6DC2-7C25-C9DF-7F1C-771DA7340A19}"/>
              </a:ext>
            </a:extLst>
          </p:cNvPr>
          <p:cNvSpPr>
            <a:spLocks noGrp="1"/>
          </p:cNvSpPr>
          <p:nvPr>
            <p:ph type="sldNum" sz="quarter" idx="11"/>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000000"/>
                </a:solidFill>
                <a:latin typeface="Calibri" panose="020F0502020204030204" pitchFamily="34" charset="0"/>
              </a:defRPr>
            </a:lvl1pPr>
          </a:lstStyle>
          <a:p>
            <a:pPr>
              <a:defRPr/>
            </a:pPr>
            <a:fld id="{1D5E1A22-8798-4AF9-9B50-6A61390CDB1A}" type="slidenum">
              <a:rPr lang="en-IN" altLang="en-US"/>
              <a:pPr>
                <a:defRPr/>
              </a:pPr>
              <a:t>‹#›</a:t>
            </a:fld>
            <a:endParaRPr lang="en-IN" altLang="en-US"/>
          </a:p>
        </p:txBody>
      </p:sp>
    </p:spTree>
    <p:extLst>
      <p:ext uri="{BB962C8B-B14F-4D97-AF65-F5344CB8AC3E}">
        <p14:creationId xmlns:p14="http://schemas.microsoft.com/office/powerpoint/2010/main" val="3637122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6">
            <a:extLst>
              <a:ext uri="{FF2B5EF4-FFF2-40B4-BE49-F238E27FC236}">
                <a16:creationId xmlns:a16="http://schemas.microsoft.com/office/drawing/2014/main" id="{3FC763E5-83EC-F390-BDAB-BCE444DF89B8}"/>
              </a:ext>
            </a:extLst>
          </p:cNvPr>
          <p:cNvSpPr>
            <a:spLocks noGrp="1"/>
          </p:cNvSpPr>
          <p:nvPr>
            <p:ph type="sldNum" sz="quarter" idx="10"/>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000000"/>
                </a:solidFill>
                <a:latin typeface="Calibri" panose="020F0502020204030204" pitchFamily="34" charset="0"/>
              </a:defRPr>
            </a:lvl1pPr>
          </a:lstStyle>
          <a:p>
            <a:pPr>
              <a:defRPr/>
            </a:pPr>
            <a:fld id="{FFCA118D-0E2C-422D-957E-71E661863ED2}" type="slidenum">
              <a:rPr lang="en-IN" altLang="en-US"/>
              <a:pPr>
                <a:defRPr/>
              </a:pPr>
              <a:t>‹#›</a:t>
            </a:fld>
            <a:endParaRPr lang="en-IN" altLang="en-US"/>
          </a:p>
        </p:txBody>
      </p:sp>
    </p:spTree>
    <p:extLst>
      <p:ext uri="{BB962C8B-B14F-4D97-AF65-F5344CB8AC3E}">
        <p14:creationId xmlns:p14="http://schemas.microsoft.com/office/powerpoint/2010/main" val="611470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7">
            <a:extLst>
              <a:ext uri="{FF2B5EF4-FFF2-40B4-BE49-F238E27FC236}">
                <a16:creationId xmlns:a16="http://schemas.microsoft.com/office/drawing/2014/main" id="{59B395CF-229D-AD64-AF86-E8F8A9D5CEA2}"/>
              </a:ext>
            </a:extLst>
          </p:cNvPr>
          <p:cNvSpPr>
            <a:spLocks noGrp="1"/>
          </p:cNvSpPr>
          <p:nvPr>
            <p:ph type="ftr" sz="quarter" idx="10"/>
          </p:nvPr>
        </p:nvSpPr>
        <p:spPr>
          <a:xfrm>
            <a:off x="3124200" y="6356350"/>
            <a:ext cx="2895600" cy="365125"/>
          </a:xfrm>
          <a:prstGeom prst="rect">
            <a:avLst/>
          </a:prstGeom>
        </p:spPr>
        <p:txBody>
          <a:bodyPr/>
          <a:lstStyle>
            <a:lvl1pPr eaLnBrk="1" fontAlgn="auto" hangingPunct="1">
              <a:spcBef>
                <a:spcPts val="0"/>
              </a:spcBef>
              <a:spcAft>
                <a:spcPts val="0"/>
              </a:spcAft>
              <a:defRPr>
                <a:solidFill>
                  <a:prstClr val="black"/>
                </a:solidFill>
                <a:latin typeface="+mn-lt"/>
                <a:cs typeface="+mn-cs"/>
              </a:defRPr>
            </a:lvl1pPr>
          </a:lstStyle>
          <a:p>
            <a:pPr>
              <a:defRPr/>
            </a:pPr>
            <a:endParaRPr lang="en-IN"/>
          </a:p>
        </p:txBody>
      </p:sp>
      <p:sp>
        <p:nvSpPr>
          <p:cNvPr id="8" name="Slide Number Placeholder 8">
            <a:extLst>
              <a:ext uri="{FF2B5EF4-FFF2-40B4-BE49-F238E27FC236}">
                <a16:creationId xmlns:a16="http://schemas.microsoft.com/office/drawing/2014/main" id="{11261C3C-E8E5-E87D-C4E6-E7306760A83E}"/>
              </a:ext>
            </a:extLst>
          </p:cNvPr>
          <p:cNvSpPr>
            <a:spLocks noGrp="1"/>
          </p:cNvSpPr>
          <p:nvPr>
            <p:ph type="sldNum" sz="quarter" idx="11"/>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000000"/>
                </a:solidFill>
                <a:latin typeface="Calibri" panose="020F0502020204030204" pitchFamily="34" charset="0"/>
              </a:defRPr>
            </a:lvl1pPr>
          </a:lstStyle>
          <a:p>
            <a:pPr>
              <a:defRPr/>
            </a:pPr>
            <a:fld id="{47CD2DB2-BA7D-4FAE-AACB-B8CFF6CFE54E}" type="slidenum">
              <a:rPr lang="en-IN" altLang="en-US"/>
              <a:pPr>
                <a:defRPr/>
              </a:pPr>
              <a:t>‹#›</a:t>
            </a:fld>
            <a:endParaRPr lang="en-IN" altLang="en-US"/>
          </a:p>
        </p:txBody>
      </p:sp>
    </p:spTree>
    <p:extLst>
      <p:ext uri="{BB962C8B-B14F-4D97-AF65-F5344CB8AC3E}">
        <p14:creationId xmlns:p14="http://schemas.microsoft.com/office/powerpoint/2010/main" val="453534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3">
            <a:extLst>
              <a:ext uri="{FF2B5EF4-FFF2-40B4-BE49-F238E27FC236}">
                <a16:creationId xmlns:a16="http://schemas.microsoft.com/office/drawing/2014/main" id="{7CB2302B-C2F3-9592-C5FD-C17769953154}"/>
              </a:ext>
            </a:extLst>
          </p:cNvPr>
          <p:cNvSpPr>
            <a:spLocks noGrp="1"/>
          </p:cNvSpPr>
          <p:nvPr>
            <p:ph type="ftr" sz="quarter" idx="10"/>
          </p:nvPr>
        </p:nvSpPr>
        <p:spPr>
          <a:xfrm>
            <a:off x="3124200" y="6356350"/>
            <a:ext cx="2895600" cy="365125"/>
          </a:xfrm>
          <a:prstGeom prst="rect">
            <a:avLst/>
          </a:prstGeom>
        </p:spPr>
        <p:txBody>
          <a:bodyPr/>
          <a:lstStyle>
            <a:lvl1pPr eaLnBrk="1" fontAlgn="auto" hangingPunct="1">
              <a:spcBef>
                <a:spcPts val="0"/>
              </a:spcBef>
              <a:spcAft>
                <a:spcPts val="0"/>
              </a:spcAft>
              <a:defRPr>
                <a:solidFill>
                  <a:prstClr val="black"/>
                </a:solidFill>
                <a:latin typeface="+mn-lt"/>
                <a:cs typeface="+mn-cs"/>
              </a:defRPr>
            </a:lvl1pPr>
          </a:lstStyle>
          <a:p>
            <a:pPr>
              <a:defRPr/>
            </a:pPr>
            <a:endParaRPr lang="en-IN"/>
          </a:p>
        </p:txBody>
      </p:sp>
      <p:sp>
        <p:nvSpPr>
          <p:cNvPr id="4" name="Slide Number Placeholder 4">
            <a:extLst>
              <a:ext uri="{FF2B5EF4-FFF2-40B4-BE49-F238E27FC236}">
                <a16:creationId xmlns:a16="http://schemas.microsoft.com/office/drawing/2014/main" id="{12ECFAF3-D2AC-5919-F813-03E46315CD17}"/>
              </a:ext>
            </a:extLst>
          </p:cNvPr>
          <p:cNvSpPr>
            <a:spLocks noGrp="1"/>
          </p:cNvSpPr>
          <p:nvPr>
            <p:ph type="sldNum" sz="quarter" idx="11"/>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000000"/>
                </a:solidFill>
                <a:latin typeface="Calibri" panose="020F0502020204030204" pitchFamily="34" charset="0"/>
              </a:defRPr>
            </a:lvl1pPr>
          </a:lstStyle>
          <a:p>
            <a:pPr>
              <a:defRPr/>
            </a:pPr>
            <a:fld id="{E406EC5F-C7CD-4DBE-9D54-8307A8AC2256}" type="slidenum">
              <a:rPr lang="en-IN" altLang="en-US"/>
              <a:pPr>
                <a:defRPr/>
              </a:pPr>
              <a:t>‹#›</a:t>
            </a:fld>
            <a:endParaRPr lang="en-IN" altLang="en-US"/>
          </a:p>
        </p:txBody>
      </p:sp>
    </p:spTree>
    <p:extLst>
      <p:ext uri="{BB962C8B-B14F-4D97-AF65-F5344CB8AC3E}">
        <p14:creationId xmlns:p14="http://schemas.microsoft.com/office/powerpoint/2010/main" val="41181095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0575892F-3AEE-5473-43FB-E6F443306473}"/>
              </a:ext>
            </a:extLst>
          </p:cNvPr>
          <p:cNvSpPr>
            <a:spLocks noGrp="1"/>
          </p:cNvSpPr>
          <p:nvPr>
            <p:ph type="ftr" sz="quarter" idx="10"/>
          </p:nvPr>
        </p:nvSpPr>
        <p:spPr>
          <a:xfrm>
            <a:off x="3124200" y="6356350"/>
            <a:ext cx="2895600" cy="365125"/>
          </a:xfrm>
          <a:prstGeom prst="rect">
            <a:avLst/>
          </a:prstGeom>
        </p:spPr>
        <p:txBody>
          <a:bodyPr/>
          <a:lstStyle>
            <a:lvl1pPr eaLnBrk="1" fontAlgn="auto" hangingPunct="1">
              <a:spcBef>
                <a:spcPts val="0"/>
              </a:spcBef>
              <a:spcAft>
                <a:spcPts val="0"/>
              </a:spcAft>
              <a:defRPr>
                <a:solidFill>
                  <a:prstClr val="black"/>
                </a:solidFill>
                <a:latin typeface="+mn-lt"/>
                <a:cs typeface="+mn-cs"/>
              </a:defRPr>
            </a:lvl1pPr>
          </a:lstStyle>
          <a:p>
            <a:pPr>
              <a:defRPr/>
            </a:pPr>
            <a:endParaRPr lang="en-IN"/>
          </a:p>
        </p:txBody>
      </p:sp>
      <p:sp>
        <p:nvSpPr>
          <p:cNvPr id="3" name="Slide Number Placeholder 3">
            <a:extLst>
              <a:ext uri="{FF2B5EF4-FFF2-40B4-BE49-F238E27FC236}">
                <a16:creationId xmlns:a16="http://schemas.microsoft.com/office/drawing/2014/main" id="{9BCEF681-C3FA-1C33-0D2D-25C66D576987}"/>
              </a:ext>
            </a:extLst>
          </p:cNvPr>
          <p:cNvSpPr>
            <a:spLocks noGrp="1"/>
          </p:cNvSpPr>
          <p:nvPr>
            <p:ph type="sldNum" sz="quarter" idx="11"/>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000000"/>
                </a:solidFill>
                <a:latin typeface="Calibri" panose="020F0502020204030204" pitchFamily="34" charset="0"/>
              </a:defRPr>
            </a:lvl1pPr>
          </a:lstStyle>
          <a:p>
            <a:pPr>
              <a:defRPr/>
            </a:pPr>
            <a:fld id="{E54EF955-3489-4F36-9A9C-E24929A94882}" type="slidenum">
              <a:rPr lang="en-IN" altLang="en-US"/>
              <a:pPr>
                <a:defRPr/>
              </a:pPr>
              <a:t>‹#›</a:t>
            </a:fld>
            <a:endParaRPr lang="en-IN" altLang="en-US"/>
          </a:p>
        </p:txBody>
      </p:sp>
    </p:spTree>
    <p:extLst>
      <p:ext uri="{BB962C8B-B14F-4D97-AF65-F5344CB8AC3E}">
        <p14:creationId xmlns:p14="http://schemas.microsoft.com/office/powerpoint/2010/main" val="1048796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5">
            <a:extLst>
              <a:ext uri="{FF2B5EF4-FFF2-40B4-BE49-F238E27FC236}">
                <a16:creationId xmlns:a16="http://schemas.microsoft.com/office/drawing/2014/main" id="{931BE3EE-2D06-DE0E-20BC-319E6818BE32}"/>
              </a:ext>
            </a:extLst>
          </p:cNvPr>
          <p:cNvSpPr>
            <a:spLocks noGrp="1"/>
          </p:cNvSpPr>
          <p:nvPr>
            <p:ph type="ftr" sz="quarter" idx="10"/>
          </p:nvPr>
        </p:nvSpPr>
        <p:spPr>
          <a:xfrm>
            <a:off x="3124200" y="6356350"/>
            <a:ext cx="2895600" cy="365125"/>
          </a:xfrm>
          <a:prstGeom prst="rect">
            <a:avLst/>
          </a:prstGeom>
        </p:spPr>
        <p:txBody>
          <a:bodyPr/>
          <a:lstStyle>
            <a:lvl1pPr eaLnBrk="1" fontAlgn="auto" hangingPunct="1">
              <a:spcBef>
                <a:spcPts val="0"/>
              </a:spcBef>
              <a:spcAft>
                <a:spcPts val="0"/>
              </a:spcAft>
              <a:defRPr>
                <a:solidFill>
                  <a:prstClr val="black"/>
                </a:solidFill>
                <a:latin typeface="+mn-lt"/>
                <a:cs typeface="+mn-cs"/>
              </a:defRPr>
            </a:lvl1pPr>
          </a:lstStyle>
          <a:p>
            <a:pPr>
              <a:defRPr/>
            </a:pPr>
            <a:endParaRPr lang="en-IN"/>
          </a:p>
        </p:txBody>
      </p:sp>
      <p:sp>
        <p:nvSpPr>
          <p:cNvPr id="6" name="Slide Number Placeholder 6">
            <a:extLst>
              <a:ext uri="{FF2B5EF4-FFF2-40B4-BE49-F238E27FC236}">
                <a16:creationId xmlns:a16="http://schemas.microsoft.com/office/drawing/2014/main" id="{7B520969-CA25-5112-CD6D-E31CF144AA5B}"/>
              </a:ext>
            </a:extLst>
          </p:cNvPr>
          <p:cNvSpPr>
            <a:spLocks noGrp="1"/>
          </p:cNvSpPr>
          <p:nvPr>
            <p:ph type="sldNum" sz="quarter" idx="11"/>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000000"/>
                </a:solidFill>
                <a:latin typeface="Calibri" panose="020F0502020204030204" pitchFamily="34" charset="0"/>
              </a:defRPr>
            </a:lvl1pPr>
          </a:lstStyle>
          <a:p>
            <a:pPr>
              <a:defRPr/>
            </a:pPr>
            <a:fld id="{A5955873-911C-4A23-A430-13F2D87C4C0B}" type="slidenum">
              <a:rPr lang="en-IN" altLang="en-US"/>
              <a:pPr>
                <a:defRPr/>
              </a:pPr>
              <a:t>‹#›</a:t>
            </a:fld>
            <a:endParaRPr lang="en-IN" altLang="en-US"/>
          </a:p>
        </p:txBody>
      </p:sp>
    </p:spTree>
    <p:extLst>
      <p:ext uri="{BB962C8B-B14F-4D97-AF65-F5344CB8AC3E}">
        <p14:creationId xmlns:p14="http://schemas.microsoft.com/office/powerpoint/2010/main" val="33128602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5">
            <a:extLst>
              <a:ext uri="{FF2B5EF4-FFF2-40B4-BE49-F238E27FC236}">
                <a16:creationId xmlns:a16="http://schemas.microsoft.com/office/drawing/2014/main" id="{8B389543-1119-833E-A2DB-1C1BEEC27014}"/>
              </a:ext>
            </a:extLst>
          </p:cNvPr>
          <p:cNvSpPr>
            <a:spLocks noGrp="1"/>
          </p:cNvSpPr>
          <p:nvPr>
            <p:ph type="ftr" sz="quarter" idx="10"/>
          </p:nvPr>
        </p:nvSpPr>
        <p:spPr>
          <a:xfrm>
            <a:off x="3124200" y="6356350"/>
            <a:ext cx="2895600" cy="365125"/>
          </a:xfrm>
          <a:prstGeom prst="rect">
            <a:avLst/>
          </a:prstGeom>
        </p:spPr>
        <p:txBody>
          <a:bodyPr/>
          <a:lstStyle>
            <a:lvl1pPr eaLnBrk="1" fontAlgn="auto" hangingPunct="1">
              <a:spcBef>
                <a:spcPts val="0"/>
              </a:spcBef>
              <a:spcAft>
                <a:spcPts val="0"/>
              </a:spcAft>
              <a:defRPr>
                <a:solidFill>
                  <a:prstClr val="black"/>
                </a:solidFill>
                <a:latin typeface="+mn-lt"/>
                <a:cs typeface="+mn-cs"/>
              </a:defRPr>
            </a:lvl1pPr>
          </a:lstStyle>
          <a:p>
            <a:pPr>
              <a:defRPr/>
            </a:pPr>
            <a:endParaRPr lang="en-IN"/>
          </a:p>
        </p:txBody>
      </p:sp>
      <p:sp>
        <p:nvSpPr>
          <p:cNvPr id="6" name="Slide Number Placeholder 6">
            <a:extLst>
              <a:ext uri="{FF2B5EF4-FFF2-40B4-BE49-F238E27FC236}">
                <a16:creationId xmlns:a16="http://schemas.microsoft.com/office/drawing/2014/main" id="{66FC701F-689D-D05B-2845-823D3E89E608}"/>
              </a:ext>
            </a:extLst>
          </p:cNvPr>
          <p:cNvSpPr>
            <a:spLocks noGrp="1"/>
          </p:cNvSpPr>
          <p:nvPr>
            <p:ph type="sldNum" sz="quarter" idx="11"/>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000000"/>
                </a:solidFill>
                <a:latin typeface="Calibri" panose="020F0502020204030204" pitchFamily="34" charset="0"/>
              </a:defRPr>
            </a:lvl1pPr>
          </a:lstStyle>
          <a:p>
            <a:pPr>
              <a:defRPr/>
            </a:pPr>
            <a:fld id="{7FF4232A-0DF7-435A-829B-B7E06C86925B}" type="slidenum">
              <a:rPr lang="en-IN" altLang="en-US"/>
              <a:pPr>
                <a:defRPr/>
              </a:pPr>
              <a:t>‹#›</a:t>
            </a:fld>
            <a:endParaRPr lang="en-IN" altLang="en-US"/>
          </a:p>
        </p:txBody>
      </p:sp>
    </p:spTree>
    <p:extLst>
      <p:ext uri="{BB962C8B-B14F-4D97-AF65-F5344CB8AC3E}">
        <p14:creationId xmlns:p14="http://schemas.microsoft.com/office/powerpoint/2010/main" val="28441552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a:extLst>
              <a:ext uri="{FF2B5EF4-FFF2-40B4-BE49-F238E27FC236}">
                <a16:creationId xmlns:a16="http://schemas.microsoft.com/office/drawing/2014/main" id="{11541DDC-9936-5D3D-41F7-383388FF9133}"/>
              </a:ext>
            </a:extLst>
          </p:cNvPr>
          <p:cNvSpPr>
            <a:spLocks noGrp="1"/>
          </p:cNvSpPr>
          <p:nvPr>
            <p:ph type="ftr" sz="quarter" idx="10"/>
          </p:nvPr>
        </p:nvSpPr>
        <p:spPr>
          <a:xfrm>
            <a:off x="3124200" y="6356350"/>
            <a:ext cx="2895600" cy="365125"/>
          </a:xfrm>
          <a:prstGeom prst="rect">
            <a:avLst/>
          </a:prstGeom>
        </p:spPr>
        <p:txBody>
          <a:bodyPr/>
          <a:lstStyle>
            <a:lvl1pPr eaLnBrk="1" fontAlgn="auto" hangingPunct="1">
              <a:spcBef>
                <a:spcPts val="0"/>
              </a:spcBef>
              <a:spcAft>
                <a:spcPts val="0"/>
              </a:spcAft>
              <a:defRPr>
                <a:solidFill>
                  <a:prstClr val="black"/>
                </a:solidFill>
                <a:latin typeface="+mn-lt"/>
                <a:cs typeface="+mn-cs"/>
              </a:defRPr>
            </a:lvl1pPr>
          </a:lstStyle>
          <a:p>
            <a:pPr>
              <a:defRPr/>
            </a:pPr>
            <a:endParaRPr lang="en-IN"/>
          </a:p>
        </p:txBody>
      </p:sp>
      <p:sp>
        <p:nvSpPr>
          <p:cNvPr id="5" name="Slide Number Placeholder 5">
            <a:extLst>
              <a:ext uri="{FF2B5EF4-FFF2-40B4-BE49-F238E27FC236}">
                <a16:creationId xmlns:a16="http://schemas.microsoft.com/office/drawing/2014/main" id="{A7BE368C-6B0F-350C-F94F-B78BB75F62DC}"/>
              </a:ext>
            </a:extLst>
          </p:cNvPr>
          <p:cNvSpPr>
            <a:spLocks noGrp="1"/>
          </p:cNvSpPr>
          <p:nvPr>
            <p:ph type="sldNum" sz="quarter" idx="11"/>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000000"/>
                </a:solidFill>
                <a:latin typeface="Calibri" panose="020F0502020204030204" pitchFamily="34" charset="0"/>
              </a:defRPr>
            </a:lvl1pPr>
          </a:lstStyle>
          <a:p>
            <a:pPr>
              <a:defRPr/>
            </a:pPr>
            <a:fld id="{DB5968A0-BCBA-4CEF-A605-56D180DDC1C7}" type="slidenum">
              <a:rPr lang="en-IN" altLang="en-US"/>
              <a:pPr>
                <a:defRPr/>
              </a:pPr>
              <a:t>‹#›</a:t>
            </a:fld>
            <a:endParaRPr lang="en-IN" altLang="en-US"/>
          </a:p>
        </p:txBody>
      </p:sp>
    </p:spTree>
    <p:extLst>
      <p:ext uri="{BB962C8B-B14F-4D97-AF65-F5344CB8AC3E}">
        <p14:creationId xmlns:p14="http://schemas.microsoft.com/office/powerpoint/2010/main" val="42299547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a:extLst>
              <a:ext uri="{FF2B5EF4-FFF2-40B4-BE49-F238E27FC236}">
                <a16:creationId xmlns:a16="http://schemas.microsoft.com/office/drawing/2014/main" id="{7DBAA56B-C735-7943-A984-14F6A9BB65A9}"/>
              </a:ext>
            </a:extLst>
          </p:cNvPr>
          <p:cNvSpPr>
            <a:spLocks noGrp="1"/>
          </p:cNvSpPr>
          <p:nvPr>
            <p:ph type="ftr" sz="quarter" idx="10"/>
          </p:nvPr>
        </p:nvSpPr>
        <p:spPr>
          <a:xfrm>
            <a:off x="3124200" y="6356350"/>
            <a:ext cx="2895600" cy="365125"/>
          </a:xfrm>
          <a:prstGeom prst="rect">
            <a:avLst/>
          </a:prstGeom>
        </p:spPr>
        <p:txBody>
          <a:bodyPr/>
          <a:lstStyle>
            <a:lvl1pPr eaLnBrk="1" fontAlgn="auto" hangingPunct="1">
              <a:spcBef>
                <a:spcPts val="0"/>
              </a:spcBef>
              <a:spcAft>
                <a:spcPts val="0"/>
              </a:spcAft>
              <a:defRPr>
                <a:solidFill>
                  <a:prstClr val="black"/>
                </a:solidFill>
                <a:latin typeface="+mn-lt"/>
                <a:cs typeface="+mn-cs"/>
              </a:defRPr>
            </a:lvl1pPr>
          </a:lstStyle>
          <a:p>
            <a:pPr>
              <a:defRPr/>
            </a:pPr>
            <a:endParaRPr lang="en-IN"/>
          </a:p>
        </p:txBody>
      </p:sp>
      <p:sp>
        <p:nvSpPr>
          <p:cNvPr id="5" name="Slide Number Placeholder 5">
            <a:extLst>
              <a:ext uri="{FF2B5EF4-FFF2-40B4-BE49-F238E27FC236}">
                <a16:creationId xmlns:a16="http://schemas.microsoft.com/office/drawing/2014/main" id="{30308D21-8BD4-B66A-38F0-EB35D141B4D9}"/>
              </a:ext>
            </a:extLst>
          </p:cNvPr>
          <p:cNvSpPr>
            <a:spLocks noGrp="1"/>
          </p:cNvSpPr>
          <p:nvPr>
            <p:ph type="sldNum" sz="quarter" idx="11"/>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000000"/>
                </a:solidFill>
                <a:latin typeface="Calibri" panose="020F0502020204030204" pitchFamily="34" charset="0"/>
              </a:defRPr>
            </a:lvl1pPr>
          </a:lstStyle>
          <a:p>
            <a:pPr>
              <a:defRPr/>
            </a:pPr>
            <a:fld id="{39E3D8D2-B3A1-4296-AA1B-4C2ACA541275}" type="slidenum">
              <a:rPr lang="en-IN" altLang="en-US"/>
              <a:pPr>
                <a:defRPr/>
              </a:pPr>
              <a:t>‹#›</a:t>
            </a:fld>
            <a:endParaRPr lang="en-IN" altLang="en-US"/>
          </a:p>
        </p:txBody>
      </p:sp>
    </p:spTree>
    <p:extLst>
      <p:ext uri="{BB962C8B-B14F-4D97-AF65-F5344CB8AC3E}">
        <p14:creationId xmlns:p14="http://schemas.microsoft.com/office/powerpoint/2010/main" val="3508971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E9E15FA6-8D86-6038-8785-572D1180639E}"/>
              </a:ext>
            </a:extLst>
          </p:cNvPr>
          <p:cNvGrpSpPr>
            <a:grpSpLocks/>
          </p:cNvGrpSpPr>
          <p:nvPr/>
        </p:nvGrpSpPr>
        <p:grpSpPr bwMode="auto">
          <a:xfrm>
            <a:off x="1071563" y="304800"/>
            <a:ext cx="7615237" cy="1106488"/>
            <a:chOff x="675" y="192"/>
            <a:chExt cx="4797" cy="697"/>
          </a:xfrm>
        </p:grpSpPr>
        <p:sp>
          <p:nvSpPr>
            <p:cNvPr id="1032" name="Oval 3">
              <a:extLst>
                <a:ext uri="{FF2B5EF4-FFF2-40B4-BE49-F238E27FC236}">
                  <a16:creationId xmlns:a16="http://schemas.microsoft.com/office/drawing/2014/main" id="{E9427CE9-D75B-B807-7F44-B745FF4C5E1F}"/>
                </a:ext>
              </a:extLst>
            </p:cNvPr>
            <p:cNvSpPr>
              <a:spLocks noChangeArrowheads="1"/>
            </p:cNvSpPr>
            <p:nvPr/>
          </p:nvSpPr>
          <p:spPr bwMode="hidden">
            <a:xfrm flipH="1">
              <a:off x="3067" y="192"/>
              <a:ext cx="696" cy="696"/>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3" name="Oval 4">
              <a:extLst>
                <a:ext uri="{FF2B5EF4-FFF2-40B4-BE49-F238E27FC236}">
                  <a16:creationId xmlns:a16="http://schemas.microsoft.com/office/drawing/2014/main" id="{EFBC32EE-267E-3BC3-843A-A59E1DDDAB14}"/>
                </a:ext>
              </a:extLst>
            </p:cNvPr>
            <p:cNvSpPr>
              <a:spLocks noChangeArrowheads="1"/>
            </p:cNvSpPr>
            <p:nvPr/>
          </p:nvSpPr>
          <p:spPr bwMode="hidden">
            <a:xfrm flipH="1">
              <a:off x="4777" y="192"/>
              <a:ext cx="695" cy="696"/>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Oval 5">
              <a:extLst>
                <a:ext uri="{FF2B5EF4-FFF2-40B4-BE49-F238E27FC236}">
                  <a16:creationId xmlns:a16="http://schemas.microsoft.com/office/drawing/2014/main" id="{3CAA18CD-B85D-E3BE-8029-246B58C71C9E}"/>
                </a:ext>
              </a:extLst>
            </p:cNvPr>
            <p:cNvSpPr>
              <a:spLocks noChangeArrowheads="1"/>
            </p:cNvSpPr>
            <p:nvPr/>
          </p:nvSpPr>
          <p:spPr bwMode="hidden">
            <a:xfrm flipH="1">
              <a:off x="675" y="193"/>
              <a:ext cx="695" cy="696"/>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5" name="Oval 6">
              <a:extLst>
                <a:ext uri="{FF2B5EF4-FFF2-40B4-BE49-F238E27FC236}">
                  <a16:creationId xmlns:a16="http://schemas.microsoft.com/office/drawing/2014/main" id="{00777841-E07E-E475-057E-1DCA03CD03AB}"/>
                </a:ext>
              </a:extLst>
            </p:cNvPr>
            <p:cNvSpPr>
              <a:spLocks noChangeArrowheads="1"/>
            </p:cNvSpPr>
            <p:nvPr/>
          </p:nvSpPr>
          <p:spPr bwMode="hidden">
            <a:xfrm flipH="1">
              <a:off x="3984" y="192"/>
              <a:ext cx="695" cy="696"/>
            </a:xfrm>
            <a:prstGeom prst="ellipse">
              <a:avLst/>
            </a:prstGeom>
            <a:noFill/>
            <a:ln w="28575">
              <a:solidFill>
                <a:schemeClr val="accent2"/>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6" name="Oval 7">
              <a:extLst>
                <a:ext uri="{FF2B5EF4-FFF2-40B4-BE49-F238E27FC236}">
                  <a16:creationId xmlns:a16="http://schemas.microsoft.com/office/drawing/2014/main" id="{4F02E26C-5D1F-1E94-0F36-706F73160C5C}"/>
                </a:ext>
              </a:extLst>
            </p:cNvPr>
            <p:cNvSpPr>
              <a:spLocks noChangeArrowheads="1"/>
            </p:cNvSpPr>
            <p:nvPr/>
          </p:nvSpPr>
          <p:spPr bwMode="hidden">
            <a:xfrm flipH="1">
              <a:off x="1486" y="192"/>
              <a:ext cx="695" cy="696"/>
            </a:xfrm>
            <a:prstGeom prst="ellipse">
              <a:avLst/>
            </a:prstGeom>
            <a:noFill/>
            <a:ln w="28575">
              <a:solidFill>
                <a:schemeClr val="accent2"/>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grpSp>
      <p:sp>
        <p:nvSpPr>
          <p:cNvPr id="1027" name="Rectangle 8">
            <a:extLst>
              <a:ext uri="{FF2B5EF4-FFF2-40B4-BE49-F238E27FC236}">
                <a16:creationId xmlns:a16="http://schemas.microsoft.com/office/drawing/2014/main" id="{0F8F8133-3498-9796-AC5C-2767CFC8BA30}"/>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201" name="Rectangle 9">
            <a:extLst>
              <a:ext uri="{FF2B5EF4-FFF2-40B4-BE49-F238E27FC236}">
                <a16:creationId xmlns:a16="http://schemas.microsoft.com/office/drawing/2014/main" id="{0224D643-B4CA-AEED-EFB1-4EC441A10534}"/>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000">
                <a:latin typeface="+mn-lt"/>
                <a:cs typeface="+mn-cs"/>
              </a:defRPr>
            </a:lvl1pPr>
          </a:lstStyle>
          <a:p>
            <a:pPr>
              <a:defRPr/>
            </a:pPr>
            <a:r>
              <a:rPr lang="en-US"/>
              <a:t>© LPU :: CAP659 Programming in C# :: Sumit Gupta</a:t>
            </a:r>
          </a:p>
        </p:txBody>
      </p:sp>
      <p:sp>
        <p:nvSpPr>
          <p:cNvPr id="8202" name="Rectangle 10">
            <a:extLst>
              <a:ext uri="{FF2B5EF4-FFF2-40B4-BE49-F238E27FC236}">
                <a16:creationId xmlns:a16="http://schemas.microsoft.com/office/drawing/2014/main" id="{4B60FED1-F42F-E9B5-3C36-5A3D65D730BE}"/>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fontAlgn="auto" hangingPunct="1">
              <a:spcBef>
                <a:spcPts val="0"/>
              </a:spcBef>
              <a:spcAft>
                <a:spcPts val="0"/>
              </a:spcAft>
              <a:defRPr sz="1000">
                <a:latin typeface="+mn-lt"/>
                <a:cs typeface="+mn-cs"/>
              </a:defRPr>
            </a:lvl1pPr>
          </a:lstStyle>
          <a:p>
            <a:pPr>
              <a:defRPr/>
            </a:pPr>
            <a:endParaRPr lang="en-US"/>
          </a:p>
        </p:txBody>
      </p:sp>
      <p:sp>
        <p:nvSpPr>
          <p:cNvPr id="8203" name="Rectangle 11">
            <a:extLst>
              <a:ext uri="{FF2B5EF4-FFF2-40B4-BE49-F238E27FC236}">
                <a16:creationId xmlns:a16="http://schemas.microsoft.com/office/drawing/2014/main" id="{07B4FB75-190A-0850-9E51-888055B37447}"/>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01974066-C22C-4341-817A-F3754927E3DF}" type="slidenum">
              <a:rPr lang="en-US" altLang="en-US"/>
              <a:pPr>
                <a:defRPr/>
              </a:pPr>
              <a:t>‹#›</a:t>
            </a:fld>
            <a:endParaRPr lang="en-US" altLang="en-US"/>
          </a:p>
        </p:txBody>
      </p:sp>
      <p:sp>
        <p:nvSpPr>
          <p:cNvPr id="1031" name="Rectangle 12">
            <a:extLst>
              <a:ext uri="{FF2B5EF4-FFF2-40B4-BE49-F238E27FC236}">
                <a16:creationId xmlns:a16="http://schemas.microsoft.com/office/drawing/2014/main" id="{7A2691A5-C5F6-9FE6-BE55-ECA0F78E0121}"/>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Tree>
  </p:cSld>
  <p:clrMap bg1="lt1" tx1="dk1" bg2="lt2" tx2="dk2" accent1="accent1" accent2="accent2" accent3="accent3" accent4="accent4" accent5="accent5" accent6="accent6" hlink="hlink" folHlink="folHlink"/>
  <p:sldLayoutIdLst>
    <p:sldLayoutId id="2147484394" r:id="rId1"/>
    <p:sldLayoutId id="2147484395" r:id="rId2"/>
    <p:sldLayoutId id="2147484396" r:id="rId3"/>
    <p:sldLayoutId id="2147484397" r:id="rId4"/>
    <p:sldLayoutId id="2147484398" r:id="rId5"/>
    <p:sldLayoutId id="2147484399" r:id="rId6"/>
    <p:sldLayoutId id="2147484400" r:id="rId7"/>
    <p:sldLayoutId id="2147484401" r:id="rId8"/>
    <p:sldLayoutId id="2147484402" r:id="rId9"/>
    <p:sldLayoutId id="2147484403" r:id="rId10"/>
    <p:sldLayoutId id="2147484404" r:id="rId11"/>
  </p:sldLayoutIdLst>
  <p:hf sldNum="0" hdr="0" ft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Arial" charset="0"/>
          <a:cs typeface="Arial" charset="0"/>
        </a:defRPr>
      </a:lvl2pPr>
      <a:lvl3pPr algn="l" rtl="0" eaLnBrk="0" fontAlgn="base" hangingPunct="0">
        <a:spcBef>
          <a:spcPct val="0"/>
        </a:spcBef>
        <a:spcAft>
          <a:spcPct val="0"/>
        </a:spcAft>
        <a:defRPr sz="3800">
          <a:solidFill>
            <a:schemeClr val="tx2"/>
          </a:solidFill>
          <a:latin typeface="Arial" charset="0"/>
          <a:cs typeface="Arial" charset="0"/>
        </a:defRPr>
      </a:lvl3pPr>
      <a:lvl4pPr algn="l" rtl="0" eaLnBrk="0" fontAlgn="base" hangingPunct="0">
        <a:spcBef>
          <a:spcPct val="0"/>
        </a:spcBef>
        <a:spcAft>
          <a:spcPct val="0"/>
        </a:spcAft>
        <a:defRPr sz="3800">
          <a:solidFill>
            <a:schemeClr val="tx2"/>
          </a:solidFill>
          <a:latin typeface="Arial" charset="0"/>
          <a:cs typeface="Arial" charset="0"/>
        </a:defRPr>
      </a:lvl4pPr>
      <a:lvl5pPr algn="l" rtl="0" eaLnBrk="0" fontAlgn="base" hangingPunct="0">
        <a:spcBef>
          <a:spcPct val="0"/>
        </a:spcBef>
        <a:spcAft>
          <a:spcPct val="0"/>
        </a:spcAft>
        <a:defRPr sz="3800">
          <a:solidFill>
            <a:schemeClr val="tx2"/>
          </a:solidFill>
          <a:latin typeface="Arial" charset="0"/>
          <a:cs typeface="Arial" charset="0"/>
        </a:defRPr>
      </a:lvl5pPr>
      <a:lvl6pPr marL="457200" algn="l" rtl="0" eaLnBrk="1" fontAlgn="base" hangingPunct="1">
        <a:spcBef>
          <a:spcPct val="0"/>
        </a:spcBef>
        <a:spcAft>
          <a:spcPct val="0"/>
        </a:spcAft>
        <a:defRPr sz="3800">
          <a:solidFill>
            <a:schemeClr val="tx2"/>
          </a:solidFill>
          <a:latin typeface="Arial" charset="0"/>
          <a:cs typeface="Arial" charset="0"/>
        </a:defRPr>
      </a:lvl6pPr>
      <a:lvl7pPr marL="914400" algn="l" rtl="0" eaLnBrk="1" fontAlgn="base" hangingPunct="1">
        <a:spcBef>
          <a:spcPct val="0"/>
        </a:spcBef>
        <a:spcAft>
          <a:spcPct val="0"/>
        </a:spcAft>
        <a:defRPr sz="3800">
          <a:solidFill>
            <a:schemeClr val="tx2"/>
          </a:solidFill>
          <a:latin typeface="Arial" charset="0"/>
          <a:cs typeface="Arial" charset="0"/>
        </a:defRPr>
      </a:lvl7pPr>
      <a:lvl8pPr marL="1371600" algn="l" rtl="0" eaLnBrk="1" fontAlgn="base" hangingPunct="1">
        <a:spcBef>
          <a:spcPct val="0"/>
        </a:spcBef>
        <a:spcAft>
          <a:spcPct val="0"/>
        </a:spcAft>
        <a:defRPr sz="3800">
          <a:solidFill>
            <a:schemeClr val="tx2"/>
          </a:solidFill>
          <a:latin typeface="Arial" charset="0"/>
          <a:cs typeface="Arial" charset="0"/>
        </a:defRPr>
      </a:lvl8pPr>
      <a:lvl9pPr marL="1828800" algn="l" rtl="0" eaLnBrk="1" fontAlgn="base" hangingPunct="1">
        <a:spcBef>
          <a:spcPct val="0"/>
        </a:spcBef>
        <a:spcAft>
          <a:spcPct val="0"/>
        </a:spcAft>
        <a:defRPr sz="38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700">
          <a:solidFill>
            <a:schemeClr val="tx1"/>
          </a:solidFill>
          <a:latin typeface="+mn-lt"/>
          <a:cs typeface="+mn-cs"/>
        </a:defRPr>
      </a:lvl2pPr>
      <a:lvl3pPr marL="1143000" indent="-228600" algn="l" rtl="0" eaLnBrk="0" fontAlgn="base" hangingPunct="0">
        <a:spcBef>
          <a:spcPct val="20000"/>
        </a:spcBef>
        <a:spcAft>
          <a:spcPct val="0"/>
        </a:spcAft>
        <a:buClr>
          <a:schemeClr val="accent1"/>
        </a:buClr>
        <a:buFont typeface="Wingdings" panose="05000000000000000000" pitchFamily="2" charset="2"/>
        <a:buChar char="l"/>
        <a:defRPr sz="2300">
          <a:solidFill>
            <a:schemeClr val="tx1"/>
          </a:solidFill>
          <a:latin typeface="+mn-lt"/>
          <a:cs typeface="+mn-cs"/>
        </a:defRPr>
      </a:lvl3pPr>
      <a:lvl4pPr marL="1600200" indent="-228600" algn="l" rtl="0" eaLnBrk="0" fontAlgn="base" hangingPunct="0">
        <a:spcBef>
          <a:spcPct val="20000"/>
        </a:spcBef>
        <a:spcAft>
          <a:spcPct val="0"/>
        </a:spcAft>
        <a:buClr>
          <a:schemeClr val="accent1"/>
        </a:buClr>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cs typeface="+mn-cs"/>
        </a:defRPr>
      </a:lvl6pPr>
      <a:lvl7pPr marL="29718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cs typeface="+mn-cs"/>
        </a:defRPr>
      </a:lvl7pPr>
      <a:lvl8pPr marL="34290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cs typeface="+mn-cs"/>
        </a:defRPr>
      </a:lvl8pPr>
      <a:lvl9pPr marL="38862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91617716-C751-74E6-303F-3C6AF7F90BDA}"/>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2051" name="Text Placeholder 2">
            <a:extLst>
              <a:ext uri="{FF2B5EF4-FFF2-40B4-BE49-F238E27FC236}">
                <a16:creationId xmlns:a16="http://schemas.microsoft.com/office/drawing/2014/main" id="{CD7425E0-F976-9755-B818-7256D888D34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Tree>
  </p:cSld>
  <p:clrMap bg1="lt1" tx1="dk1" bg2="lt2" tx2="dk2" accent1="accent1" accent2="accent2" accent3="accent3" accent4="accent4" accent5="accent5" accent6="accent6" hlink="hlink" folHlink="folHlink"/>
  <p:sldLayoutIdLst>
    <p:sldLayoutId id="2147484405" r:id="rId1"/>
    <p:sldLayoutId id="2147484393" r:id="rId2"/>
    <p:sldLayoutId id="2147484406" r:id="rId3"/>
    <p:sldLayoutId id="2147484407" r:id="rId4"/>
    <p:sldLayoutId id="2147484408" r:id="rId5"/>
    <p:sldLayoutId id="2147484409" r:id="rId6"/>
    <p:sldLayoutId id="2147484410" r:id="rId7"/>
    <p:sldLayoutId id="2147484411" r:id="rId8"/>
    <p:sldLayoutId id="2147484412" r:id="rId9"/>
    <p:sldLayoutId id="2147484413" r:id="rId10"/>
    <p:sldLayoutId id="2147484414" r:id="rId11"/>
  </p:sldLayoutIdLst>
  <p:hf sldNum="0"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4.bin"/><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5.bin"/><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6.bin"/><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7.bin"/><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8.bin"/><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9.bin"/><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3F9DA-C479-CE96-9321-D07A6C24FCBB}"/>
              </a:ext>
            </a:extLst>
          </p:cNvPr>
          <p:cNvSpPr>
            <a:spLocks noGrp="1"/>
          </p:cNvSpPr>
          <p:nvPr>
            <p:ph type="ctrTitle"/>
          </p:nvPr>
        </p:nvSpPr>
        <p:spPr>
          <a:xfrm>
            <a:off x="134938" y="2819400"/>
            <a:ext cx="8856662" cy="2209800"/>
          </a:xfrm>
        </p:spPr>
        <p:txBody>
          <a:bodyPr rtlCol="0">
            <a:noAutofit/>
          </a:bodyPr>
          <a:lstStyle/>
          <a:p>
            <a:pPr eaLnBrk="1" fontAlgn="auto" hangingPunct="1">
              <a:spcAft>
                <a:spcPts val="0"/>
              </a:spcAft>
              <a:defRPr/>
            </a:pPr>
            <a:r>
              <a:rPr lang="en-US" sz="5400" dirty="0">
                <a:solidFill>
                  <a:schemeClr val="tx2">
                    <a:lumMod val="50000"/>
                  </a:schemeClr>
                </a:solidFill>
                <a:latin typeface="Bembo" panose="020B0604020202020204" pitchFamily="18" charset="0"/>
              </a:rPr>
              <a:t>CAP538</a:t>
            </a:r>
            <a:br>
              <a:rPr lang="en-US" sz="5400" dirty="0">
                <a:solidFill>
                  <a:schemeClr val="tx2">
                    <a:lumMod val="50000"/>
                  </a:schemeClr>
                </a:solidFill>
                <a:latin typeface="Broadway" pitchFamily="82" charset="0"/>
              </a:rPr>
            </a:br>
            <a:r>
              <a:rPr lang="en-US" sz="3600" dirty="0"/>
              <a:t>ALGORITHM DESIGN AND ANALYSIS</a:t>
            </a:r>
            <a:br>
              <a:rPr lang="en-US" sz="5400" dirty="0">
                <a:solidFill>
                  <a:schemeClr val="tx2">
                    <a:lumMod val="50000"/>
                  </a:schemeClr>
                </a:solidFill>
                <a:latin typeface="Broadway" pitchFamily="82" charset="0"/>
              </a:rPr>
            </a:br>
            <a:endParaRPr lang="en-IN" sz="5400" dirty="0">
              <a:solidFill>
                <a:schemeClr val="tx2">
                  <a:lumMod val="50000"/>
                </a:schemeClr>
              </a:solidFill>
              <a:latin typeface="Broadway" pitchFamily="82" charset="0"/>
            </a:endParaRPr>
          </a:p>
        </p:txBody>
      </p:sp>
      <p:graphicFrame>
        <p:nvGraphicFramePr>
          <p:cNvPr id="27651" name="Object 117">
            <a:extLst>
              <a:ext uri="{FF2B5EF4-FFF2-40B4-BE49-F238E27FC236}">
                <a16:creationId xmlns:a16="http://schemas.microsoft.com/office/drawing/2014/main" id="{EB6F8FEA-2A63-BA38-1FF4-CE80390E29F8}"/>
              </a:ext>
            </a:extLst>
          </p:cNvPr>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0" name="Object 1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 name="Straight Connector 5">
            <a:extLst>
              <a:ext uri="{FF2B5EF4-FFF2-40B4-BE49-F238E27FC236}">
                <a16:creationId xmlns:a16="http://schemas.microsoft.com/office/drawing/2014/main" id="{E71275A4-A883-3132-4E00-B6720496F9F2}"/>
              </a:ext>
            </a:extLst>
          </p:cNvPr>
          <p:cNvCxnSpPr/>
          <p:nvPr/>
        </p:nvCxnSpPr>
        <p:spPr>
          <a:xfrm>
            <a:off x="738188" y="4953000"/>
            <a:ext cx="7796212" cy="0"/>
          </a:xfrm>
          <a:prstGeom prst="line">
            <a:avLst/>
          </a:prstGeom>
        </p:spPr>
        <p:style>
          <a:lnRef idx="3">
            <a:schemeClr val="accent6"/>
          </a:lnRef>
          <a:fillRef idx="0">
            <a:schemeClr val="accent6"/>
          </a:fillRef>
          <a:effectRef idx="2">
            <a:schemeClr val="accent6"/>
          </a:effectRef>
          <a:fontRef idx="minor">
            <a:schemeClr val="tx1"/>
          </a:fontRef>
        </p:style>
      </p:cxnSp>
      <p:sp>
        <p:nvSpPr>
          <p:cNvPr id="7" name="Subtitle 6">
            <a:extLst>
              <a:ext uri="{FF2B5EF4-FFF2-40B4-BE49-F238E27FC236}">
                <a16:creationId xmlns:a16="http://schemas.microsoft.com/office/drawing/2014/main" id="{83261B8A-6183-FBA4-9731-2408BAE78318}"/>
              </a:ext>
            </a:extLst>
          </p:cNvPr>
          <p:cNvSpPr>
            <a:spLocks noGrp="1"/>
          </p:cNvSpPr>
          <p:nvPr>
            <p:ph type="subTitle" idx="1"/>
          </p:nvPr>
        </p:nvSpPr>
        <p:spPr>
          <a:xfrm>
            <a:off x="1371600" y="4419600"/>
            <a:ext cx="6400800" cy="1524000"/>
          </a:xfrm>
        </p:spPr>
        <p:txBody>
          <a:bodyPr rtlCol="0">
            <a:normAutofit/>
          </a:bodyPr>
          <a:lstStyle/>
          <a:p>
            <a:pPr eaLnBrk="1" fontAlgn="auto" hangingPunct="1">
              <a:spcAft>
                <a:spcPts val="0"/>
              </a:spcAft>
              <a:defRPr/>
            </a:pPr>
            <a:r>
              <a:rPr lang="en-US" dirty="0">
                <a:solidFill>
                  <a:srgbClr val="0070C0"/>
                </a:solidFill>
              </a:rPr>
              <a:t>Unit 1 </a:t>
            </a:r>
          </a:p>
          <a:p>
            <a:pPr algn="r" eaLnBrk="1" fontAlgn="auto" hangingPunct="1">
              <a:spcAft>
                <a:spcPts val="0"/>
              </a:spcAft>
              <a:defRPr/>
            </a:pPr>
            <a:r>
              <a:rPr lang="en-US" sz="2400" dirty="0"/>
              <a:t>By Dr. Ajay Rastogi</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DC944AE-F495-2437-DACA-3067618EA40E}"/>
              </a:ext>
            </a:extLst>
          </p:cNvPr>
          <p:cNvSpPr>
            <a:spLocks noGrp="1"/>
          </p:cNvSpPr>
          <p:nvPr>
            <p:ph type="title"/>
          </p:nvPr>
        </p:nvSpPr>
        <p:spPr>
          <a:xfrm>
            <a:off x="76200" y="-146050"/>
            <a:ext cx="8229600" cy="1143000"/>
          </a:xfrm>
        </p:spPr>
        <p:txBody>
          <a:bodyPr/>
          <a:lstStyle/>
          <a:p>
            <a:pPr algn="l" eaLnBrk="1" hangingPunct="1"/>
            <a:r>
              <a:rPr lang="en-US" altLang="en-US" dirty="0">
                <a:solidFill>
                  <a:srgbClr val="C00000"/>
                </a:solidFill>
              </a:rPr>
              <a:t>Unit 1 : Introduction</a:t>
            </a:r>
            <a:endParaRPr lang="en-IN" altLang="en-US" dirty="0">
              <a:solidFill>
                <a:srgbClr val="C00000"/>
              </a:solidFill>
            </a:endParaRPr>
          </a:p>
        </p:txBody>
      </p:sp>
      <p:cxnSp>
        <p:nvCxnSpPr>
          <p:cNvPr id="4" name="Straight Connector 3">
            <a:extLst>
              <a:ext uri="{FF2B5EF4-FFF2-40B4-BE49-F238E27FC236}">
                <a16:creationId xmlns:a16="http://schemas.microsoft.com/office/drawing/2014/main" id="{A50660E8-9619-3AB0-9C2B-A2BCD4794CE4}"/>
              </a:ext>
            </a:extLst>
          </p:cNvPr>
          <p:cNvCxnSpPr/>
          <p:nvPr/>
        </p:nvCxnSpPr>
        <p:spPr>
          <a:xfrm>
            <a:off x="533400" y="838200"/>
            <a:ext cx="7056438" cy="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4821" name="Object 116">
            <a:extLst>
              <a:ext uri="{FF2B5EF4-FFF2-40B4-BE49-F238E27FC236}">
                <a16:creationId xmlns:a16="http://schemas.microsoft.com/office/drawing/2014/main" id="{B3F15D0E-05CE-BC27-6AD2-33A3F52B51F3}"/>
              </a:ext>
            </a:extLst>
          </p:cNvPr>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34821" name="Object 116">
                        <a:extLst>
                          <a:ext uri="{FF2B5EF4-FFF2-40B4-BE49-F238E27FC236}">
                            <a16:creationId xmlns:a16="http://schemas.microsoft.com/office/drawing/2014/main" id="{B3F15D0E-05CE-BC27-6AD2-33A3F52B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7">
            <a:extLst>
              <a:ext uri="{FF2B5EF4-FFF2-40B4-BE49-F238E27FC236}">
                <a16:creationId xmlns:a16="http://schemas.microsoft.com/office/drawing/2014/main" id="{07C3834E-F431-FEE7-0A22-22D1B48A6B59}"/>
              </a:ext>
            </a:extLst>
          </p:cNvPr>
          <p:cNvSpPr>
            <a:spLocks noChangeArrowheads="1"/>
          </p:cNvSpPr>
          <p:nvPr/>
        </p:nvSpPr>
        <p:spPr bwMode="auto">
          <a:xfrm>
            <a:off x="440531" y="1319214"/>
            <a:ext cx="8324056" cy="46474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gn="l">
              <a:spcAft>
                <a:spcPts val="1200"/>
              </a:spcAft>
              <a:buFont typeface="Arial" panose="020B0604020202020204" pitchFamily="34" charset="0"/>
              <a:buChar char="•"/>
            </a:pPr>
            <a:r>
              <a:rPr lang="en-US" sz="2800" b="0" i="0" u="none" strike="noStrike" baseline="0" dirty="0">
                <a:solidFill>
                  <a:srgbClr val="0070C0"/>
                </a:solidFill>
                <a:latin typeface="Verdana" panose="020B0604030504040204" pitchFamily="34" charset="0"/>
              </a:rPr>
              <a:t>Elementary Data Structures</a:t>
            </a:r>
          </a:p>
          <a:p>
            <a:pPr marL="457200" indent="-457200" algn="l">
              <a:spcAft>
                <a:spcPts val="1200"/>
              </a:spcAft>
              <a:buFont typeface="Arial" panose="020B0604020202020204" pitchFamily="34" charset="0"/>
              <a:buChar char="•"/>
            </a:pPr>
            <a:r>
              <a:rPr lang="en-US" sz="2800" b="0" i="0" u="none" strike="noStrike" baseline="0" dirty="0">
                <a:solidFill>
                  <a:srgbClr val="0070C0"/>
                </a:solidFill>
                <a:latin typeface="Verdana" panose="020B0604030504040204" pitchFamily="34" charset="0"/>
              </a:rPr>
              <a:t>Basic Computational </a:t>
            </a:r>
            <a:r>
              <a:rPr lang="en-US" sz="2800" dirty="0">
                <a:solidFill>
                  <a:srgbClr val="0070C0"/>
                </a:solidFill>
                <a:latin typeface="Verdana" panose="020B0604030504040204" pitchFamily="34" charset="0"/>
              </a:rPr>
              <a:t>M</a:t>
            </a:r>
            <a:r>
              <a:rPr lang="en-US" sz="2800" b="0" i="0" u="none" strike="noStrike" baseline="0" dirty="0">
                <a:solidFill>
                  <a:srgbClr val="0070C0"/>
                </a:solidFill>
                <a:latin typeface="Verdana" panose="020B0604030504040204" pitchFamily="34" charset="0"/>
              </a:rPr>
              <a:t>odels</a:t>
            </a:r>
          </a:p>
          <a:p>
            <a:pPr marL="457200" indent="-457200" algn="l">
              <a:spcAft>
                <a:spcPts val="1200"/>
              </a:spcAft>
              <a:buFont typeface="Arial" panose="020B0604020202020204" pitchFamily="34" charset="0"/>
              <a:buChar char="•"/>
            </a:pPr>
            <a:r>
              <a:rPr lang="en-US" sz="2800" b="0" i="0" u="none" strike="noStrike" baseline="0" dirty="0">
                <a:solidFill>
                  <a:srgbClr val="0070C0"/>
                </a:solidFill>
                <a:latin typeface="Verdana" panose="020B0604030504040204" pitchFamily="34" charset="0"/>
              </a:rPr>
              <a:t>Analysis of algorithms: best case, average case and worst-case </a:t>
            </a:r>
          </a:p>
          <a:p>
            <a:pPr marL="457200" indent="-457200" algn="l">
              <a:spcAft>
                <a:spcPts val="1200"/>
              </a:spcAft>
              <a:buFont typeface="Arial" panose="020B0604020202020204" pitchFamily="34" charset="0"/>
              <a:buChar char="•"/>
            </a:pPr>
            <a:r>
              <a:rPr lang="en-US" sz="2800" b="0" i="0" u="none" strike="noStrike" baseline="0" dirty="0">
                <a:solidFill>
                  <a:srgbClr val="0070C0"/>
                </a:solidFill>
                <a:latin typeface="Verdana" panose="020B0604030504040204" pitchFamily="34" charset="0"/>
              </a:rPr>
              <a:t>Asymptotic Notations: Big O, Omega and Theta Notation</a:t>
            </a:r>
          </a:p>
          <a:p>
            <a:pPr marL="457200" indent="-457200" algn="l">
              <a:spcAft>
                <a:spcPts val="1200"/>
              </a:spcAft>
              <a:buFont typeface="Arial" panose="020B0604020202020204" pitchFamily="34" charset="0"/>
              <a:buChar char="•"/>
            </a:pPr>
            <a:r>
              <a:rPr lang="en-US" sz="2800" b="0" i="0" u="none" strike="noStrike" baseline="0" dirty="0">
                <a:solidFill>
                  <a:srgbClr val="0070C0"/>
                </a:solidFill>
                <a:latin typeface="Verdana" panose="020B0604030504040204" pitchFamily="34" charset="0"/>
              </a:rPr>
              <a:t>Recursion</a:t>
            </a:r>
          </a:p>
          <a:p>
            <a:pPr marL="457200" indent="-457200" algn="l">
              <a:spcAft>
                <a:spcPts val="1200"/>
              </a:spcAft>
              <a:buFont typeface="Arial" panose="020B0604020202020204" pitchFamily="34" charset="0"/>
              <a:buChar char="•"/>
            </a:pPr>
            <a:r>
              <a:rPr lang="en-IN" sz="2800" b="0" i="0" u="none" strike="noStrike" baseline="0" dirty="0">
                <a:solidFill>
                  <a:srgbClr val="0070C0"/>
                </a:solidFill>
                <a:latin typeface="Verdana" panose="020B0604030504040204" pitchFamily="34" charset="0"/>
              </a:rPr>
              <a:t>Recurrence relations to analyze recursive algorithms</a:t>
            </a:r>
            <a:endParaRPr lang="en-US" sz="2800" b="0" i="0" dirty="0">
              <a:solidFill>
                <a:srgbClr val="0070C0"/>
              </a:solidFill>
              <a:effectLst/>
              <a:latin typeface="urw-din"/>
            </a:endParaRPr>
          </a:p>
        </p:txBody>
      </p:sp>
    </p:spTree>
    <p:extLst>
      <p:ext uri="{BB962C8B-B14F-4D97-AF65-F5344CB8AC3E}">
        <p14:creationId xmlns:p14="http://schemas.microsoft.com/office/powerpoint/2010/main" val="790191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DC944AE-F495-2437-DACA-3067618EA40E}"/>
              </a:ext>
            </a:extLst>
          </p:cNvPr>
          <p:cNvSpPr>
            <a:spLocks noGrp="1"/>
          </p:cNvSpPr>
          <p:nvPr>
            <p:ph type="title"/>
          </p:nvPr>
        </p:nvSpPr>
        <p:spPr>
          <a:xfrm>
            <a:off x="76200" y="-146050"/>
            <a:ext cx="8229600" cy="1143000"/>
          </a:xfrm>
        </p:spPr>
        <p:txBody>
          <a:bodyPr/>
          <a:lstStyle/>
          <a:p>
            <a:pPr algn="l" eaLnBrk="1" hangingPunct="1"/>
            <a:r>
              <a:rPr lang="en-US" altLang="en-US" dirty="0">
                <a:solidFill>
                  <a:srgbClr val="C00000"/>
                </a:solidFill>
              </a:rPr>
              <a:t>Elementary Data Structures</a:t>
            </a:r>
            <a:endParaRPr lang="en-IN" altLang="en-US" dirty="0">
              <a:solidFill>
                <a:srgbClr val="C00000"/>
              </a:solidFill>
            </a:endParaRPr>
          </a:p>
        </p:txBody>
      </p:sp>
      <p:cxnSp>
        <p:nvCxnSpPr>
          <p:cNvPr id="4" name="Straight Connector 3">
            <a:extLst>
              <a:ext uri="{FF2B5EF4-FFF2-40B4-BE49-F238E27FC236}">
                <a16:creationId xmlns:a16="http://schemas.microsoft.com/office/drawing/2014/main" id="{A50660E8-9619-3AB0-9C2B-A2BCD4794CE4}"/>
              </a:ext>
            </a:extLst>
          </p:cNvPr>
          <p:cNvCxnSpPr/>
          <p:nvPr/>
        </p:nvCxnSpPr>
        <p:spPr>
          <a:xfrm>
            <a:off x="533400" y="838200"/>
            <a:ext cx="7056438" cy="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4821" name="Object 116">
            <a:extLst>
              <a:ext uri="{FF2B5EF4-FFF2-40B4-BE49-F238E27FC236}">
                <a16:creationId xmlns:a16="http://schemas.microsoft.com/office/drawing/2014/main" id="{B3F15D0E-05CE-BC27-6AD2-33A3F52B51F3}"/>
              </a:ext>
            </a:extLst>
          </p:cNvPr>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34821" name="Object 116">
                        <a:extLst>
                          <a:ext uri="{FF2B5EF4-FFF2-40B4-BE49-F238E27FC236}">
                            <a16:creationId xmlns:a16="http://schemas.microsoft.com/office/drawing/2014/main" id="{B3F15D0E-05CE-BC27-6AD2-33A3F52B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7">
            <a:extLst>
              <a:ext uri="{FF2B5EF4-FFF2-40B4-BE49-F238E27FC236}">
                <a16:creationId xmlns:a16="http://schemas.microsoft.com/office/drawing/2014/main" id="{07C3834E-F431-FEE7-0A22-22D1B48A6B59}"/>
              </a:ext>
            </a:extLst>
          </p:cNvPr>
          <p:cNvSpPr>
            <a:spLocks noChangeArrowheads="1"/>
          </p:cNvSpPr>
          <p:nvPr/>
        </p:nvSpPr>
        <p:spPr bwMode="auto">
          <a:xfrm>
            <a:off x="362744" y="1549874"/>
            <a:ext cx="8476456" cy="467820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a:spcAft>
                <a:spcPts val="1200"/>
              </a:spcAft>
              <a:buFont typeface="Arial" panose="020B0604020202020204" pitchFamily="34" charset="0"/>
              <a:buChar char="•"/>
            </a:pPr>
            <a:r>
              <a:rPr lang="en-US" sz="2400" dirty="0"/>
              <a:t>Elementary data structures such as stacks, queues linked lists etc. are the main components we build our algorithm from.</a:t>
            </a:r>
          </a:p>
          <a:p>
            <a:pPr marL="342900" indent="-342900" algn="just">
              <a:spcAft>
                <a:spcPts val="1200"/>
              </a:spcAft>
              <a:buFont typeface="Arial" panose="020B0604020202020204" pitchFamily="34" charset="0"/>
              <a:buChar char="•"/>
            </a:pPr>
            <a:r>
              <a:rPr lang="en-US" sz="2400" dirty="0"/>
              <a:t>There are two aspects to any data structure :</a:t>
            </a:r>
          </a:p>
          <a:p>
            <a:pPr marL="800100" lvl="1" indent="-342900" algn="just">
              <a:spcAft>
                <a:spcPts val="1200"/>
              </a:spcAft>
              <a:buFont typeface="Wingdings" panose="05000000000000000000" pitchFamily="2" charset="2"/>
              <a:buChar char="ü"/>
            </a:pPr>
            <a:r>
              <a:rPr lang="en-US" sz="2400" dirty="0">
                <a:solidFill>
                  <a:srgbClr val="0070C0"/>
                </a:solidFill>
              </a:rPr>
              <a:t>The abstract operations which it supports  </a:t>
            </a:r>
          </a:p>
          <a:p>
            <a:pPr marL="800100" lvl="1" indent="-342900" algn="just">
              <a:spcAft>
                <a:spcPts val="1200"/>
              </a:spcAft>
              <a:buFont typeface="Wingdings" panose="05000000000000000000" pitchFamily="2" charset="2"/>
              <a:buChar char="ü"/>
            </a:pPr>
            <a:r>
              <a:rPr lang="en-US" sz="2400" dirty="0">
                <a:solidFill>
                  <a:srgbClr val="0070C0"/>
                </a:solidFill>
              </a:rPr>
              <a:t>The implementation of these operations </a:t>
            </a:r>
          </a:p>
          <a:p>
            <a:pPr marL="342900" indent="-342900" algn="just">
              <a:spcAft>
                <a:spcPts val="1200"/>
              </a:spcAft>
              <a:buFont typeface="Arial" panose="020B0604020202020204" pitchFamily="34" charset="0"/>
              <a:buChar char="•"/>
            </a:pPr>
            <a:r>
              <a:rPr lang="en-US" sz="2400" dirty="0"/>
              <a:t>The fact that we can describe the behavior of our data structures in terms of abstract operations explains why we can use them without thinking, while the fact that we have different implementation of the same abstract operations enables us to optimize performance.</a:t>
            </a:r>
            <a:endParaRPr lang="en-US" sz="2400" b="0" i="0" dirty="0">
              <a:solidFill>
                <a:srgbClr val="0070C0"/>
              </a:solidFill>
              <a:effectLst/>
              <a:latin typeface="urw-din"/>
            </a:endParaRPr>
          </a:p>
        </p:txBody>
      </p:sp>
    </p:spTree>
    <p:extLst>
      <p:ext uri="{BB962C8B-B14F-4D97-AF65-F5344CB8AC3E}">
        <p14:creationId xmlns:p14="http://schemas.microsoft.com/office/powerpoint/2010/main" val="2319487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DC944AE-F495-2437-DACA-3067618EA40E}"/>
              </a:ext>
            </a:extLst>
          </p:cNvPr>
          <p:cNvSpPr>
            <a:spLocks noGrp="1"/>
          </p:cNvSpPr>
          <p:nvPr>
            <p:ph type="title"/>
          </p:nvPr>
        </p:nvSpPr>
        <p:spPr>
          <a:xfrm>
            <a:off x="76200" y="-146050"/>
            <a:ext cx="8229600" cy="1143000"/>
          </a:xfrm>
        </p:spPr>
        <p:txBody>
          <a:bodyPr/>
          <a:lstStyle/>
          <a:p>
            <a:pPr algn="l" eaLnBrk="1" hangingPunct="1"/>
            <a:r>
              <a:rPr lang="en-US" altLang="en-US" dirty="0">
                <a:solidFill>
                  <a:srgbClr val="C00000"/>
                </a:solidFill>
              </a:rPr>
              <a:t>Elementary Data Structures</a:t>
            </a:r>
            <a:endParaRPr lang="en-IN" altLang="en-US" dirty="0">
              <a:solidFill>
                <a:srgbClr val="C00000"/>
              </a:solidFill>
            </a:endParaRPr>
          </a:p>
        </p:txBody>
      </p:sp>
      <p:cxnSp>
        <p:nvCxnSpPr>
          <p:cNvPr id="4" name="Straight Connector 3">
            <a:extLst>
              <a:ext uri="{FF2B5EF4-FFF2-40B4-BE49-F238E27FC236}">
                <a16:creationId xmlns:a16="http://schemas.microsoft.com/office/drawing/2014/main" id="{A50660E8-9619-3AB0-9C2B-A2BCD4794CE4}"/>
              </a:ext>
            </a:extLst>
          </p:cNvPr>
          <p:cNvCxnSpPr/>
          <p:nvPr/>
        </p:nvCxnSpPr>
        <p:spPr>
          <a:xfrm>
            <a:off x="533400" y="838200"/>
            <a:ext cx="7056438" cy="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4821" name="Object 116">
            <a:extLst>
              <a:ext uri="{FF2B5EF4-FFF2-40B4-BE49-F238E27FC236}">
                <a16:creationId xmlns:a16="http://schemas.microsoft.com/office/drawing/2014/main" id="{B3F15D0E-05CE-BC27-6AD2-33A3F52B51F3}"/>
              </a:ext>
            </a:extLst>
          </p:cNvPr>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34821" name="Object 116">
                        <a:extLst>
                          <a:ext uri="{FF2B5EF4-FFF2-40B4-BE49-F238E27FC236}">
                            <a16:creationId xmlns:a16="http://schemas.microsoft.com/office/drawing/2014/main" id="{B3F15D0E-05CE-BC27-6AD2-33A3F52B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7">
            <a:extLst>
              <a:ext uri="{FF2B5EF4-FFF2-40B4-BE49-F238E27FC236}">
                <a16:creationId xmlns:a16="http://schemas.microsoft.com/office/drawing/2014/main" id="{07C3834E-F431-FEE7-0A22-22D1B48A6B59}"/>
              </a:ext>
            </a:extLst>
          </p:cNvPr>
          <p:cNvSpPr>
            <a:spLocks noChangeArrowheads="1"/>
          </p:cNvSpPr>
          <p:nvPr/>
        </p:nvSpPr>
        <p:spPr bwMode="auto">
          <a:xfrm>
            <a:off x="362744" y="1472932"/>
            <a:ext cx="8476456" cy="48320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a:spcAft>
                <a:spcPts val="1200"/>
              </a:spcAft>
              <a:buFont typeface="Arial" panose="020B0604020202020204" pitchFamily="34" charset="0"/>
              <a:buChar char="•"/>
            </a:pPr>
            <a:r>
              <a:rPr lang="en-US" sz="2400" b="0" i="1" dirty="0">
                <a:solidFill>
                  <a:srgbClr val="273239"/>
                </a:solidFill>
                <a:effectLst/>
                <a:latin typeface="urw-din"/>
              </a:rPr>
              <a:t>“A data structure is a group of data elements that provides the easiest way to store and perform different actions on the data of the computer. A </a:t>
            </a:r>
            <a:r>
              <a:rPr lang="en-US" sz="2400" b="0" i="1" dirty="0">
                <a:effectLst/>
                <a:latin typeface="urw-din"/>
              </a:rPr>
              <a:t>data structure</a:t>
            </a:r>
            <a:r>
              <a:rPr lang="en-US" sz="2400" b="0" i="1" dirty="0">
                <a:solidFill>
                  <a:srgbClr val="273239"/>
                </a:solidFill>
                <a:effectLst/>
                <a:latin typeface="urw-din"/>
              </a:rPr>
              <a:t> is a particular way of organizing data in a computer so that it can be used effectively. The idea is to reduce the space and time complexities of different tasks.” </a:t>
            </a:r>
          </a:p>
          <a:p>
            <a:pPr marL="342900" indent="-342900" algn="just">
              <a:spcAft>
                <a:spcPts val="1200"/>
              </a:spcAft>
              <a:buFont typeface="Arial" panose="020B0604020202020204" pitchFamily="34" charset="0"/>
              <a:buChar char="•"/>
            </a:pPr>
            <a:endParaRPr lang="en-US" sz="2400" i="1" dirty="0">
              <a:solidFill>
                <a:srgbClr val="273239"/>
              </a:solidFill>
              <a:latin typeface="urw-din"/>
            </a:endParaRPr>
          </a:p>
          <a:p>
            <a:pPr marL="342900" indent="-342900" algn="just">
              <a:spcAft>
                <a:spcPts val="1200"/>
              </a:spcAft>
              <a:buFont typeface="Arial" panose="020B0604020202020204" pitchFamily="34" charset="0"/>
              <a:buChar char="•"/>
            </a:pPr>
            <a:r>
              <a:rPr lang="en-US" sz="2400" b="0" i="0" dirty="0">
                <a:solidFill>
                  <a:srgbClr val="273239"/>
                </a:solidFill>
                <a:effectLst/>
                <a:latin typeface="urw-din"/>
              </a:rPr>
              <a:t>The choice of a good data structure makes it possible to perform a variety of critical operations effectively. </a:t>
            </a:r>
          </a:p>
          <a:p>
            <a:pPr marL="342900" indent="-342900" algn="just">
              <a:spcAft>
                <a:spcPts val="1200"/>
              </a:spcAft>
              <a:buFont typeface="Arial" panose="020B0604020202020204" pitchFamily="34" charset="0"/>
              <a:buChar char="•"/>
            </a:pPr>
            <a:r>
              <a:rPr lang="en-US" sz="2400" b="0" i="0" dirty="0">
                <a:solidFill>
                  <a:srgbClr val="273239"/>
                </a:solidFill>
                <a:effectLst/>
                <a:latin typeface="urw-din"/>
              </a:rPr>
              <a:t>An efficient data structure uses </a:t>
            </a:r>
          </a:p>
          <a:p>
            <a:pPr marL="800100" lvl="1" indent="-342900" algn="just">
              <a:spcAft>
                <a:spcPts val="1200"/>
              </a:spcAft>
              <a:buFont typeface="Wingdings" panose="05000000000000000000" pitchFamily="2" charset="2"/>
              <a:buChar char="ü"/>
            </a:pPr>
            <a:r>
              <a:rPr lang="en-US" sz="2400" b="0" i="0" dirty="0">
                <a:solidFill>
                  <a:srgbClr val="273239"/>
                </a:solidFill>
                <a:effectLst/>
                <a:latin typeface="urw-din"/>
              </a:rPr>
              <a:t>minimum memory space and </a:t>
            </a:r>
          </a:p>
          <a:p>
            <a:pPr marL="800100" lvl="1" indent="-342900" algn="just">
              <a:spcAft>
                <a:spcPts val="1200"/>
              </a:spcAft>
              <a:buFont typeface="Wingdings" panose="05000000000000000000" pitchFamily="2" charset="2"/>
              <a:buChar char="ü"/>
            </a:pPr>
            <a:r>
              <a:rPr lang="en-US" sz="2400" dirty="0">
                <a:solidFill>
                  <a:srgbClr val="273239"/>
                </a:solidFill>
                <a:latin typeface="urw-din"/>
              </a:rPr>
              <a:t>Minimum </a:t>
            </a:r>
            <a:r>
              <a:rPr lang="en-US" sz="2400" b="0" i="0" dirty="0">
                <a:solidFill>
                  <a:srgbClr val="273239"/>
                </a:solidFill>
                <a:effectLst/>
                <a:latin typeface="urw-din"/>
              </a:rPr>
              <a:t>execution time to process the structure.</a:t>
            </a:r>
            <a:endParaRPr lang="en-US" sz="2400" b="0" i="0" dirty="0">
              <a:solidFill>
                <a:srgbClr val="0070C0"/>
              </a:solidFill>
              <a:effectLst/>
              <a:latin typeface="urw-din"/>
            </a:endParaRPr>
          </a:p>
        </p:txBody>
      </p:sp>
    </p:spTree>
    <p:extLst>
      <p:ext uri="{BB962C8B-B14F-4D97-AF65-F5344CB8AC3E}">
        <p14:creationId xmlns:p14="http://schemas.microsoft.com/office/powerpoint/2010/main" val="365232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DC944AE-F495-2437-DACA-3067618EA40E}"/>
              </a:ext>
            </a:extLst>
          </p:cNvPr>
          <p:cNvSpPr>
            <a:spLocks noGrp="1"/>
          </p:cNvSpPr>
          <p:nvPr>
            <p:ph type="title"/>
          </p:nvPr>
        </p:nvSpPr>
        <p:spPr>
          <a:xfrm>
            <a:off x="76200" y="-146050"/>
            <a:ext cx="8229600" cy="1143000"/>
          </a:xfrm>
        </p:spPr>
        <p:txBody>
          <a:bodyPr/>
          <a:lstStyle/>
          <a:p>
            <a:pPr algn="l" eaLnBrk="1" hangingPunct="1"/>
            <a:r>
              <a:rPr lang="en-US" altLang="en-US" dirty="0">
                <a:solidFill>
                  <a:srgbClr val="C00000"/>
                </a:solidFill>
              </a:rPr>
              <a:t>Elementary Data Structures</a:t>
            </a:r>
            <a:endParaRPr lang="en-IN" altLang="en-US" dirty="0">
              <a:solidFill>
                <a:srgbClr val="C00000"/>
              </a:solidFill>
            </a:endParaRPr>
          </a:p>
        </p:txBody>
      </p:sp>
      <p:cxnSp>
        <p:nvCxnSpPr>
          <p:cNvPr id="4" name="Straight Connector 3">
            <a:extLst>
              <a:ext uri="{FF2B5EF4-FFF2-40B4-BE49-F238E27FC236}">
                <a16:creationId xmlns:a16="http://schemas.microsoft.com/office/drawing/2014/main" id="{A50660E8-9619-3AB0-9C2B-A2BCD4794CE4}"/>
              </a:ext>
            </a:extLst>
          </p:cNvPr>
          <p:cNvCxnSpPr/>
          <p:nvPr/>
        </p:nvCxnSpPr>
        <p:spPr>
          <a:xfrm>
            <a:off x="533400" y="838200"/>
            <a:ext cx="7056438" cy="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4821" name="Object 116">
            <a:extLst>
              <a:ext uri="{FF2B5EF4-FFF2-40B4-BE49-F238E27FC236}">
                <a16:creationId xmlns:a16="http://schemas.microsoft.com/office/drawing/2014/main" id="{B3F15D0E-05CE-BC27-6AD2-33A3F52B51F3}"/>
              </a:ext>
            </a:extLst>
          </p:cNvPr>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34821" name="Object 116">
                        <a:extLst>
                          <a:ext uri="{FF2B5EF4-FFF2-40B4-BE49-F238E27FC236}">
                            <a16:creationId xmlns:a16="http://schemas.microsoft.com/office/drawing/2014/main" id="{B3F15D0E-05CE-BC27-6AD2-33A3F52B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7">
            <a:extLst>
              <a:ext uri="{FF2B5EF4-FFF2-40B4-BE49-F238E27FC236}">
                <a16:creationId xmlns:a16="http://schemas.microsoft.com/office/drawing/2014/main" id="{07C3834E-F431-FEE7-0A22-22D1B48A6B59}"/>
              </a:ext>
            </a:extLst>
          </p:cNvPr>
          <p:cNvSpPr>
            <a:spLocks noChangeArrowheads="1"/>
          </p:cNvSpPr>
          <p:nvPr/>
        </p:nvSpPr>
        <p:spPr bwMode="auto">
          <a:xfrm>
            <a:off x="333772" y="1099930"/>
            <a:ext cx="847645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Aft>
                <a:spcPts val="1200"/>
              </a:spcAft>
            </a:pPr>
            <a:r>
              <a:rPr lang="en-US" sz="2400" b="1" i="0" dirty="0">
                <a:solidFill>
                  <a:srgbClr val="1C31FC"/>
                </a:solidFill>
                <a:effectLst/>
                <a:latin typeface="urw-din"/>
              </a:rPr>
              <a:t>Data Structures Classification :</a:t>
            </a:r>
            <a:endParaRPr lang="en-US" sz="2400" b="1" i="0" dirty="0">
              <a:solidFill>
                <a:srgbClr val="273239"/>
              </a:solidFill>
              <a:effectLst/>
              <a:latin typeface="urw-din"/>
            </a:endParaRPr>
          </a:p>
        </p:txBody>
      </p:sp>
      <p:pic>
        <p:nvPicPr>
          <p:cNvPr id="1026" name="Picture 2" descr="Classification of Data Structure">
            <a:extLst>
              <a:ext uri="{FF2B5EF4-FFF2-40B4-BE49-F238E27FC236}">
                <a16:creationId xmlns:a16="http://schemas.microsoft.com/office/drawing/2014/main" id="{A927FCFC-3B00-88C6-BF9D-32DCDD29B1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855" y="1822451"/>
            <a:ext cx="8116289"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645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DC944AE-F495-2437-DACA-3067618EA40E}"/>
              </a:ext>
            </a:extLst>
          </p:cNvPr>
          <p:cNvSpPr>
            <a:spLocks noGrp="1"/>
          </p:cNvSpPr>
          <p:nvPr>
            <p:ph type="title"/>
          </p:nvPr>
        </p:nvSpPr>
        <p:spPr>
          <a:xfrm>
            <a:off x="76200" y="-146050"/>
            <a:ext cx="8229600" cy="1143000"/>
          </a:xfrm>
        </p:spPr>
        <p:txBody>
          <a:bodyPr/>
          <a:lstStyle/>
          <a:p>
            <a:pPr algn="l" eaLnBrk="1" hangingPunct="1"/>
            <a:r>
              <a:rPr lang="en-US" altLang="en-US" dirty="0">
                <a:solidFill>
                  <a:srgbClr val="C00000"/>
                </a:solidFill>
              </a:rPr>
              <a:t>Elementary Data Structures</a:t>
            </a:r>
            <a:endParaRPr lang="en-IN" altLang="en-US" dirty="0">
              <a:solidFill>
                <a:srgbClr val="C00000"/>
              </a:solidFill>
            </a:endParaRPr>
          </a:p>
        </p:txBody>
      </p:sp>
      <p:cxnSp>
        <p:nvCxnSpPr>
          <p:cNvPr id="4" name="Straight Connector 3">
            <a:extLst>
              <a:ext uri="{FF2B5EF4-FFF2-40B4-BE49-F238E27FC236}">
                <a16:creationId xmlns:a16="http://schemas.microsoft.com/office/drawing/2014/main" id="{A50660E8-9619-3AB0-9C2B-A2BCD4794CE4}"/>
              </a:ext>
            </a:extLst>
          </p:cNvPr>
          <p:cNvCxnSpPr/>
          <p:nvPr/>
        </p:nvCxnSpPr>
        <p:spPr>
          <a:xfrm>
            <a:off x="533400" y="838200"/>
            <a:ext cx="7056438" cy="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4821" name="Object 116">
            <a:extLst>
              <a:ext uri="{FF2B5EF4-FFF2-40B4-BE49-F238E27FC236}">
                <a16:creationId xmlns:a16="http://schemas.microsoft.com/office/drawing/2014/main" id="{B3F15D0E-05CE-BC27-6AD2-33A3F52B51F3}"/>
              </a:ext>
            </a:extLst>
          </p:cNvPr>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34821" name="Object 116">
                        <a:extLst>
                          <a:ext uri="{FF2B5EF4-FFF2-40B4-BE49-F238E27FC236}">
                            <a16:creationId xmlns:a16="http://schemas.microsoft.com/office/drawing/2014/main" id="{B3F15D0E-05CE-BC27-6AD2-33A3F52B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7">
            <a:extLst>
              <a:ext uri="{FF2B5EF4-FFF2-40B4-BE49-F238E27FC236}">
                <a16:creationId xmlns:a16="http://schemas.microsoft.com/office/drawing/2014/main" id="{07C3834E-F431-FEE7-0A22-22D1B48A6B59}"/>
              </a:ext>
            </a:extLst>
          </p:cNvPr>
          <p:cNvSpPr>
            <a:spLocks noChangeArrowheads="1"/>
          </p:cNvSpPr>
          <p:nvPr/>
        </p:nvSpPr>
        <p:spPr bwMode="auto">
          <a:xfrm>
            <a:off x="333772" y="1099930"/>
            <a:ext cx="847645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Aft>
                <a:spcPts val="1200"/>
              </a:spcAft>
            </a:pPr>
            <a:r>
              <a:rPr lang="en-US" sz="2400" b="1" i="0" dirty="0">
                <a:solidFill>
                  <a:srgbClr val="1C31FC"/>
                </a:solidFill>
                <a:effectLst/>
                <a:latin typeface="urw-din"/>
              </a:rPr>
              <a:t>Array</a:t>
            </a:r>
            <a:endParaRPr lang="en-US" sz="2400" b="1" i="0" dirty="0">
              <a:solidFill>
                <a:srgbClr val="273239"/>
              </a:solidFill>
              <a:effectLst/>
              <a:latin typeface="urw-din"/>
            </a:endParaRPr>
          </a:p>
        </p:txBody>
      </p:sp>
      <p:sp>
        <p:nvSpPr>
          <p:cNvPr id="5" name="TextBox 4">
            <a:extLst>
              <a:ext uri="{FF2B5EF4-FFF2-40B4-BE49-F238E27FC236}">
                <a16:creationId xmlns:a16="http://schemas.microsoft.com/office/drawing/2014/main" id="{CA75EAB0-9694-AB89-2746-B3DB9FB5A475}"/>
              </a:ext>
            </a:extLst>
          </p:cNvPr>
          <p:cNvSpPr txBox="1"/>
          <p:nvPr/>
        </p:nvSpPr>
        <p:spPr>
          <a:xfrm>
            <a:off x="228600" y="1572242"/>
            <a:ext cx="8686800" cy="4647426"/>
          </a:xfrm>
          <a:prstGeom prst="rect">
            <a:avLst/>
          </a:prstGeom>
          <a:noFill/>
        </p:spPr>
        <p:txBody>
          <a:bodyPr wrap="square">
            <a:spAutoFit/>
          </a:bodyPr>
          <a:lstStyle/>
          <a:p>
            <a:pPr algn="just"/>
            <a:r>
              <a:rPr lang="en-US" b="0" i="1" dirty="0">
                <a:solidFill>
                  <a:srgbClr val="273239"/>
                </a:solidFill>
                <a:effectLst/>
                <a:latin typeface="urw-din"/>
              </a:rPr>
              <a:t>An array is a collection of items stored at </a:t>
            </a:r>
            <a:r>
              <a:rPr lang="en-US" b="1" i="1" dirty="0">
                <a:solidFill>
                  <a:srgbClr val="273239"/>
                </a:solidFill>
                <a:effectLst/>
                <a:latin typeface="urw-din"/>
              </a:rPr>
              <a:t>contiguous memory locations</a:t>
            </a:r>
            <a:r>
              <a:rPr lang="en-US" b="0" i="1" dirty="0">
                <a:solidFill>
                  <a:srgbClr val="273239"/>
                </a:solidFill>
                <a:effectLst/>
                <a:latin typeface="urw-din"/>
              </a:rPr>
              <a:t>. The idea is to store multiple items of the same type together. This makes it easier to calculate the position of each element by simply adding an offset to a base value, i.e., the memory location of the first element of the array (generally denoted by the name of the array).</a:t>
            </a:r>
          </a:p>
          <a:p>
            <a:pPr algn="just"/>
            <a:endParaRPr lang="en-US" i="1" dirty="0">
              <a:solidFill>
                <a:srgbClr val="273239"/>
              </a:solidFill>
              <a:latin typeface="urw-din"/>
            </a:endParaRPr>
          </a:p>
          <a:p>
            <a:pPr algn="just"/>
            <a:endParaRPr lang="en-US" i="1" dirty="0">
              <a:solidFill>
                <a:srgbClr val="273239"/>
              </a:solidFill>
              <a:latin typeface="urw-din"/>
            </a:endParaRPr>
          </a:p>
          <a:p>
            <a:pPr algn="just"/>
            <a:endParaRPr lang="en-US" i="1" dirty="0">
              <a:solidFill>
                <a:srgbClr val="273239"/>
              </a:solidFill>
              <a:latin typeface="urw-din"/>
            </a:endParaRPr>
          </a:p>
          <a:p>
            <a:pPr algn="just"/>
            <a:endParaRPr lang="en-US" i="1" dirty="0">
              <a:solidFill>
                <a:srgbClr val="273239"/>
              </a:solidFill>
              <a:latin typeface="urw-din"/>
            </a:endParaRPr>
          </a:p>
          <a:p>
            <a:pPr algn="just"/>
            <a:endParaRPr lang="en-US" i="1" dirty="0">
              <a:solidFill>
                <a:srgbClr val="273239"/>
              </a:solidFill>
              <a:latin typeface="urw-din"/>
            </a:endParaRPr>
          </a:p>
          <a:p>
            <a:pPr algn="just"/>
            <a:endParaRPr lang="en-US" i="1" dirty="0">
              <a:solidFill>
                <a:srgbClr val="273239"/>
              </a:solidFill>
              <a:latin typeface="urw-din"/>
            </a:endParaRPr>
          </a:p>
          <a:p>
            <a:pPr algn="just"/>
            <a:endParaRPr lang="en-US" i="1" dirty="0">
              <a:solidFill>
                <a:srgbClr val="273239"/>
              </a:solidFill>
              <a:latin typeface="urw-din"/>
            </a:endParaRPr>
          </a:p>
          <a:p>
            <a:pPr algn="just"/>
            <a:endParaRPr lang="en-US" i="1" dirty="0">
              <a:solidFill>
                <a:srgbClr val="273239"/>
              </a:solidFill>
              <a:latin typeface="urw-din"/>
            </a:endParaRPr>
          </a:p>
          <a:p>
            <a:pPr marL="342900" indent="-342900" algn="just">
              <a:buFont typeface="Arial" panose="020B0604020202020204" pitchFamily="34" charset="0"/>
              <a:buChar char="•"/>
            </a:pPr>
            <a:endParaRPr lang="en-US" sz="2000" dirty="0">
              <a:solidFill>
                <a:srgbClr val="273239"/>
              </a:solidFill>
              <a:latin typeface="urw-din"/>
            </a:endParaRPr>
          </a:p>
          <a:p>
            <a:pPr marL="342900" indent="-342900" algn="just">
              <a:buFont typeface="Arial" panose="020B0604020202020204" pitchFamily="34" charset="0"/>
              <a:buChar char="•"/>
            </a:pPr>
            <a:r>
              <a:rPr lang="en-US" sz="2000" dirty="0">
                <a:solidFill>
                  <a:srgbClr val="273239"/>
                </a:solidFill>
                <a:latin typeface="urw-din"/>
              </a:rPr>
              <a:t>Array is </a:t>
            </a:r>
            <a:r>
              <a:rPr lang="en-US" sz="2000" b="1" dirty="0">
                <a:solidFill>
                  <a:srgbClr val="273239"/>
                </a:solidFill>
                <a:latin typeface="urw-din"/>
              </a:rPr>
              <a:t>static</a:t>
            </a:r>
            <a:r>
              <a:rPr lang="en-US" sz="2000" dirty="0">
                <a:solidFill>
                  <a:srgbClr val="273239"/>
                </a:solidFill>
                <a:latin typeface="urw-din"/>
              </a:rPr>
              <a:t>, meaning that we need to declare the size of the array before using it. Once it is declared, size cannot be modified.</a:t>
            </a:r>
            <a:endParaRPr lang="en-IN" sz="2000" dirty="0">
              <a:solidFill>
                <a:srgbClr val="273239"/>
              </a:solidFill>
              <a:latin typeface="urw-din"/>
            </a:endParaRPr>
          </a:p>
          <a:p>
            <a:pPr marL="342900" indent="-342900" algn="just">
              <a:buFont typeface="Arial" panose="020B0604020202020204" pitchFamily="34" charset="0"/>
              <a:buChar char="•"/>
            </a:pPr>
            <a:endParaRPr lang="en-US" sz="2000" dirty="0">
              <a:solidFill>
                <a:srgbClr val="273239"/>
              </a:solidFill>
              <a:latin typeface="urw-din"/>
            </a:endParaRPr>
          </a:p>
        </p:txBody>
      </p:sp>
      <p:pic>
        <p:nvPicPr>
          <p:cNvPr id="7" name="Picture 6">
            <a:extLst>
              <a:ext uri="{FF2B5EF4-FFF2-40B4-BE49-F238E27FC236}">
                <a16:creationId xmlns:a16="http://schemas.microsoft.com/office/drawing/2014/main" id="{601F1D89-6D15-A717-3BB6-0E3DA05A8043}"/>
              </a:ext>
            </a:extLst>
          </p:cNvPr>
          <p:cNvPicPr>
            <a:picLocks noChangeAspect="1"/>
          </p:cNvPicPr>
          <p:nvPr/>
        </p:nvPicPr>
        <p:blipFill>
          <a:blip r:embed="rId4"/>
          <a:stretch>
            <a:fillRect/>
          </a:stretch>
        </p:blipFill>
        <p:spPr>
          <a:xfrm>
            <a:off x="284939" y="3048000"/>
            <a:ext cx="8515350" cy="1600200"/>
          </a:xfrm>
          <a:prstGeom prst="rect">
            <a:avLst/>
          </a:prstGeom>
        </p:spPr>
      </p:pic>
    </p:spTree>
    <p:extLst>
      <p:ext uri="{BB962C8B-B14F-4D97-AF65-F5344CB8AC3E}">
        <p14:creationId xmlns:p14="http://schemas.microsoft.com/office/powerpoint/2010/main" val="3276122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DC944AE-F495-2437-DACA-3067618EA40E}"/>
              </a:ext>
            </a:extLst>
          </p:cNvPr>
          <p:cNvSpPr>
            <a:spLocks noGrp="1"/>
          </p:cNvSpPr>
          <p:nvPr>
            <p:ph type="title"/>
          </p:nvPr>
        </p:nvSpPr>
        <p:spPr>
          <a:xfrm>
            <a:off x="76200" y="-146050"/>
            <a:ext cx="8229600" cy="1143000"/>
          </a:xfrm>
        </p:spPr>
        <p:txBody>
          <a:bodyPr/>
          <a:lstStyle/>
          <a:p>
            <a:pPr algn="l" eaLnBrk="1" hangingPunct="1"/>
            <a:r>
              <a:rPr lang="en-US" altLang="en-US" dirty="0">
                <a:solidFill>
                  <a:srgbClr val="C00000"/>
                </a:solidFill>
              </a:rPr>
              <a:t>Elementary Data Structures</a:t>
            </a:r>
            <a:endParaRPr lang="en-IN" altLang="en-US" dirty="0">
              <a:solidFill>
                <a:srgbClr val="C00000"/>
              </a:solidFill>
            </a:endParaRPr>
          </a:p>
        </p:txBody>
      </p:sp>
      <p:cxnSp>
        <p:nvCxnSpPr>
          <p:cNvPr id="4" name="Straight Connector 3">
            <a:extLst>
              <a:ext uri="{FF2B5EF4-FFF2-40B4-BE49-F238E27FC236}">
                <a16:creationId xmlns:a16="http://schemas.microsoft.com/office/drawing/2014/main" id="{A50660E8-9619-3AB0-9C2B-A2BCD4794CE4}"/>
              </a:ext>
            </a:extLst>
          </p:cNvPr>
          <p:cNvCxnSpPr/>
          <p:nvPr/>
        </p:nvCxnSpPr>
        <p:spPr>
          <a:xfrm>
            <a:off x="533400" y="838200"/>
            <a:ext cx="7056438" cy="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4821" name="Object 116">
            <a:extLst>
              <a:ext uri="{FF2B5EF4-FFF2-40B4-BE49-F238E27FC236}">
                <a16:creationId xmlns:a16="http://schemas.microsoft.com/office/drawing/2014/main" id="{B3F15D0E-05CE-BC27-6AD2-33A3F52B51F3}"/>
              </a:ext>
            </a:extLst>
          </p:cNvPr>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34821" name="Object 116">
                        <a:extLst>
                          <a:ext uri="{FF2B5EF4-FFF2-40B4-BE49-F238E27FC236}">
                            <a16:creationId xmlns:a16="http://schemas.microsoft.com/office/drawing/2014/main" id="{B3F15D0E-05CE-BC27-6AD2-33A3F52B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7">
            <a:extLst>
              <a:ext uri="{FF2B5EF4-FFF2-40B4-BE49-F238E27FC236}">
                <a16:creationId xmlns:a16="http://schemas.microsoft.com/office/drawing/2014/main" id="{07C3834E-F431-FEE7-0A22-22D1B48A6B59}"/>
              </a:ext>
            </a:extLst>
          </p:cNvPr>
          <p:cNvSpPr>
            <a:spLocks noChangeArrowheads="1"/>
          </p:cNvSpPr>
          <p:nvPr/>
        </p:nvSpPr>
        <p:spPr bwMode="auto">
          <a:xfrm>
            <a:off x="333772" y="1099930"/>
            <a:ext cx="847645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Aft>
                <a:spcPts val="1200"/>
              </a:spcAft>
            </a:pPr>
            <a:r>
              <a:rPr lang="en-US" sz="2400" b="1" i="0" dirty="0">
                <a:solidFill>
                  <a:srgbClr val="1C31FC"/>
                </a:solidFill>
                <a:effectLst/>
                <a:latin typeface="urw-din"/>
              </a:rPr>
              <a:t>Array Operations : </a:t>
            </a:r>
            <a:r>
              <a:rPr lang="en-US" sz="2400" b="1" dirty="0">
                <a:solidFill>
                  <a:srgbClr val="1C31FC"/>
                </a:solidFill>
                <a:latin typeface="urw-din"/>
              </a:rPr>
              <a:t>1</a:t>
            </a:r>
            <a:r>
              <a:rPr lang="en-US" sz="2400" b="1" i="0" dirty="0">
                <a:solidFill>
                  <a:srgbClr val="1C31FC"/>
                </a:solidFill>
                <a:effectLst/>
                <a:latin typeface="urw-din"/>
              </a:rPr>
              <a:t>) </a:t>
            </a:r>
            <a:r>
              <a:rPr lang="en-US" sz="2400" b="1" dirty="0">
                <a:solidFill>
                  <a:srgbClr val="1C31FC"/>
                </a:solidFill>
                <a:latin typeface="urw-din"/>
              </a:rPr>
              <a:t>Insert</a:t>
            </a:r>
            <a:r>
              <a:rPr lang="en-US" sz="2400" b="1" i="0" dirty="0">
                <a:solidFill>
                  <a:srgbClr val="1C31FC"/>
                </a:solidFill>
                <a:effectLst/>
                <a:latin typeface="urw-din"/>
              </a:rPr>
              <a:t> Operation</a:t>
            </a:r>
            <a:endParaRPr lang="en-US" sz="2400" b="1" i="0" dirty="0">
              <a:solidFill>
                <a:srgbClr val="273239"/>
              </a:solidFill>
              <a:effectLst/>
              <a:latin typeface="urw-din"/>
            </a:endParaRPr>
          </a:p>
        </p:txBody>
      </p:sp>
      <p:sp>
        <p:nvSpPr>
          <p:cNvPr id="5" name="TextBox 4">
            <a:extLst>
              <a:ext uri="{FF2B5EF4-FFF2-40B4-BE49-F238E27FC236}">
                <a16:creationId xmlns:a16="http://schemas.microsoft.com/office/drawing/2014/main" id="{CA75EAB0-9694-AB89-2746-B3DB9FB5A475}"/>
              </a:ext>
            </a:extLst>
          </p:cNvPr>
          <p:cNvSpPr txBox="1"/>
          <p:nvPr/>
        </p:nvSpPr>
        <p:spPr>
          <a:xfrm>
            <a:off x="228600" y="1572242"/>
            <a:ext cx="8686800" cy="1785104"/>
          </a:xfrm>
          <a:prstGeom prst="rect">
            <a:avLst/>
          </a:prstGeom>
          <a:noFill/>
        </p:spPr>
        <p:txBody>
          <a:bodyPr wrap="square">
            <a:spAutoFit/>
          </a:bodyPr>
          <a:lstStyle/>
          <a:p>
            <a:pPr algn="just">
              <a:spcAft>
                <a:spcPts val="1200"/>
              </a:spcAft>
            </a:pPr>
            <a:r>
              <a:rPr lang="en-US" sz="2000" b="1" i="0" dirty="0">
                <a:solidFill>
                  <a:srgbClr val="273239"/>
                </a:solidFill>
                <a:effectLst/>
                <a:latin typeface="urw-din"/>
              </a:rPr>
              <a:t>1. Insert at the end:		2. Insert at any position </a:t>
            </a:r>
          </a:p>
          <a:p>
            <a:pPr algn="just"/>
            <a:r>
              <a:rPr lang="en-US" sz="2000" i="0" dirty="0">
                <a:solidFill>
                  <a:srgbClr val="273239"/>
                </a:solidFill>
                <a:effectLst/>
                <a:latin typeface="urw-din"/>
              </a:rPr>
              <a:t>- Much faster			- Relatively slower</a:t>
            </a:r>
          </a:p>
          <a:p>
            <a:pPr algn="just"/>
            <a:r>
              <a:rPr lang="en-US" sz="2000" i="0" dirty="0">
                <a:solidFill>
                  <a:srgbClr val="273239"/>
                </a:solidFill>
                <a:effectLst/>
                <a:latin typeface="urw-din"/>
              </a:rPr>
              <a:t>- Complexity O(1)			- Complexity O(N) (Worst case)</a:t>
            </a:r>
          </a:p>
          <a:p>
            <a:pPr algn="just"/>
            <a:r>
              <a:rPr lang="en-US" sz="2000" dirty="0">
                <a:solidFill>
                  <a:srgbClr val="273239"/>
                </a:solidFill>
                <a:latin typeface="urw-din"/>
              </a:rPr>
              <a:t>- Do not care about shifting	- P</a:t>
            </a:r>
            <a:r>
              <a:rPr lang="en-US" sz="2000" b="0" i="0" dirty="0">
                <a:solidFill>
                  <a:srgbClr val="273239"/>
                </a:solidFill>
                <a:effectLst/>
                <a:latin typeface="urw-din"/>
              </a:rPr>
              <a:t>erformed by shifting elements to the right</a:t>
            </a:r>
          </a:p>
          <a:p>
            <a:pPr algn="just"/>
            <a:r>
              <a:rPr lang="en-US" sz="2000" dirty="0">
                <a:solidFill>
                  <a:srgbClr val="273239"/>
                </a:solidFill>
                <a:latin typeface="urw-din"/>
              </a:rPr>
              <a:t>- Overflow, if array is full		- Overflow, if array is full 		</a:t>
            </a:r>
          </a:p>
        </p:txBody>
      </p:sp>
      <p:pic>
        <p:nvPicPr>
          <p:cNvPr id="6" name="Picture 5">
            <a:extLst>
              <a:ext uri="{FF2B5EF4-FFF2-40B4-BE49-F238E27FC236}">
                <a16:creationId xmlns:a16="http://schemas.microsoft.com/office/drawing/2014/main" id="{D808CCC1-BD01-2AD0-0230-BCAB4EE12190}"/>
              </a:ext>
            </a:extLst>
          </p:cNvPr>
          <p:cNvPicPr>
            <a:picLocks noChangeAspect="1"/>
          </p:cNvPicPr>
          <p:nvPr/>
        </p:nvPicPr>
        <p:blipFill>
          <a:blip r:embed="rId4"/>
          <a:stretch>
            <a:fillRect/>
          </a:stretch>
        </p:blipFill>
        <p:spPr>
          <a:xfrm>
            <a:off x="381000" y="4240492"/>
            <a:ext cx="3089950" cy="1613947"/>
          </a:xfrm>
          <a:prstGeom prst="rect">
            <a:avLst/>
          </a:prstGeom>
        </p:spPr>
      </p:pic>
      <p:pic>
        <p:nvPicPr>
          <p:cNvPr id="9" name="Picture 8">
            <a:extLst>
              <a:ext uri="{FF2B5EF4-FFF2-40B4-BE49-F238E27FC236}">
                <a16:creationId xmlns:a16="http://schemas.microsoft.com/office/drawing/2014/main" id="{A65FB38E-9DB9-4300-0CE6-713523D1BA9D}"/>
              </a:ext>
            </a:extLst>
          </p:cNvPr>
          <p:cNvPicPr>
            <a:picLocks noChangeAspect="1"/>
          </p:cNvPicPr>
          <p:nvPr/>
        </p:nvPicPr>
        <p:blipFill>
          <a:blip r:embed="rId5"/>
          <a:stretch>
            <a:fillRect/>
          </a:stretch>
        </p:blipFill>
        <p:spPr>
          <a:xfrm>
            <a:off x="3887619" y="3399100"/>
            <a:ext cx="5166929" cy="3296733"/>
          </a:xfrm>
          <a:prstGeom prst="rect">
            <a:avLst/>
          </a:prstGeom>
        </p:spPr>
      </p:pic>
    </p:spTree>
    <p:extLst>
      <p:ext uri="{BB962C8B-B14F-4D97-AF65-F5344CB8AC3E}">
        <p14:creationId xmlns:p14="http://schemas.microsoft.com/office/powerpoint/2010/main" val="4022018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DC944AE-F495-2437-DACA-3067618EA40E}"/>
              </a:ext>
            </a:extLst>
          </p:cNvPr>
          <p:cNvSpPr>
            <a:spLocks noGrp="1"/>
          </p:cNvSpPr>
          <p:nvPr>
            <p:ph type="title"/>
          </p:nvPr>
        </p:nvSpPr>
        <p:spPr>
          <a:xfrm>
            <a:off x="76200" y="-146050"/>
            <a:ext cx="8229600" cy="1143000"/>
          </a:xfrm>
        </p:spPr>
        <p:txBody>
          <a:bodyPr/>
          <a:lstStyle/>
          <a:p>
            <a:pPr algn="l" eaLnBrk="1" hangingPunct="1"/>
            <a:r>
              <a:rPr lang="en-US" altLang="en-US" dirty="0">
                <a:solidFill>
                  <a:srgbClr val="C00000"/>
                </a:solidFill>
              </a:rPr>
              <a:t>Elementary Data Structures</a:t>
            </a:r>
            <a:endParaRPr lang="en-IN" altLang="en-US" dirty="0">
              <a:solidFill>
                <a:srgbClr val="C00000"/>
              </a:solidFill>
            </a:endParaRPr>
          </a:p>
        </p:txBody>
      </p:sp>
      <p:cxnSp>
        <p:nvCxnSpPr>
          <p:cNvPr id="4" name="Straight Connector 3">
            <a:extLst>
              <a:ext uri="{FF2B5EF4-FFF2-40B4-BE49-F238E27FC236}">
                <a16:creationId xmlns:a16="http://schemas.microsoft.com/office/drawing/2014/main" id="{A50660E8-9619-3AB0-9C2B-A2BCD4794CE4}"/>
              </a:ext>
            </a:extLst>
          </p:cNvPr>
          <p:cNvCxnSpPr/>
          <p:nvPr/>
        </p:nvCxnSpPr>
        <p:spPr>
          <a:xfrm>
            <a:off x="533400" y="838200"/>
            <a:ext cx="7056438" cy="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4821" name="Object 116">
            <a:extLst>
              <a:ext uri="{FF2B5EF4-FFF2-40B4-BE49-F238E27FC236}">
                <a16:creationId xmlns:a16="http://schemas.microsoft.com/office/drawing/2014/main" id="{B3F15D0E-05CE-BC27-6AD2-33A3F52B51F3}"/>
              </a:ext>
            </a:extLst>
          </p:cNvPr>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34821" name="Object 116">
                        <a:extLst>
                          <a:ext uri="{FF2B5EF4-FFF2-40B4-BE49-F238E27FC236}">
                            <a16:creationId xmlns:a16="http://schemas.microsoft.com/office/drawing/2014/main" id="{B3F15D0E-05CE-BC27-6AD2-33A3F52B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7">
            <a:extLst>
              <a:ext uri="{FF2B5EF4-FFF2-40B4-BE49-F238E27FC236}">
                <a16:creationId xmlns:a16="http://schemas.microsoft.com/office/drawing/2014/main" id="{07C3834E-F431-FEE7-0A22-22D1B48A6B59}"/>
              </a:ext>
            </a:extLst>
          </p:cNvPr>
          <p:cNvSpPr>
            <a:spLocks noChangeArrowheads="1"/>
          </p:cNvSpPr>
          <p:nvPr/>
        </p:nvSpPr>
        <p:spPr bwMode="auto">
          <a:xfrm>
            <a:off x="333772" y="1099930"/>
            <a:ext cx="847645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Aft>
                <a:spcPts val="1200"/>
              </a:spcAft>
            </a:pPr>
            <a:r>
              <a:rPr lang="en-US" sz="2400" b="1" i="0" dirty="0">
                <a:solidFill>
                  <a:srgbClr val="1C31FC"/>
                </a:solidFill>
                <a:effectLst/>
                <a:latin typeface="urw-din"/>
              </a:rPr>
              <a:t>Array Operations : 2) Delete Operation</a:t>
            </a:r>
            <a:endParaRPr lang="en-US" sz="2400" b="1" i="0" dirty="0">
              <a:solidFill>
                <a:srgbClr val="273239"/>
              </a:solidFill>
              <a:effectLst/>
              <a:latin typeface="urw-din"/>
            </a:endParaRPr>
          </a:p>
        </p:txBody>
      </p:sp>
      <p:sp>
        <p:nvSpPr>
          <p:cNvPr id="5" name="TextBox 4">
            <a:extLst>
              <a:ext uri="{FF2B5EF4-FFF2-40B4-BE49-F238E27FC236}">
                <a16:creationId xmlns:a16="http://schemas.microsoft.com/office/drawing/2014/main" id="{CA75EAB0-9694-AB89-2746-B3DB9FB5A475}"/>
              </a:ext>
            </a:extLst>
          </p:cNvPr>
          <p:cNvSpPr txBox="1"/>
          <p:nvPr/>
        </p:nvSpPr>
        <p:spPr>
          <a:xfrm>
            <a:off x="228600" y="1572242"/>
            <a:ext cx="8686800" cy="1785104"/>
          </a:xfrm>
          <a:prstGeom prst="rect">
            <a:avLst/>
          </a:prstGeom>
          <a:noFill/>
        </p:spPr>
        <p:txBody>
          <a:bodyPr wrap="square">
            <a:spAutoFit/>
          </a:bodyPr>
          <a:lstStyle/>
          <a:p>
            <a:pPr algn="just">
              <a:spcAft>
                <a:spcPts val="1200"/>
              </a:spcAft>
            </a:pPr>
            <a:r>
              <a:rPr lang="en-US" sz="2000" b="1" i="0" dirty="0">
                <a:solidFill>
                  <a:srgbClr val="273239"/>
                </a:solidFill>
                <a:effectLst/>
                <a:latin typeface="urw-din"/>
              </a:rPr>
              <a:t>1. Delete at the end:		2. Delete from any position </a:t>
            </a:r>
          </a:p>
          <a:p>
            <a:pPr algn="just"/>
            <a:r>
              <a:rPr lang="en-US" sz="2000" i="0" dirty="0">
                <a:solidFill>
                  <a:srgbClr val="273239"/>
                </a:solidFill>
                <a:effectLst/>
                <a:latin typeface="urw-din"/>
              </a:rPr>
              <a:t>- Much faster			- Relatively slower</a:t>
            </a:r>
          </a:p>
          <a:p>
            <a:pPr algn="just"/>
            <a:r>
              <a:rPr lang="en-US" sz="2000" i="0" dirty="0">
                <a:solidFill>
                  <a:srgbClr val="273239"/>
                </a:solidFill>
                <a:effectLst/>
                <a:latin typeface="urw-din"/>
              </a:rPr>
              <a:t>- Complexity O(1)			- Complexity O(N) (Worst case)</a:t>
            </a:r>
          </a:p>
          <a:p>
            <a:pPr algn="just"/>
            <a:r>
              <a:rPr lang="en-US" sz="2000" dirty="0">
                <a:solidFill>
                  <a:srgbClr val="273239"/>
                </a:solidFill>
                <a:latin typeface="urw-din"/>
              </a:rPr>
              <a:t>- Do not care about shifting	- P</a:t>
            </a:r>
            <a:r>
              <a:rPr lang="en-US" sz="2000" b="0" i="0" dirty="0">
                <a:solidFill>
                  <a:srgbClr val="273239"/>
                </a:solidFill>
                <a:effectLst/>
                <a:latin typeface="urw-din"/>
              </a:rPr>
              <a:t>erformed by shifting elements to the left</a:t>
            </a:r>
          </a:p>
          <a:p>
            <a:pPr algn="just"/>
            <a:r>
              <a:rPr lang="en-US" sz="2000" dirty="0">
                <a:solidFill>
                  <a:srgbClr val="273239"/>
                </a:solidFill>
                <a:latin typeface="urw-din"/>
              </a:rPr>
              <a:t>- Underflow, if array is empty	 - Underflow, if array is empty</a:t>
            </a:r>
          </a:p>
        </p:txBody>
      </p:sp>
      <p:pic>
        <p:nvPicPr>
          <p:cNvPr id="11" name="Picture 10">
            <a:extLst>
              <a:ext uri="{FF2B5EF4-FFF2-40B4-BE49-F238E27FC236}">
                <a16:creationId xmlns:a16="http://schemas.microsoft.com/office/drawing/2014/main" id="{8AFF7444-F12C-CD38-F5AE-B5A3CED53D6E}"/>
              </a:ext>
            </a:extLst>
          </p:cNvPr>
          <p:cNvPicPr>
            <a:picLocks noChangeAspect="1"/>
          </p:cNvPicPr>
          <p:nvPr/>
        </p:nvPicPr>
        <p:blipFill>
          <a:blip r:embed="rId4"/>
          <a:stretch>
            <a:fillRect/>
          </a:stretch>
        </p:blipFill>
        <p:spPr>
          <a:xfrm>
            <a:off x="533400" y="4103292"/>
            <a:ext cx="3095625" cy="1676400"/>
          </a:xfrm>
          <a:prstGeom prst="rect">
            <a:avLst/>
          </a:prstGeom>
        </p:spPr>
      </p:pic>
      <p:pic>
        <p:nvPicPr>
          <p:cNvPr id="13" name="Picture 12">
            <a:extLst>
              <a:ext uri="{FF2B5EF4-FFF2-40B4-BE49-F238E27FC236}">
                <a16:creationId xmlns:a16="http://schemas.microsoft.com/office/drawing/2014/main" id="{8F49B1F3-45C7-27AC-746C-B0608EFF21FD}"/>
              </a:ext>
            </a:extLst>
          </p:cNvPr>
          <p:cNvPicPr>
            <a:picLocks noChangeAspect="1"/>
          </p:cNvPicPr>
          <p:nvPr/>
        </p:nvPicPr>
        <p:blipFill>
          <a:blip r:embed="rId5"/>
          <a:stretch>
            <a:fillRect/>
          </a:stretch>
        </p:blipFill>
        <p:spPr>
          <a:xfrm>
            <a:off x="4061619" y="3624862"/>
            <a:ext cx="4762500" cy="2733675"/>
          </a:xfrm>
          <a:prstGeom prst="rect">
            <a:avLst/>
          </a:prstGeom>
        </p:spPr>
      </p:pic>
    </p:spTree>
    <p:extLst>
      <p:ext uri="{BB962C8B-B14F-4D97-AF65-F5344CB8AC3E}">
        <p14:creationId xmlns:p14="http://schemas.microsoft.com/office/powerpoint/2010/main" val="829972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DC944AE-F495-2437-DACA-3067618EA40E}"/>
              </a:ext>
            </a:extLst>
          </p:cNvPr>
          <p:cNvSpPr>
            <a:spLocks noGrp="1"/>
          </p:cNvSpPr>
          <p:nvPr>
            <p:ph type="title"/>
          </p:nvPr>
        </p:nvSpPr>
        <p:spPr>
          <a:xfrm>
            <a:off x="76200" y="-146050"/>
            <a:ext cx="8229600" cy="1143000"/>
          </a:xfrm>
        </p:spPr>
        <p:txBody>
          <a:bodyPr/>
          <a:lstStyle/>
          <a:p>
            <a:pPr algn="l" eaLnBrk="1" hangingPunct="1"/>
            <a:r>
              <a:rPr lang="en-US" altLang="en-US" dirty="0">
                <a:solidFill>
                  <a:srgbClr val="C00000"/>
                </a:solidFill>
              </a:rPr>
              <a:t>Elementary Data Structures</a:t>
            </a:r>
            <a:endParaRPr lang="en-IN" altLang="en-US" dirty="0">
              <a:solidFill>
                <a:srgbClr val="C00000"/>
              </a:solidFill>
            </a:endParaRPr>
          </a:p>
        </p:txBody>
      </p:sp>
      <p:cxnSp>
        <p:nvCxnSpPr>
          <p:cNvPr id="4" name="Straight Connector 3">
            <a:extLst>
              <a:ext uri="{FF2B5EF4-FFF2-40B4-BE49-F238E27FC236}">
                <a16:creationId xmlns:a16="http://schemas.microsoft.com/office/drawing/2014/main" id="{A50660E8-9619-3AB0-9C2B-A2BCD4794CE4}"/>
              </a:ext>
            </a:extLst>
          </p:cNvPr>
          <p:cNvCxnSpPr/>
          <p:nvPr/>
        </p:nvCxnSpPr>
        <p:spPr>
          <a:xfrm>
            <a:off x="533400" y="838200"/>
            <a:ext cx="7056438" cy="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4821" name="Object 116">
            <a:extLst>
              <a:ext uri="{FF2B5EF4-FFF2-40B4-BE49-F238E27FC236}">
                <a16:creationId xmlns:a16="http://schemas.microsoft.com/office/drawing/2014/main" id="{B3F15D0E-05CE-BC27-6AD2-33A3F52B51F3}"/>
              </a:ext>
            </a:extLst>
          </p:cNvPr>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r:id="rId2" imgW="13937020" imgH="5409524" progId="">
                  <p:embed/>
                </p:oleObj>
              </mc:Choice>
              <mc:Fallback>
                <p:oleObj r:id="rId2" imgW="13937020" imgH="5409524" progId="">
                  <p:embed/>
                  <p:pic>
                    <p:nvPicPr>
                      <p:cNvPr id="34821" name="Object 116">
                        <a:extLst>
                          <a:ext uri="{FF2B5EF4-FFF2-40B4-BE49-F238E27FC236}">
                            <a16:creationId xmlns:a16="http://schemas.microsoft.com/office/drawing/2014/main" id="{B3F15D0E-05CE-BC27-6AD2-33A3F52B5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7">
            <a:extLst>
              <a:ext uri="{FF2B5EF4-FFF2-40B4-BE49-F238E27FC236}">
                <a16:creationId xmlns:a16="http://schemas.microsoft.com/office/drawing/2014/main" id="{07C3834E-F431-FEE7-0A22-22D1B48A6B59}"/>
              </a:ext>
            </a:extLst>
          </p:cNvPr>
          <p:cNvSpPr>
            <a:spLocks noChangeArrowheads="1"/>
          </p:cNvSpPr>
          <p:nvPr/>
        </p:nvSpPr>
        <p:spPr bwMode="auto">
          <a:xfrm>
            <a:off x="333772" y="1099930"/>
            <a:ext cx="847645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Aft>
                <a:spcPts val="1200"/>
              </a:spcAft>
            </a:pPr>
            <a:r>
              <a:rPr lang="en-US" sz="2400" b="1" i="0" dirty="0">
                <a:solidFill>
                  <a:srgbClr val="1C31FC"/>
                </a:solidFill>
                <a:effectLst/>
                <a:latin typeface="urw-din"/>
              </a:rPr>
              <a:t>Array Operations : 3) Search Operation</a:t>
            </a:r>
            <a:endParaRPr lang="en-US" sz="2400" b="1" i="0" dirty="0">
              <a:solidFill>
                <a:srgbClr val="273239"/>
              </a:solidFill>
              <a:effectLst/>
              <a:latin typeface="urw-din"/>
            </a:endParaRPr>
          </a:p>
        </p:txBody>
      </p:sp>
      <p:sp>
        <p:nvSpPr>
          <p:cNvPr id="5" name="TextBox 4">
            <a:extLst>
              <a:ext uri="{FF2B5EF4-FFF2-40B4-BE49-F238E27FC236}">
                <a16:creationId xmlns:a16="http://schemas.microsoft.com/office/drawing/2014/main" id="{CA75EAB0-9694-AB89-2746-B3DB9FB5A475}"/>
              </a:ext>
            </a:extLst>
          </p:cNvPr>
          <p:cNvSpPr txBox="1"/>
          <p:nvPr/>
        </p:nvSpPr>
        <p:spPr>
          <a:xfrm>
            <a:off x="228600" y="1572242"/>
            <a:ext cx="8686800" cy="2400657"/>
          </a:xfrm>
          <a:prstGeom prst="rect">
            <a:avLst/>
          </a:prstGeom>
          <a:noFill/>
        </p:spPr>
        <p:txBody>
          <a:bodyPr wrap="square">
            <a:spAutoFit/>
          </a:bodyPr>
          <a:lstStyle/>
          <a:p>
            <a:pPr algn="just">
              <a:spcAft>
                <a:spcPts val="1200"/>
              </a:spcAft>
            </a:pPr>
            <a:r>
              <a:rPr lang="en-US" sz="2000" b="1" i="0" dirty="0">
                <a:solidFill>
                  <a:srgbClr val="273239"/>
                </a:solidFill>
                <a:effectLst/>
                <a:latin typeface="urw-din"/>
              </a:rPr>
              <a:t>1. Linear Search:			2. Binary Search </a:t>
            </a:r>
          </a:p>
          <a:p>
            <a:pPr algn="just"/>
            <a:r>
              <a:rPr lang="en-US" sz="2000" i="0" dirty="0">
                <a:solidFill>
                  <a:srgbClr val="273239"/>
                </a:solidFill>
                <a:effectLst/>
                <a:latin typeface="urw-din"/>
              </a:rPr>
              <a:t>- Slower				- Relatively much faster</a:t>
            </a:r>
          </a:p>
          <a:p>
            <a:pPr algn="just"/>
            <a:r>
              <a:rPr lang="en-US" sz="2000" i="0" dirty="0">
                <a:solidFill>
                  <a:srgbClr val="273239"/>
                </a:solidFill>
                <a:effectLst/>
                <a:latin typeface="urw-din"/>
              </a:rPr>
              <a:t>- Complexity O(N)		- Complexity O(Log N) </a:t>
            </a:r>
          </a:p>
          <a:p>
            <a:pPr algn="just"/>
            <a:r>
              <a:rPr lang="en-US" sz="2000" b="0" i="0" dirty="0">
                <a:solidFill>
                  <a:srgbClr val="273239"/>
                </a:solidFill>
                <a:effectLst/>
                <a:latin typeface="urw-din"/>
              </a:rPr>
              <a:t>- performed by linear traversal 	- performed by dividing the array into two</a:t>
            </a:r>
          </a:p>
          <a:p>
            <a:pPr algn="just"/>
            <a:r>
              <a:rPr lang="en-US" sz="2000" b="0" i="0" dirty="0">
                <a:solidFill>
                  <a:srgbClr val="273239"/>
                </a:solidFill>
                <a:effectLst/>
                <a:latin typeface="urw-din"/>
              </a:rPr>
              <a:t>from the first element to the last 	  parts using divide and conquer technique</a:t>
            </a:r>
          </a:p>
          <a:p>
            <a:pPr algn="just"/>
            <a:r>
              <a:rPr lang="en-US" sz="2000" b="0" i="0" dirty="0">
                <a:solidFill>
                  <a:srgbClr val="273239"/>
                </a:solidFill>
                <a:effectLst/>
                <a:latin typeface="urw-din"/>
              </a:rPr>
              <a:t>element.</a:t>
            </a:r>
          </a:p>
          <a:p>
            <a:pPr algn="just"/>
            <a:r>
              <a:rPr lang="en-US" sz="2000" dirty="0">
                <a:solidFill>
                  <a:srgbClr val="273239"/>
                </a:solidFill>
                <a:latin typeface="urw-din"/>
              </a:rPr>
              <a:t>- Array does not need to be sorted	- Array need to be sorted beforehand.</a:t>
            </a:r>
          </a:p>
        </p:txBody>
      </p:sp>
      <p:pic>
        <p:nvPicPr>
          <p:cNvPr id="2050" name="Picture 2" descr="Haneul Kim's - Binary Search">
            <a:extLst>
              <a:ext uri="{FF2B5EF4-FFF2-40B4-BE49-F238E27FC236}">
                <a16:creationId xmlns:a16="http://schemas.microsoft.com/office/drawing/2014/main" id="{DA44E302-7131-D2F0-9AD9-B8B105CFD3B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755"/>
          <a:stretch/>
        </p:blipFill>
        <p:spPr bwMode="auto">
          <a:xfrm>
            <a:off x="4191000" y="4110221"/>
            <a:ext cx="4853781" cy="23510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BD175F9-F831-6276-6238-ABF92E867057}"/>
              </a:ext>
            </a:extLst>
          </p:cNvPr>
          <p:cNvPicPr>
            <a:picLocks noChangeAspect="1"/>
          </p:cNvPicPr>
          <p:nvPr/>
        </p:nvPicPr>
        <p:blipFill>
          <a:blip r:embed="rId5"/>
          <a:stretch>
            <a:fillRect/>
          </a:stretch>
        </p:blipFill>
        <p:spPr>
          <a:xfrm>
            <a:off x="184907" y="4548191"/>
            <a:ext cx="3976276" cy="1392096"/>
          </a:xfrm>
          <a:prstGeom prst="rect">
            <a:avLst/>
          </a:prstGeom>
        </p:spPr>
      </p:pic>
    </p:spTree>
    <p:extLst>
      <p:ext uri="{BB962C8B-B14F-4D97-AF65-F5344CB8AC3E}">
        <p14:creationId xmlns:p14="http://schemas.microsoft.com/office/powerpoint/2010/main" val="1027588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76A5BB-9CF1-8750-6E44-D2FA559319B2}"/>
              </a:ext>
            </a:extLst>
          </p:cNvPr>
          <p:cNvSpPr/>
          <p:nvPr/>
        </p:nvSpPr>
        <p:spPr>
          <a:xfrm>
            <a:off x="2741917" y="2967335"/>
            <a:ext cx="3660169" cy="923330"/>
          </a:xfrm>
          <a:prstGeom prst="rect">
            <a:avLst/>
          </a:prstGeom>
          <a:noFill/>
        </p:spPr>
        <p:txBody>
          <a:bodyPr wrap="none">
            <a:spAutoFit/>
          </a:bodyPr>
          <a:lstStyle/>
          <a:p>
            <a:pPr algn="ctr" eaLnBrk="1" fontAlgn="auto" hangingPunct="1">
              <a:spcBef>
                <a:spcPts val="0"/>
              </a:spcBef>
              <a:spcAft>
                <a:spcPts val="0"/>
              </a:spcAft>
              <a:defRPr/>
            </a:pPr>
            <a:r>
              <a:rPr lang="en-US" sz="5400" b="1" dirty="0">
                <a:ln w="9525">
                  <a:solidFill>
                    <a:schemeClr val="bg1"/>
                  </a:solidFill>
                  <a:prstDash val="solid"/>
                </a:ln>
                <a:effectLst>
                  <a:outerShdw blurRad="12700" dist="38100" dir="2700000" algn="tl" rotWithShape="0">
                    <a:schemeClr val="bg1">
                      <a:lumMod val="50000"/>
                    </a:schemeClr>
                  </a:outerShdw>
                </a:effectLst>
                <a:latin typeface="+mn-lt"/>
                <a:cs typeface="+mn-cs"/>
              </a:rPr>
              <a:t>Thank You</a:t>
            </a:r>
          </a:p>
        </p:txBody>
      </p:sp>
      <p:pic>
        <p:nvPicPr>
          <p:cNvPr id="54275" name="Picture 22">
            <a:extLst>
              <a:ext uri="{FF2B5EF4-FFF2-40B4-BE49-F238E27FC236}">
                <a16:creationId xmlns:a16="http://schemas.microsoft.com/office/drawing/2014/main" id="{D21B5E67-6E3E-B7AA-F7E9-8905B233DC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30975" y="206375"/>
            <a:ext cx="24384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6" presetClass="emph" presetSubtype="0" fill="hold" nodeType="clickEffect">
                                  <p:stCondLst>
                                    <p:cond delay="0"/>
                                  </p:stCondLst>
                                  <p:childTnLst>
                                    <p:animScale>
                                      <p:cBhvr>
                                        <p:cTn id="14"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atermark">
  <a:themeElements>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fontScheme name="Waterma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Watermark 2">
        <a:dk1>
          <a:srgbClr val="000000"/>
        </a:dk1>
        <a:lt1>
          <a:srgbClr val="FFFFFF"/>
        </a:lt1>
        <a:dk2>
          <a:srgbClr val="666633"/>
        </a:dk2>
        <a:lt2>
          <a:srgbClr val="5F5F5F"/>
        </a:lt2>
        <a:accent1>
          <a:srgbClr val="FFCC00"/>
        </a:accent1>
        <a:accent2>
          <a:srgbClr val="EFF0B2"/>
        </a:accent2>
        <a:accent3>
          <a:srgbClr val="FFFFFF"/>
        </a:accent3>
        <a:accent4>
          <a:srgbClr val="000000"/>
        </a:accent4>
        <a:accent5>
          <a:srgbClr val="FFE2AA"/>
        </a:accent5>
        <a:accent6>
          <a:srgbClr val="D9D9A1"/>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Watermark 3">
        <a:dk1>
          <a:srgbClr val="000000"/>
        </a:dk1>
        <a:lt1>
          <a:srgbClr val="FFFFFF"/>
        </a:lt1>
        <a:dk2>
          <a:srgbClr val="000000"/>
        </a:dk2>
        <a:lt2>
          <a:srgbClr val="666699"/>
        </a:lt2>
        <a:accent1>
          <a:srgbClr val="9BB0CB"/>
        </a:accent1>
        <a:accent2>
          <a:srgbClr val="D1E0CE"/>
        </a:accent2>
        <a:accent3>
          <a:srgbClr val="FFFFFF"/>
        </a:accent3>
        <a:accent4>
          <a:srgbClr val="000000"/>
        </a:accent4>
        <a:accent5>
          <a:srgbClr val="CBD4E2"/>
        </a:accent5>
        <a:accent6>
          <a:srgbClr val="BDCBBA"/>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Watermark 4">
        <a:dk1>
          <a:srgbClr val="333300"/>
        </a:dk1>
        <a:lt1>
          <a:srgbClr val="FFFFCC"/>
        </a:lt1>
        <a:dk2>
          <a:srgbClr val="336600"/>
        </a:dk2>
        <a:lt2>
          <a:srgbClr val="FFFFCC"/>
        </a:lt2>
        <a:accent1>
          <a:srgbClr val="99CC00"/>
        </a:accent1>
        <a:accent2>
          <a:srgbClr val="669900"/>
        </a:accent2>
        <a:accent3>
          <a:srgbClr val="ADB8AA"/>
        </a:accent3>
        <a:accent4>
          <a:srgbClr val="DADAAE"/>
        </a:accent4>
        <a:accent5>
          <a:srgbClr val="CAE2AA"/>
        </a:accent5>
        <a:accent6>
          <a:srgbClr val="5C8A00"/>
        </a:accent6>
        <a:hlink>
          <a:srgbClr val="CC9900"/>
        </a:hlink>
        <a:folHlink>
          <a:srgbClr val="FFCC00"/>
        </a:folHlink>
      </a:clrScheme>
      <a:clrMap bg1="dk2" tx1="lt1" bg2="dk1" tx2="lt2" accent1="accent1" accent2="accent2" accent3="accent3" accent4="accent4" accent5="accent5" accent6="accent6" hlink="hlink" folHlink="folHlink"/>
    </a:extraClrScheme>
    <a:extraClrScheme>
      <a:clrScheme name="Watermark 5">
        <a:dk1>
          <a:srgbClr val="424458"/>
        </a:dk1>
        <a:lt1>
          <a:srgbClr val="FFFFFF"/>
        </a:lt1>
        <a:dk2>
          <a:srgbClr val="004A48"/>
        </a:dk2>
        <a:lt2>
          <a:srgbClr val="FFFFFF"/>
        </a:lt2>
        <a:accent1>
          <a:srgbClr val="83B200"/>
        </a:accent1>
        <a:accent2>
          <a:srgbClr val="006260"/>
        </a:accent2>
        <a:accent3>
          <a:srgbClr val="AAB1B1"/>
        </a:accent3>
        <a:accent4>
          <a:srgbClr val="DADADA"/>
        </a:accent4>
        <a:accent5>
          <a:srgbClr val="C1D5AA"/>
        </a:accent5>
        <a:accent6>
          <a:srgbClr val="005856"/>
        </a:accent6>
        <a:hlink>
          <a:srgbClr val="6666FF"/>
        </a:hlink>
        <a:folHlink>
          <a:srgbClr val="B2B2B2"/>
        </a:folHlink>
      </a:clrScheme>
      <a:clrMap bg1="dk2" tx1="lt1" bg2="dk1" tx2="lt2" accent1="accent1" accent2="accent2" accent3="accent3" accent4="accent4" accent5="accent5" accent6="accent6" hlink="hlink" folHlink="folHlink"/>
    </a:extraClrScheme>
    <a:extraClrScheme>
      <a:clrScheme name="Watermark 6">
        <a:dk1>
          <a:srgbClr val="000000"/>
        </a:dk1>
        <a:lt1>
          <a:srgbClr val="FFFFFF"/>
        </a:lt1>
        <a:dk2>
          <a:srgbClr val="1C2046"/>
        </a:dk2>
        <a:lt2>
          <a:srgbClr val="FFFFFF"/>
        </a:lt2>
        <a:accent1>
          <a:srgbClr val="00CCFF"/>
        </a:accent1>
        <a:accent2>
          <a:srgbClr val="2D226E"/>
        </a:accent2>
        <a:accent3>
          <a:srgbClr val="ABABB0"/>
        </a:accent3>
        <a:accent4>
          <a:srgbClr val="DADADA"/>
        </a:accent4>
        <a:accent5>
          <a:srgbClr val="AAE2FF"/>
        </a:accent5>
        <a:accent6>
          <a:srgbClr val="281E63"/>
        </a:accent6>
        <a:hlink>
          <a:srgbClr val="666699"/>
        </a:hlink>
        <a:folHlink>
          <a:srgbClr val="9999FF"/>
        </a:folHlink>
      </a:clrScheme>
      <a:clrMap bg1="dk2" tx1="lt1" bg2="dk1" tx2="lt2" accent1="accent1" accent2="accent2" accent3="accent3" accent4="accent4" accent5="accent5" accent6="accent6" hlink="hlink" folHlink="folHlink"/>
    </a:extraClrScheme>
    <a:extraClrScheme>
      <a:clrScheme name="Watermark 7">
        <a:dk1>
          <a:srgbClr val="424458"/>
        </a:dk1>
        <a:lt1>
          <a:srgbClr val="FFFFFF"/>
        </a:lt1>
        <a:dk2>
          <a:srgbClr val="000066"/>
        </a:dk2>
        <a:lt2>
          <a:srgbClr val="FFFFFF"/>
        </a:lt2>
        <a:accent1>
          <a:srgbClr val="6666FF"/>
        </a:accent1>
        <a:accent2>
          <a:srgbClr val="333399"/>
        </a:accent2>
        <a:accent3>
          <a:srgbClr val="AAAAB8"/>
        </a:accent3>
        <a:accent4>
          <a:srgbClr val="DADADA"/>
        </a:accent4>
        <a:accent5>
          <a:srgbClr val="B8B8FF"/>
        </a:accent5>
        <a:accent6>
          <a:srgbClr val="2D2D8A"/>
        </a:accent6>
        <a:hlink>
          <a:srgbClr val="FF9900"/>
        </a:hlink>
        <a:folHlink>
          <a:srgbClr val="CCCC00"/>
        </a:folHlink>
      </a:clrScheme>
      <a:clrMap bg1="dk2" tx1="lt1" bg2="dk1" tx2="lt2" accent1="accent1" accent2="accent2" accent3="accent3" accent4="accent4" accent5="accent5" accent6="accent6" hlink="hlink" folHlink="folHlink"/>
    </a:extraClrScheme>
    <a:extraClrScheme>
      <a:clrScheme name="Watermark 8">
        <a:dk1>
          <a:srgbClr val="1C1C1C"/>
        </a:dk1>
        <a:lt1>
          <a:srgbClr val="FFFFCC"/>
        </a:lt1>
        <a:dk2>
          <a:srgbClr val="390B20"/>
        </a:dk2>
        <a:lt2>
          <a:srgbClr val="FFFFCC"/>
        </a:lt2>
        <a:accent1>
          <a:srgbClr val="FF916F"/>
        </a:accent1>
        <a:accent2>
          <a:srgbClr val="561450"/>
        </a:accent2>
        <a:accent3>
          <a:srgbClr val="AEAAAB"/>
        </a:accent3>
        <a:accent4>
          <a:srgbClr val="DADAAE"/>
        </a:accent4>
        <a:accent5>
          <a:srgbClr val="FFC7BB"/>
        </a:accent5>
        <a:accent6>
          <a:srgbClr val="4D1148"/>
        </a:accent6>
        <a:hlink>
          <a:srgbClr val="637D95"/>
        </a:hlink>
        <a:folHlink>
          <a:srgbClr val="FFCC00"/>
        </a:folHlink>
      </a:clrScheme>
      <a:clrMap bg1="dk2" tx1="lt1" bg2="dk1" tx2="lt2" accent1="accent1" accent2="accent2" accent3="accent3" accent4="accent4" accent5="accent5" accent6="accent6" hlink="hlink" folHlink="folHlink"/>
    </a:extraClrScheme>
    <a:extraClrScheme>
      <a:clrScheme name="Watermark 9">
        <a:dk1>
          <a:srgbClr val="4C0000"/>
        </a:dk1>
        <a:lt1>
          <a:srgbClr val="FFFFFF"/>
        </a:lt1>
        <a:dk2>
          <a:srgbClr val="722104"/>
        </a:dk2>
        <a:lt2>
          <a:srgbClr val="FFFFFF"/>
        </a:lt2>
        <a:accent1>
          <a:srgbClr val="CC6600"/>
        </a:accent1>
        <a:accent2>
          <a:srgbClr val="8A2E00"/>
        </a:accent2>
        <a:accent3>
          <a:srgbClr val="BCABAA"/>
        </a:accent3>
        <a:accent4>
          <a:srgbClr val="DADADA"/>
        </a:accent4>
        <a:accent5>
          <a:srgbClr val="E2B8AA"/>
        </a:accent5>
        <a:accent6>
          <a:srgbClr val="7D2900"/>
        </a:accent6>
        <a:hlink>
          <a:srgbClr val="FFCC00"/>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51005155-Business-Planning-Process-ppt-nw</Template>
  <TotalTime>5764</TotalTime>
  <Words>622</Words>
  <Application>Microsoft Office PowerPoint</Application>
  <PresentationFormat>On-screen Show (4:3)</PresentationFormat>
  <Paragraphs>62</Paragraphs>
  <Slides>10</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0</vt:i4>
      </vt:variant>
      <vt:variant>
        <vt:lpstr>Slide Titles</vt:lpstr>
      </vt:variant>
      <vt:variant>
        <vt:i4>10</vt:i4>
      </vt:variant>
    </vt:vector>
  </HeadingPairs>
  <TitlesOfParts>
    <vt:vector size="21" baseType="lpstr">
      <vt:lpstr>Arial</vt:lpstr>
      <vt:lpstr>Bembo</vt:lpstr>
      <vt:lpstr>Broadway</vt:lpstr>
      <vt:lpstr>Calibri</vt:lpstr>
      <vt:lpstr>Tahoma</vt:lpstr>
      <vt:lpstr>Times New Roman</vt:lpstr>
      <vt:lpstr>urw-din</vt:lpstr>
      <vt:lpstr>Verdana</vt:lpstr>
      <vt:lpstr>Wingdings</vt:lpstr>
      <vt:lpstr>Watermark</vt:lpstr>
      <vt:lpstr>Office Theme</vt:lpstr>
      <vt:lpstr>CAP538 ALGORITHM DESIGN AND ANALYSIS </vt:lpstr>
      <vt:lpstr>Unit 1 : Introduction</vt:lpstr>
      <vt:lpstr>Elementary Data Structures</vt:lpstr>
      <vt:lpstr>Elementary Data Structures</vt:lpstr>
      <vt:lpstr>Elementary Data Structures</vt:lpstr>
      <vt:lpstr>Elementary Data Structures</vt:lpstr>
      <vt:lpstr>Elementary Data Structures</vt:lpstr>
      <vt:lpstr>Elementary Data Structures</vt:lpstr>
      <vt:lpstr>Elementary Data Structures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of Accreditation Process in India</dc:title>
  <dc:creator>----------</dc:creator>
  <cp:lastModifiedBy>Ajay Rastogy</cp:lastModifiedBy>
  <cp:revision>599</cp:revision>
  <dcterms:created xsi:type="dcterms:W3CDTF">2012-02-29T16:23:18Z</dcterms:created>
  <dcterms:modified xsi:type="dcterms:W3CDTF">2023-01-09T16:24:12Z</dcterms:modified>
</cp:coreProperties>
</file>