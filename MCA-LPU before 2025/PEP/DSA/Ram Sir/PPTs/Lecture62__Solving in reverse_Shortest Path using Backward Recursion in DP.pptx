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2748" y="1129723"/>
            <a:ext cx="47434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Dynamic Programming: Solving in the reverse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79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/>
          <a:srcRect l="4320" t="21272" r="40395" b="22395"/>
          <a:stretch/>
        </p:blipFill>
        <p:spPr bwMode="auto">
          <a:xfrm>
            <a:off x="2983345" y="1265382"/>
            <a:ext cx="6400800" cy="40085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92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/>
          <a:srcRect l="3545" t="20879" r="40284" b="22593"/>
          <a:stretch/>
        </p:blipFill>
        <p:spPr bwMode="auto">
          <a:xfrm>
            <a:off x="2743199" y="1237672"/>
            <a:ext cx="7195127" cy="35375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9370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03" t="21469" r="41059" b="22986"/>
          <a:stretch/>
        </p:blipFill>
        <p:spPr bwMode="auto">
          <a:xfrm>
            <a:off x="2235200" y="1339272"/>
            <a:ext cx="7333673" cy="37314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97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02" t="21469" r="41282" b="22789"/>
          <a:stretch/>
        </p:blipFill>
        <p:spPr bwMode="auto">
          <a:xfrm>
            <a:off x="2706254" y="1182254"/>
            <a:ext cx="7121237" cy="39069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610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4431" t="22454" r="40616" b="23380"/>
          <a:stretch/>
        </p:blipFill>
        <p:spPr bwMode="auto">
          <a:xfrm>
            <a:off x="2918692" y="1173018"/>
            <a:ext cx="6899562" cy="41101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282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546" t="21272" r="41391" b="22001"/>
          <a:stretch/>
        </p:blipFill>
        <p:spPr bwMode="auto">
          <a:xfrm>
            <a:off x="2946400" y="1108364"/>
            <a:ext cx="6197600" cy="42302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6075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213" t="21469" r="39619" b="22001"/>
          <a:stretch/>
        </p:blipFill>
        <p:spPr bwMode="auto">
          <a:xfrm>
            <a:off x="2503055" y="1265382"/>
            <a:ext cx="7093527" cy="40178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5244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770" t="21273" r="41281" b="21410"/>
          <a:stretch/>
        </p:blipFill>
        <p:spPr bwMode="auto">
          <a:xfrm>
            <a:off x="2632364" y="1173019"/>
            <a:ext cx="7001163" cy="40085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4318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435" t="21469" r="40837" b="21411"/>
          <a:stretch/>
        </p:blipFill>
        <p:spPr bwMode="auto">
          <a:xfrm>
            <a:off x="2761672" y="1330036"/>
            <a:ext cx="6844145" cy="36760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5306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881" t="21075" r="40616" b="22199"/>
          <a:stretch/>
        </p:blipFill>
        <p:spPr bwMode="auto">
          <a:xfrm>
            <a:off x="2937164" y="1071418"/>
            <a:ext cx="6336145" cy="44057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288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02" t="21667" r="40616" b="21017"/>
          <a:stretch/>
        </p:blipFill>
        <p:spPr bwMode="auto">
          <a:xfrm>
            <a:off x="3029527" y="1117600"/>
            <a:ext cx="6465455" cy="4507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559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881" t="21272" r="40727" b="21607"/>
          <a:stretch/>
        </p:blipFill>
        <p:spPr bwMode="auto">
          <a:xfrm>
            <a:off x="2512291" y="1339272"/>
            <a:ext cx="7352145" cy="40270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908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658" t="20879" r="40285" b="22002"/>
          <a:stretch/>
        </p:blipFill>
        <p:spPr bwMode="auto">
          <a:xfrm>
            <a:off x="2521528" y="1274618"/>
            <a:ext cx="7546108" cy="406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564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02" t="21863" r="40616" b="22395"/>
          <a:stretch/>
        </p:blipFill>
        <p:spPr bwMode="auto">
          <a:xfrm>
            <a:off x="2660073" y="1256145"/>
            <a:ext cx="7269017" cy="38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2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213" t="21667" r="40616" b="21804"/>
          <a:stretch/>
        </p:blipFill>
        <p:spPr bwMode="auto">
          <a:xfrm>
            <a:off x="2604656" y="1311562"/>
            <a:ext cx="7352144" cy="40362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3959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102" t="21272" r="40505" b="21804"/>
          <a:stretch/>
        </p:blipFill>
        <p:spPr bwMode="auto">
          <a:xfrm>
            <a:off x="2401453" y="1440872"/>
            <a:ext cx="7795491" cy="3759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62618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769" t="21076" r="40062" b="21410"/>
          <a:stretch/>
        </p:blipFill>
        <p:spPr bwMode="auto">
          <a:xfrm>
            <a:off x="2281380" y="1108364"/>
            <a:ext cx="7897091" cy="43503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044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2991" t="28509" r="40505" b="22198"/>
          <a:stretch/>
        </p:blipFill>
        <p:spPr bwMode="auto">
          <a:xfrm>
            <a:off x="2918691" y="1625600"/>
            <a:ext cx="6317673" cy="35929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495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65</TotalTime>
  <Words>7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Cambria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 Kumar</dc:creator>
  <cp:lastModifiedBy>Ram Kumar</cp:lastModifiedBy>
  <cp:revision>7</cp:revision>
  <dcterms:created xsi:type="dcterms:W3CDTF">2021-06-29T05:53:40Z</dcterms:created>
  <dcterms:modified xsi:type="dcterms:W3CDTF">2022-06-17T05:21:32Z</dcterms:modified>
</cp:coreProperties>
</file>