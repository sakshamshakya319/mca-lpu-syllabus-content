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75" r:id="rId3"/>
    <p:sldId id="276" r:id="rId4"/>
    <p:sldId id="277" r:id="rId5"/>
    <p:sldId id="278" r:id="rId6"/>
    <p:sldId id="281" r:id="rId7"/>
    <p:sldId id="284" r:id="rId8"/>
    <p:sldId id="285" r:id="rId9"/>
    <p:sldId id="286" r:id="rId10"/>
    <p:sldId id="288" r:id="rId11"/>
    <p:sldId id="287" r:id="rId12"/>
    <p:sldId id="289" r:id="rId13"/>
    <p:sldId id="290" r:id="rId14"/>
    <p:sldId id="291" r:id="rId15"/>
    <p:sldId id="292" r:id="rId16"/>
    <p:sldId id="294" r:id="rId17"/>
    <p:sldId id="295" r:id="rId18"/>
    <p:sldId id="296" r:id="rId19"/>
    <p:sldId id="293" r:id="rId20"/>
    <p:sldId id="297" r:id="rId21"/>
    <p:sldId id="298" r:id="rId22"/>
    <p:sldId id="299" r:id="rId23"/>
    <p:sldId id="300" r:id="rId24"/>
    <p:sldId id="301" r:id="rId25"/>
    <p:sldId id="302" r:id="rId26"/>
    <p:sldId id="303" r:id="rId27"/>
    <p:sldId id="304" r:id="rId28"/>
    <p:sldId id="305" r:id="rId29"/>
    <p:sldId id="313" r:id="rId30"/>
    <p:sldId id="306" r:id="rId31"/>
    <p:sldId id="311" r:id="rId32"/>
    <p:sldId id="312" r:id="rId33"/>
    <p:sldId id="314" r:id="rId34"/>
    <p:sldId id="315" r:id="rId35"/>
    <p:sldId id="316" r:id="rId36"/>
    <p:sldId id="317" r:id="rId37"/>
    <p:sldId id="318" r:id="rId38"/>
    <p:sldId id="345" r:id="rId39"/>
    <p:sldId id="347" r:id="rId40"/>
    <p:sldId id="348" r:id="rId41"/>
    <p:sldId id="350" r:id="rId42"/>
    <p:sldId id="349" r:id="rId43"/>
    <p:sldId id="351" r:id="rId44"/>
    <p:sldId id="352" r:id="rId45"/>
    <p:sldId id="353" r:id="rId46"/>
    <p:sldId id="354" r:id="rId47"/>
    <p:sldId id="355" r:id="rId48"/>
    <p:sldId id="356" r:id="rId49"/>
    <p:sldId id="359" r:id="rId50"/>
    <p:sldId id="357" r:id="rId51"/>
    <p:sldId id="358" r:id="rId52"/>
    <p:sldId id="34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5133"/>
  </p:normalViewPr>
  <p:slideViewPr>
    <p:cSldViewPr snapToGrid="0">
      <p:cViewPr varScale="1">
        <p:scale>
          <a:sx n="88" d="100"/>
          <a:sy n="88" d="100"/>
        </p:scale>
        <p:origin x="13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4" Type="http://schemas.openxmlformats.org/officeDocument/2006/relationships/image" Target="../media/image45.svg"/></Relationships>
</file>

<file path=ppt/diagrams/_rels/data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4" Type="http://schemas.openxmlformats.org/officeDocument/2006/relationships/image" Target="../media/image4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063BA7-463F-4FF5-88AF-652A94CA7B6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1100BF75-1E6D-493D-BBC1-C8B779E9ABAC}">
      <dgm:prSet phldrT="[Text]"/>
      <dgm:spPr/>
      <dgm:t>
        <a:bodyPr/>
        <a:lstStyle/>
        <a:p>
          <a:r>
            <a:rPr lang="en-IN" dirty="0"/>
            <a:t>Assumption: People are rational </a:t>
          </a:r>
        </a:p>
      </dgm:t>
    </dgm:pt>
    <dgm:pt modelId="{3A464D62-57D2-4C3C-8BAA-165CA8874FED}" type="parTrans" cxnId="{DBDB28C3-3244-4343-B576-80A9756E9116}">
      <dgm:prSet/>
      <dgm:spPr/>
      <dgm:t>
        <a:bodyPr/>
        <a:lstStyle/>
        <a:p>
          <a:endParaRPr lang="en-IN"/>
        </a:p>
      </dgm:t>
    </dgm:pt>
    <dgm:pt modelId="{DFCC25BA-F651-4BAD-B96B-0FF8E23F8B58}" type="sibTrans" cxnId="{DBDB28C3-3244-4343-B576-80A9756E9116}">
      <dgm:prSet/>
      <dgm:spPr/>
      <dgm:t>
        <a:bodyPr/>
        <a:lstStyle/>
        <a:p>
          <a:endParaRPr lang="en-IN"/>
        </a:p>
      </dgm:t>
    </dgm:pt>
    <dgm:pt modelId="{56808C4D-5809-44A6-8563-71AA4B54E8FD}">
      <dgm:prSet phldrT="[Text]"/>
      <dgm:spPr/>
      <dgm:t>
        <a:bodyPr/>
        <a:lstStyle/>
        <a:p>
          <a:r>
            <a:rPr lang="en-IN" dirty="0"/>
            <a:t>Scientific Management</a:t>
          </a:r>
        </a:p>
      </dgm:t>
    </dgm:pt>
    <dgm:pt modelId="{B53E0EE2-9F9F-4C0B-BDF0-5F2D78D7AD28}" type="parTrans" cxnId="{481D7549-7A9B-403B-AF43-AA0A343A02D1}">
      <dgm:prSet/>
      <dgm:spPr/>
      <dgm:t>
        <a:bodyPr/>
        <a:lstStyle/>
        <a:p>
          <a:endParaRPr lang="en-IN"/>
        </a:p>
      </dgm:t>
    </dgm:pt>
    <dgm:pt modelId="{19C440BD-C3AE-443C-9D3D-D82BD5F95290}" type="sibTrans" cxnId="{481D7549-7A9B-403B-AF43-AA0A343A02D1}">
      <dgm:prSet/>
      <dgm:spPr/>
      <dgm:t>
        <a:bodyPr/>
        <a:lstStyle/>
        <a:p>
          <a:endParaRPr lang="en-IN"/>
        </a:p>
      </dgm:t>
    </dgm:pt>
    <dgm:pt modelId="{41D2DFDE-BFB9-42C8-B58C-60363D37B827}">
      <dgm:prSet phldrT="[Text]"/>
      <dgm:spPr/>
      <dgm:t>
        <a:bodyPr/>
        <a:lstStyle/>
        <a:p>
          <a:r>
            <a:rPr lang="en-IN" dirty="0"/>
            <a:t>Administrative Principles</a:t>
          </a:r>
        </a:p>
      </dgm:t>
    </dgm:pt>
    <dgm:pt modelId="{926B82AF-9205-44DF-8FA8-777A5C47BB26}" type="parTrans" cxnId="{30A14EEC-5CB4-4D74-B6A0-22EF3BC64CD7}">
      <dgm:prSet/>
      <dgm:spPr/>
      <dgm:t>
        <a:bodyPr/>
        <a:lstStyle/>
        <a:p>
          <a:endParaRPr lang="en-IN"/>
        </a:p>
      </dgm:t>
    </dgm:pt>
    <dgm:pt modelId="{38D7260A-3A64-4903-A40F-8AF2A9714E4C}" type="sibTrans" cxnId="{30A14EEC-5CB4-4D74-B6A0-22EF3BC64CD7}">
      <dgm:prSet/>
      <dgm:spPr/>
      <dgm:t>
        <a:bodyPr/>
        <a:lstStyle/>
        <a:p>
          <a:endParaRPr lang="en-IN"/>
        </a:p>
      </dgm:t>
    </dgm:pt>
    <dgm:pt modelId="{1AF6AFF9-4703-4248-85FF-723EF9ADBAE3}">
      <dgm:prSet phldrT="[Text]"/>
      <dgm:spPr/>
      <dgm:t>
        <a:bodyPr/>
        <a:lstStyle/>
        <a:p>
          <a:r>
            <a:rPr lang="en-IN" dirty="0"/>
            <a:t>Bureaucratic Organization</a:t>
          </a:r>
        </a:p>
      </dgm:t>
    </dgm:pt>
    <dgm:pt modelId="{435B08D8-2A07-4029-9F8E-91F4C2EA5974}" type="parTrans" cxnId="{72B11B7D-CAD7-4506-843D-D092B185437F}">
      <dgm:prSet/>
      <dgm:spPr/>
      <dgm:t>
        <a:bodyPr/>
        <a:lstStyle/>
        <a:p>
          <a:endParaRPr lang="en-IN"/>
        </a:p>
      </dgm:t>
    </dgm:pt>
    <dgm:pt modelId="{3C1B4B1A-1D42-44D1-8472-3F3C47CB118E}" type="sibTrans" cxnId="{72B11B7D-CAD7-4506-843D-D092B185437F}">
      <dgm:prSet/>
      <dgm:spPr/>
      <dgm:t>
        <a:bodyPr/>
        <a:lstStyle/>
        <a:p>
          <a:endParaRPr lang="en-IN"/>
        </a:p>
      </dgm:t>
    </dgm:pt>
    <dgm:pt modelId="{247002BC-DEF4-49F0-8341-46F8392B275B}" type="pres">
      <dgm:prSet presAssocID="{E4063BA7-463F-4FF5-88AF-652A94CA7B6C}" presName="hierChild1" presStyleCnt="0">
        <dgm:presLayoutVars>
          <dgm:orgChart val="1"/>
          <dgm:chPref val="1"/>
          <dgm:dir/>
          <dgm:animOne val="branch"/>
          <dgm:animLvl val="lvl"/>
          <dgm:resizeHandles/>
        </dgm:presLayoutVars>
      </dgm:prSet>
      <dgm:spPr/>
    </dgm:pt>
    <dgm:pt modelId="{E4D8B2A6-EF96-4A97-A67D-21BDB0E899D4}" type="pres">
      <dgm:prSet presAssocID="{1100BF75-1E6D-493D-BBC1-C8B779E9ABAC}" presName="hierRoot1" presStyleCnt="0">
        <dgm:presLayoutVars>
          <dgm:hierBranch val="init"/>
        </dgm:presLayoutVars>
      </dgm:prSet>
      <dgm:spPr/>
    </dgm:pt>
    <dgm:pt modelId="{946723C5-F644-474F-BA04-FD126FEE82C3}" type="pres">
      <dgm:prSet presAssocID="{1100BF75-1E6D-493D-BBC1-C8B779E9ABAC}" presName="rootComposite1" presStyleCnt="0"/>
      <dgm:spPr/>
    </dgm:pt>
    <dgm:pt modelId="{A01B0486-A64C-40C0-8475-1D327FDD6320}" type="pres">
      <dgm:prSet presAssocID="{1100BF75-1E6D-493D-BBC1-C8B779E9ABAC}" presName="rootText1" presStyleLbl="node0" presStyleIdx="0" presStyleCnt="1">
        <dgm:presLayoutVars>
          <dgm:chPref val="3"/>
        </dgm:presLayoutVars>
      </dgm:prSet>
      <dgm:spPr/>
    </dgm:pt>
    <dgm:pt modelId="{A0E00C1C-82B9-4332-89D4-2C6A69266D44}" type="pres">
      <dgm:prSet presAssocID="{1100BF75-1E6D-493D-BBC1-C8B779E9ABAC}" presName="rootConnector1" presStyleLbl="node1" presStyleIdx="0" presStyleCnt="0"/>
      <dgm:spPr/>
    </dgm:pt>
    <dgm:pt modelId="{FAF099ED-DE7D-4E95-91AC-6E97BBDCFA28}" type="pres">
      <dgm:prSet presAssocID="{1100BF75-1E6D-493D-BBC1-C8B779E9ABAC}" presName="hierChild2" presStyleCnt="0"/>
      <dgm:spPr/>
    </dgm:pt>
    <dgm:pt modelId="{E0A477F3-BE01-47A1-8B21-E05B17D258CA}" type="pres">
      <dgm:prSet presAssocID="{B53E0EE2-9F9F-4C0B-BDF0-5F2D78D7AD28}" presName="Name37" presStyleLbl="parChTrans1D2" presStyleIdx="0" presStyleCnt="3"/>
      <dgm:spPr/>
    </dgm:pt>
    <dgm:pt modelId="{884F4121-8D38-4C2C-B355-982F600CEB85}" type="pres">
      <dgm:prSet presAssocID="{56808C4D-5809-44A6-8563-71AA4B54E8FD}" presName="hierRoot2" presStyleCnt="0">
        <dgm:presLayoutVars>
          <dgm:hierBranch val="init"/>
        </dgm:presLayoutVars>
      </dgm:prSet>
      <dgm:spPr/>
    </dgm:pt>
    <dgm:pt modelId="{C49DC260-96E5-459A-A8D3-95551654DD6F}" type="pres">
      <dgm:prSet presAssocID="{56808C4D-5809-44A6-8563-71AA4B54E8FD}" presName="rootComposite" presStyleCnt="0"/>
      <dgm:spPr/>
    </dgm:pt>
    <dgm:pt modelId="{2680F5FC-6A3B-426C-8A78-C195F744CC82}" type="pres">
      <dgm:prSet presAssocID="{56808C4D-5809-44A6-8563-71AA4B54E8FD}" presName="rootText" presStyleLbl="node2" presStyleIdx="0" presStyleCnt="3">
        <dgm:presLayoutVars>
          <dgm:chPref val="3"/>
        </dgm:presLayoutVars>
      </dgm:prSet>
      <dgm:spPr/>
    </dgm:pt>
    <dgm:pt modelId="{27347DFF-70B9-4CB6-8A65-53DE2B7AA3BB}" type="pres">
      <dgm:prSet presAssocID="{56808C4D-5809-44A6-8563-71AA4B54E8FD}" presName="rootConnector" presStyleLbl="node2" presStyleIdx="0" presStyleCnt="3"/>
      <dgm:spPr/>
    </dgm:pt>
    <dgm:pt modelId="{57E7179A-3FA2-49EB-822F-77093A8D1075}" type="pres">
      <dgm:prSet presAssocID="{56808C4D-5809-44A6-8563-71AA4B54E8FD}" presName="hierChild4" presStyleCnt="0"/>
      <dgm:spPr/>
    </dgm:pt>
    <dgm:pt modelId="{B0097C40-0F67-47E3-B886-80B2DFB831C8}" type="pres">
      <dgm:prSet presAssocID="{56808C4D-5809-44A6-8563-71AA4B54E8FD}" presName="hierChild5" presStyleCnt="0"/>
      <dgm:spPr/>
    </dgm:pt>
    <dgm:pt modelId="{81122066-B3CB-4C7B-9D88-06EAF85126E7}" type="pres">
      <dgm:prSet presAssocID="{926B82AF-9205-44DF-8FA8-777A5C47BB26}" presName="Name37" presStyleLbl="parChTrans1D2" presStyleIdx="1" presStyleCnt="3"/>
      <dgm:spPr/>
    </dgm:pt>
    <dgm:pt modelId="{AFE13ABB-EE07-4AA4-A8F2-8A7101FBC4F4}" type="pres">
      <dgm:prSet presAssocID="{41D2DFDE-BFB9-42C8-B58C-60363D37B827}" presName="hierRoot2" presStyleCnt="0">
        <dgm:presLayoutVars>
          <dgm:hierBranch val="init"/>
        </dgm:presLayoutVars>
      </dgm:prSet>
      <dgm:spPr/>
    </dgm:pt>
    <dgm:pt modelId="{6EA1A269-79B5-4E48-BBED-DE4D2A21B2D7}" type="pres">
      <dgm:prSet presAssocID="{41D2DFDE-BFB9-42C8-B58C-60363D37B827}" presName="rootComposite" presStyleCnt="0"/>
      <dgm:spPr/>
    </dgm:pt>
    <dgm:pt modelId="{76C7ED65-8014-4DC8-BBCF-BE4C31A50B68}" type="pres">
      <dgm:prSet presAssocID="{41D2DFDE-BFB9-42C8-B58C-60363D37B827}" presName="rootText" presStyleLbl="node2" presStyleIdx="1" presStyleCnt="3">
        <dgm:presLayoutVars>
          <dgm:chPref val="3"/>
        </dgm:presLayoutVars>
      </dgm:prSet>
      <dgm:spPr/>
    </dgm:pt>
    <dgm:pt modelId="{26102A0F-3386-4673-86F1-ECF016FC3E25}" type="pres">
      <dgm:prSet presAssocID="{41D2DFDE-BFB9-42C8-B58C-60363D37B827}" presName="rootConnector" presStyleLbl="node2" presStyleIdx="1" presStyleCnt="3"/>
      <dgm:spPr/>
    </dgm:pt>
    <dgm:pt modelId="{619138A1-09F2-4861-9E13-38A32C28C1DD}" type="pres">
      <dgm:prSet presAssocID="{41D2DFDE-BFB9-42C8-B58C-60363D37B827}" presName="hierChild4" presStyleCnt="0"/>
      <dgm:spPr/>
    </dgm:pt>
    <dgm:pt modelId="{856DD9BE-A80F-4678-9F2E-4B523683E08E}" type="pres">
      <dgm:prSet presAssocID="{41D2DFDE-BFB9-42C8-B58C-60363D37B827}" presName="hierChild5" presStyleCnt="0"/>
      <dgm:spPr/>
    </dgm:pt>
    <dgm:pt modelId="{1A8E7FD0-9864-43F0-A2AF-F2F42E6C952C}" type="pres">
      <dgm:prSet presAssocID="{435B08D8-2A07-4029-9F8E-91F4C2EA5974}" presName="Name37" presStyleLbl="parChTrans1D2" presStyleIdx="2" presStyleCnt="3"/>
      <dgm:spPr/>
    </dgm:pt>
    <dgm:pt modelId="{E6EE4A08-0A4A-4D58-BFC2-8DC4CD341E2C}" type="pres">
      <dgm:prSet presAssocID="{1AF6AFF9-4703-4248-85FF-723EF9ADBAE3}" presName="hierRoot2" presStyleCnt="0">
        <dgm:presLayoutVars>
          <dgm:hierBranch val="init"/>
        </dgm:presLayoutVars>
      </dgm:prSet>
      <dgm:spPr/>
    </dgm:pt>
    <dgm:pt modelId="{9DA891C8-428D-4666-B92D-EFE50B348110}" type="pres">
      <dgm:prSet presAssocID="{1AF6AFF9-4703-4248-85FF-723EF9ADBAE3}" presName="rootComposite" presStyleCnt="0"/>
      <dgm:spPr/>
    </dgm:pt>
    <dgm:pt modelId="{658C8042-FECF-4A02-90B2-F16179E79224}" type="pres">
      <dgm:prSet presAssocID="{1AF6AFF9-4703-4248-85FF-723EF9ADBAE3}" presName="rootText" presStyleLbl="node2" presStyleIdx="2" presStyleCnt="3">
        <dgm:presLayoutVars>
          <dgm:chPref val="3"/>
        </dgm:presLayoutVars>
      </dgm:prSet>
      <dgm:spPr/>
    </dgm:pt>
    <dgm:pt modelId="{86D79F87-3697-47D7-9653-376AEFA1DFBB}" type="pres">
      <dgm:prSet presAssocID="{1AF6AFF9-4703-4248-85FF-723EF9ADBAE3}" presName="rootConnector" presStyleLbl="node2" presStyleIdx="2" presStyleCnt="3"/>
      <dgm:spPr/>
    </dgm:pt>
    <dgm:pt modelId="{1D276670-0593-441A-A444-5E8C1C7BF8FA}" type="pres">
      <dgm:prSet presAssocID="{1AF6AFF9-4703-4248-85FF-723EF9ADBAE3}" presName="hierChild4" presStyleCnt="0"/>
      <dgm:spPr/>
    </dgm:pt>
    <dgm:pt modelId="{DA92672B-5ABF-433E-9F08-9EFDAEE41ED3}" type="pres">
      <dgm:prSet presAssocID="{1AF6AFF9-4703-4248-85FF-723EF9ADBAE3}" presName="hierChild5" presStyleCnt="0"/>
      <dgm:spPr/>
    </dgm:pt>
    <dgm:pt modelId="{F39D4870-A55E-4288-A965-A7B35E0E3BC3}" type="pres">
      <dgm:prSet presAssocID="{1100BF75-1E6D-493D-BBC1-C8B779E9ABAC}" presName="hierChild3" presStyleCnt="0"/>
      <dgm:spPr/>
    </dgm:pt>
  </dgm:ptLst>
  <dgm:cxnLst>
    <dgm:cxn modelId="{50825F1C-F37E-4CB8-AF94-5ADE12567568}" type="presOf" srcId="{B53E0EE2-9F9F-4C0B-BDF0-5F2D78D7AD28}" destId="{E0A477F3-BE01-47A1-8B21-E05B17D258CA}" srcOrd="0" destOrd="0" presId="urn:microsoft.com/office/officeart/2005/8/layout/orgChart1"/>
    <dgm:cxn modelId="{DC443F23-1B6D-40EE-8626-E065E0627AF3}" type="presOf" srcId="{926B82AF-9205-44DF-8FA8-777A5C47BB26}" destId="{81122066-B3CB-4C7B-9D88-06EAF85126E7}" srcOrd="0" destOrd="0" presId="urn:microsoft.com/office/officeart/2005/8/layout/orgChart1"/>
    <dgm:cxn modelId="{AB72EA27-9FAE-4A98-BFE1-4CFD50C33715}" type="presOf" srcId="{1100BF75-1E6D-493D-BBC1-C8B779E9ABAC}" destId="{A0E00C1C-82B9-4332-89D4-2C6A69266D44}" srcOrd="1" destOrd="0" presId="urn:microsoft.com/office/officeart/2005/8/layout/orgChart1"/>
    <dgm:cxn modelId="{BB4A1C2D-D6DC-4A67-8CD9-346DDAFCD96E}" type="presOf" srcId="{41D2DFDE-BFB9-42C8-B58C-60363D37B827}" destId="{26102A0F-3386-4673-86F1-ECF016FC3E25}" srcOrd="1" destOrd="0" presId="urn:microsoft.com/office/officeart/2005/8/layout/orgChart1"/>
    <dgm:cxn modelId="{2E1EE335-F21B-44D8-9720-391BFE311C0E}" type="presOf" srcId="{1100BF75-1E6D-493D-BBC1-C8B779E9ABAC}" destId="{A01B0486-A64C-40C0-8475-1D327FDD6320}" srcOrd="0" destOrd="0" presId="urn:microsoft.com/office/officeart/2005/8/layout/orgChart1"/>
    <dgm:cxn modelId="{481D7549-7A9B-403B-AF43-AA0A343A02D1}" srcId="{1100BF75-1E6D-493D-BBC1-C8B779E9ABAC}" destId="{56808C4D-5809-44A6-8563-71AA4B54E8FD}" srcOrd="0" destOrd="0" parTransId="{B53E0EE2-9F9F-4C0B-BDF0-5F2D78D7AD28}" sibTransId="{19C440BD-C3AE-443C-9D3D-D82BD5F95290}"/>
    <dgm:cxn modelId="{9682475A-10E5-4651-9BE0-92EDF23C0756}" type="presOf" srcId="{435B08D8-2A07-4029-9F8E-91F4C2EA5974}" destId="{1A8E7FD0-9864-43F0-A2AF-F2F42E6C952C}" srcOrd="0" destOrd="0" presId="urn:microsoft.com/office/officeart/2005/8/layout/orgChart1"/>
    <dgm:cxn modelId="{7A5DD57A-EF97-4A30-98A5-CF20FDB5F108}" type="presOf" srcId="{E4063BA7-463F-4FF5-88AF-652A94CA7B6C}" destId="{247002BC-DEF4-49F0-8341-46F8392B275B}" srcOrd="0" destOrd="0" presId="urn:microsoft.com/office/officeart/2005/8/layout/orgChart1"/>
    <dgm:cxn modelId="{72B11B7D-CAD7-4506-843D-D092B185437F}" srcId="{1100BF75-1E6D-493D-BBC1-C8B779E9ABAC}" destId="{1AF6AFF9-4703-4248-85FF-723EF9ADBAE3}" srcOrd="2" destOrd="0" parTransId="{435B08D8-2A07-4029-9F8E-91F4C2EA5974}" sibTransId="{3C1B4B1A-1D42-44D1-8472-3F3C47CB118E}"/>
    <dgm:cxn modelId="{C04E80A7-7DD4-4E1A-BF31-A2F064A50F46}" type="presOf" srcId="{56808C4D-5809-44A6-8563-71AA4B54E8FD}" destId="{2680F5FC-6A3B-426C-8A78-C195F744CC82}" srcOrd="0" destOrd="0" presId="urn:microsoft.com/office/officeart/2005/8/layout/orgChart1"/>
    <dgm:cxn modelId="{DBDB28C3-3244-4343-B576-80A9756E9116}" srcId="{E4063BA7-463F-4FF5-88AF-652A94CA7B6C}" destId="{1100BF75-1E6D-493D-BBC1-C8B779E9ABAC}" srcOrd="0" destOrd="0" parTransId="{3A464D62-57D2-4C3C-8BAA-165CA8874FED}" sibTransId="{DFCC25BA-F651-4BAD-B96B-0FF8E23F8B58}"/>
    <dgm:cxn modelId="{B571A1DB-B6A4-480D-BCE6-3902348FDBFD}" type="presOf" srcId="{41D2DFDE-BFB9-42C8-B58C-60363D37B827}" destId="{76C7ED65-8014-4DC8-BBCF-BE4C31A50B68}" srcOrd="0" destOrd="0" presId="urn:microsoft.com/office/officeart/2005/8/layout/orgChart1"/>
    <dgm:cxn modelId="{763DC4DD-B7E9-4252-A31D-0A9C9EB0DA8A}" type="presOf" srcId="{1AF6AFF9-4703-4248-85FF-723EF9ADBAE3}" destId="{86D79F87-3697-47D7-9653-376AEFA1DFBB}" srcOrd="1" destOrd="0" presId="urn:microsoft.com/office/officeart/2005/8/layout/orgChart1"/>
    <dgm:cxn modelId="{F8E3FEE4-F4B1-42C1-A40D-6145F91BBACE}" type="presOf" srcId="{56808C4D-5809-44A6-8563-71AA4B54E8FD}" destId="{27347DFF-70B9-4CB6-8A65-53DE2B7AA3BB}" srcOrd="1" destOrd="0" presId="urn:microsoft.com/office/officeart/2005/8/layout/orgChart1"/>
    <dgm:cxn modelId="{4698C7E7-2D4C-4680-8269-9D3FA76C3172}" type="presOf" srcId="{1AF6AFF9-4703-4248-85FF-723EF9ADBAE3}" destId="{658C8042-FECF-4A02-90B2-F16179E79224}" srcOrd="0" destOrd="0" presId="urn:microsoft.com/office/officeart/2005/8/layout/orgChart1"/>
    <dgm:cxn modelId="{30A14EEC-5CB4-4D74-B6A0-22EF3BC64CD7}" srcId="{1100BF75-1E6D-493D-BBC1-C8B779E9ABAC}" destId="{41D2DFDE-BFB9-42C8-B58C-60363D37B827}" srcOrd="1" destOrd="0" parTransId="{926B82AF-9205-44DF-8FA8-777A5C47BB26}" sibTransId="{38D7260A-3A64-4903-A40F-8AF2A9714E4C}"/>
    <dgm:cxn modelId="{58778DCF-C244-4C83-BE90-460FDE5FC44B}" type="presParOf" srcId="{247002BC-DEF4-49F0-8341-46F8392B275B}" destId="{E4D8B2A6-EF96-4A97-A67D-21BDB0E899D4}" srcOrd="0" destOrd="0" presId="urn:microsoft.com/office/officeart/2005/8/layout/orgChart1"/>
    <dgm:cxn modelId="{1FEA5A49-2B53-4D16-B5E1-8169532E45AB}" type="presParOf" srcId="{E4D8B2A6-EF96-4A97-A67D-21BDB0E899D4}" destId="{946723C5-F644-474F-BA04-FD126FEE82C3}" srcOrd="0" destOrd="0" presId="urn:microsoft.com/office/officeart/2005/8/layout/orgChart1"/>
    <dgm:cxn modelId="{BFDE036C-801F-4E12-B76A-5A03689F90FB}" type="presParOf" srcId="{946723C5-F644-474F-BA04-FD126FEE82C3}" destId="{A01B0486-A64C-40C0-8475-1D327FDD6320}" srcOrd="0" destOrd="0" presId="urn:microsoft.com/office/officeart/2005/8/layout/orgChart1"/>
    <dgm:cxn modelId="{90C21B2B-6580-4B03-8125-CEE1A265B269}" type="presParOf" srcId="{946723C5-F644-474F-BA04-FD126FEE82C3}" destId="{A0E00C1C-82B9-4332-89D4-2C6A69266D44}" srcOrd="1" destOrd="0" presId="urn:microsoft.com/office/officeart/2005/8/layout/orgChart1"/>
    <dgm:cxn modelId="{756FCE5B-11C3-4A69-94D7-B5120825EA71}" type="presParOf" srcId="{E4D8B2A6-EF96-4A97-A67D-21BDB0E899D4}" destId="{FAF099ED-DE7D-4E95-91AC-6E97BBDCFA28}" srcOrd="1" destOrd="0" presId="urn:microsoft.com/office/officeart/2005/8/layout/orgChart1"/>
    <dgm:cxn modelId="{557B0962-ED64-41CC-95D3-CEA885462644}" type="presParOf" srcId="{FAF099ED-DE7D-4E95-91AC-6E97BBDCFA28}" destId="{E0A477F3-BE01-47A1-8B21-E05B17D258CA}" srcOrd="0" destOrd="0" presId="urn:microsoft.com/office/officeart/2005/8/layout/orgChart1"/>
    <dgm:cxn modelId="{EC1564A9-EA31-4A93-B021-A08B0FB846E3}" type="presParOf" srcId="{FAF099ED-DE7D-4E95-91AC-6E97BBDCFA28}" destId="{884F4121-8D38-4C2C-B355-982F600CEB85}" srcOrd="1" destOrd="0" presId="urn:microsoft.com/office/officeart/2005/8/layout/orgChart1"/>
    <dgm:cxn modelId="{3939AFA7-3641-49EB-9D43-2016F052FD8B}" type="presParOf" srcId="{884F4121-8D38-4C2C-B355-982F600CEB85}" destId="{C49DC260-96E5-459A-A8D3-95551654DD6F}" srcOrd="0" destOrd="0" presId="urn:microsoft.com/office/officeart/2005/8/layout/orgChart1"/>
    <dgm:cxn modelId="{A931E804-FE3D-4DD1-8B1D-D0A70FDD00F9}" type="presParOf" srcId="{C49DC260-96E5-459A-A8D3-95551654DD6F}" destId="{2680F5FC-6A3B-426C-8A78-C195F744CC82}" srcOrd="0" destOrd="0" presId="urn:microsoft.com/office/officeart/2005/8/layout/orgChart1"/>
    <dgm:cxn modelId="{06BB34EF-6DDD-47E8-975F-77F758E3D833}" type="presParOf" srcId="{C49DC260-96E5-459A-A8D3-95551654DD6F}" destId="{27347DFF-70B9-4CB6-8A65-53DE2B7AA3BB}" srcOrd="1" destOrd="0" presId="urn:microsoft.com/office/officeart/2005/8/layout/orgChart1"/>
    <dgm:cxn modelId="{5DBF587A-B349-4EAF-853C-AB7F1BA6F198}" type="presParOf" srcId="{884F4121-8D38-4C2C-B355-982F600CEB85}" destId="{57E7179A-3FA2-49EB-822F-77093A8D1075}" srcOrd="1" destOrd="0" presId="urn:microsoft.com/office/officeart/2005/8/layout/orgChart1"/>
    <dgm:cxn modelId="{EFC1CD03-4CE2-4B5C-8100-421453ED36FA}" type="presParOf" srcId="{884F4121-8D38-4C2C-B355-982F600CEB85}" destId="{B0097C40-0F67-47E3-B886-80B2DFB831C8}" srcOrd="2" destOrd="0" presId="urn:microsoft.com/office/officeart/2005/8/layout/orgChart1"/>
    <dgm:cxn modelId="{5341D45C-47C8-4C08-A02B-1891DFCA8863}" type="presParOf" srcId="{FAF099ED-DE7D-4E95-91AC-6E97BBDCFA28}" destId="{81122066-B3CB-4C7B-9D88-06EAF85126E7}" srcOrd="2" destOrd="0" presId="urn:microsoft.com/office/officeart/2005/8/layout/orgChart1"/>
    <dgm:cxn modelId="{8FFE6D51-6CE6-43C5-8623-D594C621BCBC}" type="presParOf" srcId="{FAF099ED-DE7D-4E95-91AC-6E97BBDCFA28}" destId="{AFE13ABB-EE07-4AA4-A8F2-8A7101FBC4F4}" srcOrd="3" destOrd="0" presId="urn:microsoft.com/office/officeart/2005/8/layout/orgChart1"/>
    <dgm:cxn modelId="{E9B835E5-A2DA-4CCB-86FA-7EE624881AFB}" type="presParOf" srcId="{AFE13ABB-EE07-4AA4-A8F2-8A7101FBC4F4}" destId="{6EA1A269-79B5-4E48-BBED-DE4D2A21B2D7}" srcOrd="0" destOrd="0" presId="urn:microsoft.com/office/officeart/2005/8/layout/orgChart1"/>
    <dgm:cxn modelId="{7FA6C7D4-8E77-49C0-89FB-BDB466A363C9}" type="presParOf" srcId="{6EA1A269-79B5-4E48-BBED-DE4D2A21B2D7}" destId="{76C7ED65-8014-4DC8-BBCF-BE4C31A50B68}" srcOrd="0" destOrd="0" presId="urn:microsoft.com/office/officeart/2005/8/layout/orgChart1"/>
    <dgm:cxn modelId="{8CC27262-3D0A-43FF-A8B8-7157CF8E3A75}" type="presParOf" srcId="{6EA1A269-79B5-4E48-BBED-DE4D2A21B2D7}" destId="{26102A0F-3386-4673-86F1-ECF016FC3E25}" srcOrd="1" destOrd="0" presId="urn:microsoft.com/office/officeart/2005/8/layout/orgChart1"/>
    <dgm:cxn modelId="{4904C804-A181-41F1-82E6-DB3147534D48}" type="presParOf" srcId="{AFE13ABB-EE07-4AA4-A8F2-8A7101FBC4F4}" destId="{619138A1-09F2-4861-9E13-38A32C28C1DD}" srcOrd="1" destOrd="0" presId="urn:microsoft.com/office/officeart/2005/8/layout/orgChart1"/>
    <dgm:cxn modelId="{58EF7BE7-C1CE-4042-8E6D-99F1ED5150E5}" type="presParOf" srcId="{AFE13ABB-EE07-4AA4-A8F2-8A7101FBC4F4}" destId="{856DD9BE-A80F-4678-9F2E-4B523683E08E}" srcOrd="2" destOrd="0" presId="urn:microsoft.com/office/officeart/2005/8/layout/orgChart1"/>
    <dgm:cxn modelId="{99EAE777-D72E-4C86-A6C7-54CD3B8DF6EF}" type="presParOf" srcId="{FAF099ED-DE7D-4E95-91AC-6E97BBDCFA28}" destId="{1A8E7FD0-9864-43F0-A2AF-F2F42E6C952C}" srcOrd="4" destOrd="0" presId="urn:microsoft.com/office/officeart/2005/8/layout/orgChart1"/>
    <dgm:cxn modelId="{C0BDDA00-8AD1-4324-B008-6650BF4D349E}" type="presParOf" srcId="{FAF099ED-DE7D-4E95-91AC-6E97BBDCFA28}" destId="{E6EE4A08-0A4A-4D58-BFC2-8DC4CD341E2C}" srcOrd="5" destOrd="0" presId="urn:microsoft.com/office/officeart/2005/8/layout/orgChart1"/>
    <dgm:cxn modelId="{08596258-D7B7-4B03-B43A-85F9CCFC97C6}" type="presParOf" srcId="{E6EE4A08-0A4A-4D58-BFC2-8DC4CD341E2C}" destId="{9DA891C8-428D-4666-B92D-EFE50B348110}" srcOrd="0" destOrd="0" presId="urn:microsoft.com/office/officeart/2005/8/layout/orgChart1"/>
    <dgm:cxn modelId="{0473AB18-F50F-415C-99FE-124D258A162F}" type="presParOf" srcId="{9DA891C8-428D-4666-B92D-EFE50B348110}" destId="{658C8042-FECF-4A02-90B2-F16179E79224}" srcOrd="0" destOrd="0" presId="urn:microsoft.com/office/officeart/2005/8/layout/orgChart1"/>
    <dgm:cxn modelId="{55BB6EBD-35A0-47CF-B055-CE7DB94A58F7}" type="presParOf" srcId="{9DA891C8-428D-4666-B92D-EFE50B348110}" destId="{86D79F87-3697-47D7-9653-376AEFA1DFBB}" srcOrd="1" destOrd="0" presId="urn:microsoft.com/office/officeart/2005/8/layout/orgChart1"/>
    <dgm:cxn modelId="{1385847B-F9FF-4631-95FF-6C6A93D0791E}" type="presParOf" srcId="{E6EE4A08-0A4A-4D58-BFC2-8DC4CD341E2C}" destId="{1D276670-0593-441A-A444-5E8C1C7BF8FA}" srcOrd="1" destOrd="0" presId="urn:microsoft.com/office/officeart/2005/8/layout/orgChart1"/>
    <dgm:cxn modelId="{FF175E57-6B5D-4FCA-B0D0-1535D0D793D5}" type="presParOf" srcId="{E6EE4A08-0A4A-4D58-BFC2-8DC4CD341E2C}" destId="{DA92672B-5ABF-433E-9F08-9EFDAEE41ED3}" srcOrd="2" destOrd="0" presId="urn:microsoft.com/office/officeart/2005/8/layout/orgChart1"/>
    <dgm:cxn modelId="{43CBD7D1-8BE4-43EC-B040-36585382DC12}" type="presParOf" srcId="{E4D8B2A6-EF96-4A97-A67D-21BDB0E899D4}" destId="{F39D4870-A55E-4288-A965-A7B35E0E3B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E24310-D4B8-45A4-9E05-BA31B140410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4DA8144-83E3-43F1-96E4-19839B7096EC}">
      <dgm:prSet custT="1"/>
      <dgm:spPr/>
      <dgm:t>
        <a:bodyPr/>
        <a:lstStyle/>
        <a:p>
          <a:r>
            <a:rPr lang="en-US" sz="2400"/>
            <a:t>McDonalds has all of their operations down to a science. </a:t>
          </a:r>
        </a:p>
      </dgm:t>
    </dgm:pt>
    <dgm:pt modelId="{21259BC6-0FB4-4434-8E8F-9EE562EBB54A}" type="parTrans" cxnId="{2125A776-3BC0-4EBE-AADE-6F8AA95F1F58}">
      <dgm:prSet/>
      <dgm:spPr/>
      <dgm:t>
        <a:bodyPr/>
        <a:lstStyle/>
        <a:p>
          <a:endParaRPr lang="en-US"/>
        </a:p>
      </dgm:t>
    </dgm:pt>
    <dgm:pt modelId="{E7B6C0BC-ED3F-49F9-8662-5E518D28A8D7}" type="sibTrans" cxnId="{2125A776-3BC0-4EBE-AADE-6F8AA95F1F58}">
      <dgm:prSet/>
      <dgm:spPr/>
      <dgm:t>
        <a:bodyPr/>
        <a:lstStyle/>
        <a:p>
          <a:endParaRPr lang="en-US"/>
        </a:p>
      </dgm:t>
    </dgm:pt>
    <dgm:pt modelId="{BEA55120-8ED6-4536-A8AE-B0C96BEDC633}">
      <dgm:prSet custT="1"/>
      <dgm:spPr/>
      <dgm:t>
        <a:bodyPr/>
        <a:lstStyle/>
        <a:p>
          <a:r>
            <a:rPr lang="en-US" sz="2400"/>
            <a:t>They are all about maximizing efficiency.</a:t>
          </a:r>
        </a:p>
      </dgm:t>
    </dgm:pt>
    <dgm:pt modelId="{ABDB48C6-E883-48CF-9913-A19A1D1CDE67}" type="parTrans" cxnId="{23B104D9-AFEF-4058-B1D0-FB245791CEE0}">
      <dgm:prSet/>
      <dgm:spPr/>
      <dgm:t>
        <a:bodyPr/>
        <a:lstStyle/>
        <a:p>
          <a:endParaRPr lang="en-US"/>
        </a:p>
      </dgm:t>
    </dgm:pt>
    <dgm:pt modelId="{99B2547A-6D89-4846-97C2-9A79873922C2}" type="sibTrans" cxnId="{23B104D9-AFEF-4058-B1D0-FB245791CEE0}">
      <dgm:prSet/>
      <dgm:spPr/>
      <dgm:t>
        <a:bodyPr/>
        <a:lstStyle/>
        <a:p>
          <a:endParaRPr lang="en-US"/>
        </a:p>
      </dgm:t>
    </dgm:pt>
    <dgm:pt modelId="{3D171628-19FB-41C8-B986-D16C8B9A4BE3}">
      <dgm:prSet custT="1"/>
      <dgm:spPr/>
      <dgm:t>
        <a:bodyPr/>
        <a:lstStyle/>
        <a:p>
          <a:r>
            <a:rPr lang="en-US" sz="2400"/>
            <a:t>McDonalds’ main focus is speed.</a:t>
          </a:r>
        </a:p>
      </dgm:t>
    </dgm:pt>
    <dgm:pt modelId="{FC02E2F6-303C-4B4F-99B3-503DDD43EF52}" type="parTrans" cxnId="{A231494F-A12A-4BDA-ACB4-59FCDA488083}">
      <dgm:prSet/>
      <dgm:spPr/>
      <dgm:t>
        <a:bodyPr/>
        <a:lstStyle/>
        <a:p>
          <a:endParaRPr lang="en-US"/>
        </a:p>
      </dgm:t>
    </dgm:pt>
    <dgm:pt modelId="{CAC59F51-E9DE-428C-A1B8-36DCA69F99ED}" type="sibTrans" cxnId="{A231494F-A12A-4BDA-ACB4-59FCDA488083}">
      <dgm:prSet/>
      <dgm:spPr/>
      <dgm:t>
        <a:bodyPr/>
        <a:lstStyle/>
        <a:p>
          <a:endParaRPr lang="en-US"/>
        </a:p>
      </dgm:t>
    </dgm:pt>
    <dgm:pt modelId="{FF775793-B28B-44D1-866F-290B5E5EB0A0}" type="pres">
      <dgm:prSet presAssocID="{22E24310-D4B8-45A4-9E05-BA31B140410F}" presName="root" presStyleCnt="0">
        <dgm:presLayoutVars>
          <dgm:dir/>
          <dgm:resizeHandles val="exact"/>
        </dgm:presLayoutVars>
      </dgm:prSet>
      <dgm:spPr/>
    </dgm:pt>
    <dgm:pt modelId="{511BF0AE-70A4-49AA-9097-ED4DCEBBC781}" type="pres">
      <dgm:prSet presAssocID="{14DA8144-83E3-43F1-96E4-19839B7096EC}" presName="compNode" presStyleCnt="0"/>
      <dgm:spPr/>
    </dgm:pt>
    <dgm:pt modelId="{8F5D2522-3750-4E0B-83A3-FF64D22C3B3C}" type="pres">
      <dgm:prSet presAssocID="{14DA8144-83E3-43F1-96E4-19839B7096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13FCA0E6-013C-4328-A7CF-18C577A2AA8A}" type="pres">
      <dgm:prSet presAssocID="{14DA8144-83E3-43F1-96E4-19839B7096EC}" presName="spaceRect" presStyleCnt="0"/>
      <dgm:spPr/>
    </dgm:pt>
    <dgm:pt modelId="{7BC81478-1E49-4DC1-8EEF-36A4D6F6520E}" type="pres">
      <dgm:prSet presAssocID="{14DA8144-83E3-43F1-96E4-19839B7096EC}" presName="textRect" presStyleLbl="revTx" presStyleIdx="0" presStyleCnt="3">
        <dgm:presLayoutVars>
          <dgm:chMax val="1"/>
          <dgm:chPref val="1"/>
        </dgm:presLayoutVars>
      </dgm:prSet>
      <dgm:spPr/>
    </dgm:pt>
    <dgm:pt modelId="{B28CCF67-404D-47F4-861E-DE27D833BBF2}" type="pres">
      <dgm:prSet presAssocID="{E7B6C0BC-ED3F-49F9-8662-5E518D28A8D7}" presName="sibTrans" presStyleCnt="0"/>
      <dgm:spPr/>
    </dgm:pt>
    <dgm:pt modelId="{9E59AC7B-BE11-492F-8610-486CD3B815CE}" type="pres">
      <dgm:prSet presAssocID="{BEA55120-8ED6-4536-A8AE-B0C96BEDC633}" presName="compNode" presStyleCnt="0"/>
      <dgm:spPr/>
    </dgm:pt>
    <dgm:pt modelId="{474DBE2C-5710-4001-8FBD-981968EBDC5E}" type="pres">
      <dgm:prSet presAssocID="{BEA55120-8ED6-4536-A8AE-B0C96BEDC63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1657E5B1-36AB-4B49-93B1-256A814A0FDE}" type="pres">
      <dgm:prSet presAssocID="{BEA55120-8ED6-4536-A8AE-B0C96BEDC633}" presName="spaceRect" presStyleCnt="0"/>
      <dgm:spPr/>
    </dgm:pt>
    <dgm:pt modelId="{00827C67-C1CF-423D-9F2C-51E6694E6C19}" type="pres">
      <dgm:prSet presAssocID="{BEA55120-8ED6-4536-A8AE-B0C96BEDC633}" presName="textRect" presStyleLbl="revTx" presStyleIdx="1" presStyleCnt="3">
        <dgm:presLayoutVars>
          <dgm:chMax val="1"/>
          <dgm:chPref val="1"/>
        </dgm:presLayoutVars>
      </dgm:prSet>
      <dgm:spPr/>
    </dgm:pt>
    <dgm:pt modelId="{1F45F0C1-56E8-4101-8C86-DD7FE1ED017D}" type="pres">
      <dgm:prSet presAssocID="{99B2547A-6D89-4846-97C2-9A79873922C2}" presName="sibTrans" presStyleCnt="0"/>
      <dgm:spPr/>
    </dgm:pt>
    <dgm:pt modelId="{BEC6CE62-B6EB-4794-AD04-914A2DF3E2F0}" type="pres">
      <dgm:prSet presAssocID="{3D171628-19FB-41C8-B986-D16C8B9A4BE3}" presName="compNode" presStyleCnt="0"/>
      <dgm:spPr/>
    </dgm:pt>
    <dgm:pt modelId="{91C96DF9-F967-44A6-A3DD-E666F0CE4EF3}" type="pres">
      <dgm:prSet presAssocID="{3D171628-19FB-41C8-B986-D16C8B9A4B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EA479FD0-560C-4C60-B53F-CB1748DD5AB8}" type="pres">
      <dgm:prSet presAssocID="{3D171628-19FB-41C8-B986-D16C8B9A4BE3}" presName="spaceRect" presStyleCnt="0"/>
      <dgm:spPr/>
    </dgm:pt>
    <dgm:pt modelId="{E6708FEB-3C8B-4F85-A6AF-D0736527334B}" type="pres">
      <dgm:prSet presAssocID="{3D171628-19FB-41C8-B986-D16C8B9A4BE3}" presName="textRect" presStyleLbl="revTx" presStyleIdx="2" presStyleCnt="3">
        <dgm:presLayoutVars>
          <dgm:chMax val="1"/>
          <dgm:chPref val="1"/>
        </dgm:presLayoutVars>
      </dgm:prSet>
      <dgm:spPr/>
    </dgm:pt>
  </dgm:ptLst>
  <dgm:cxnLst>
    <dgm:cxn modelId="{07F9AA0B-FE47-4BBA-8831-55BBA93F344A}" type="presOf" srcId="{14DA8144-83E3-43F1-96E4-19839B7096EC}" destId="{7BC81478-1E49-4DC1-8EEF-36A4D6F6520E}" srcOrd="0" destOrd="0" presId="urn:microsoft.com/office/officeart/2018/2/layout/IconLabelList"/>
    <dgm:cxn modelId="{50138D46-5459-4010-AA5B-8CBB1518855F}" type="presOf" srcId="{BEA55120-8ED6-4536-A8AE-B0C96BEDC633}" destId="{00827C67-C1CF-423D-9F2C-51E6694E6C19}" srcOrd="0" destOrd="0" presId="urn:microsoft.com/office/officeart/2018/2/layout/IconLabelList"/>
    <dgm:cxn modelId="{A231494F-A12A-4BDA-ACB4-59FCDA488083}" srcId="{22E24310-D4B8-45A4-9E05-BA31B140410F}" destId="{3D171628-19FB-41C8-B986-D16C8B9A4BE3}" srcOrd="2" destOrd="0" parTransId="{FC02E2F6-303C-4B4F-99B3-503DDD43EF52}" sibTransId="{CAC59F51-E9DE-428C-A1B8-36DCA69F99ED}"/>
    <dgm:cxn modelId="{2125A776-3BC0-4EBE-AADE-6F8AA95F1F58}" srcId="{22E24310-D4B8-45A4-9E05-BA31B140410F}" destId="{14DA8144-83E3-43F1-96E4-19839B7096EC}" srcOrd="0" destOrd="0" parTransId="{21259BC6-0FB4-4434-8E8F-9EE562EBB54A}" sibTransId="{E7B6C0BC-ED3F-49F9-8662-5E518D28A8D7}"/>
    <dgm:cxn modelId="{2566C487-80C0-4C23-88EC-F1585F3E345E}" type="presOf" srcId="{3D171628-19FB-41C8-B986-D16C8B9A4BE3}" destId="{E6708FEB-3C8B-4F85-A6AF-D0736527334B}" srcOrd="0" destOrd="0" presId="urn:microsoft.com/office/officeart/2018/2/layout/IconLabelList"/>
    <dgm:cxn modelId="{23B104D9-AFEF-4058-B1D0-FB245791CEE0}" srcId="{22E24310-D4B8-45A4-9E05-BA31B140410F}" destId="{BEA55120-8ED6-4536-A8AE-B0C96BEDC633}" srcOrd="1" destOrd="0" parTransId="{ABDB48C6-E883-48CF-9913-A19A1D1CDE67}" sibTransId="{99B2547A-6D89-4846-97C2-9A79873922C2}"/>
    <dgm:cxn modelId="{91B136F6-65D2-4978-8864-01C0254D8800}" type="presOf" srcId="{22E24310-D4B8-45A4-9E05-BA31B140410F}" destId="{FF775793-B28B-44D1-866F-290B5E5EB0A0}" srcOrd="0" destOrd="0" presId="urn:microsoft.com/office/officeart/2018/2/layout/IconLabelList"/>
    <dgm:cxn modelId="{E053107F-17D1-4CC8-AB97-691148806747}" type="presParOf" srcId="{FF775793-B28B-44D1-866F-290B5E5EB0A0}" destId="{511BF0AE-70A4-49AA-9097-ED4DCEBBC781}" srcOrd="0" destOrd="0" presId="urn:microsoft.com/office/officeart/2018/2/layout/IconLabelList"/>
    <dgm:cxn modelId="{DD44A885-44D9-4708-964F-978BBF82E474}" type="presParOf" srcId="{511BF0AE-70A4-49AA-9097-ED4DCEBBC781}" destId="{8F5D2522-3750-4E0B-83A3-FF64D22C3B3C}" srcOrd="0" destOrd="0" presId="urn:microsoft.com/office/officeart/2018/2/layout/IconLabelList"/>
    <dgm:cxn modelId="{261E30A6-E5A6-4502-9C2A-A20A377EAAC9}" type="presParOf" srcId="{511BF0AE-70A4-49AA-9097-ED4DCEBBC781}" destId="{13FCA0E6-013C-4328-A7CF-18C577A2AA8A}" srcOrd="1" destOrd="0" presId="urn:microsoft.com/office/officeart/2018/2/layout/IconLabelList"/>
    <dgm:cxn modelId="{B18A1117-69CA-4C28-8CFB-49CB199C9617}" type="presParOf" srcId="{511BF0AE-70A4-49AA-9097-ED4DCEBBC781}" destId="{7BC81478-1E49-4DC1-8EEF-36A4D6F6520E}" srcOrd="2" destOrd="0" presId="urn:microsoft.com/office/officeart/2018/2/layout/IconLabelList"/>
    <dgm:cxn modelId="{4782A30B-9D45-4AAF-8408-1B266343DD3B}" type="presParOf" srcId="{FF775793-B28B-44D1-866F-290B5E5EB0A0}" destId="{B28CCF67-404D-47F4-861E-DE27D833BBF2}" srcOrd="1" destOrd="0" presId="urn:microsoft.com/office/officeart/2018/2/layout/IconLabelList"/>
    <dgm:cxn modelId="{172872BB-172C-4617-A21E-D6051CEDBAA7}" type="presParOf" srcId="{FF775793-B28B-44D1-866F-290B5E5EB0A0}" destId="{9E59AC7B-BE11-492F-8610-486CD3B815CE}" srcOrd="2" destOrd="0" presId="urn:microsoft.com/office/officeart/2018/2/layout/IconLabelList"/>
    <dgm:cxn modelId="{0169EC9E-6239-4BF3-91FB-D125A3ED6727}" type="presParOf" srcId="{9E59AC7B-BE11-492F-8610-486CD3B815CE}" destId="{474DBE2C-5710-4001-8FBD-981968EBDC5E}" srcOrd="0" destOrd="0" presId="urn:microsoft.com/office/officeart/2018/2/layout/IconLabelList"/>
    <dgm:cxn modelId="{0C65BB5C-29DB-4016-A1AA-CEF6BBB48C17}" type="presParOf" srcId="{9E59AC7B-BE11-492F-8610-486CD3B815CE}" destId="{1657E5B1-36AB-4B49-93B1-256A814A0FDE}" srcOrd="1" destOrd="0" presId="urn:microsoft.com/office/officeart/2018/2/layout/IconLabelList"/>
    <dgm:cxn modelId="{7D5671C4-BBC6-4367-B048-662ED1CC4B7E}" type="presParOf" srcId="{9E59AC7B-BE11-492F-8610-486CD3B815CE}" destId="{00827C67-C1CF-423D-9F2C-51E6694E6C19}" srcOrd="2" destOrd="0" presId="urn:microsoft.com/office/officeart/2018/2/layout/IconLabelList"/>
    <dgm:cxn modelId="{F64CC6C6-9AB4-45A9-B604-31171D8676FF}" type="presParOf" srcId="{FF775793-B28B-44D1-866F-290B5E5EB0A0}" destId="{1F45F0C1-56E8-4101-8C86-DD7FE1ED017D}" srcOrd="3" destOrd="0" presId="urn:microsoft.com/office/officeart/2018/2/layout/IconLabelList"/>
    <dgm:cxn modelId="{A19F58B8-97A7-402F-9A07-B3457A8C06F8}" type="presParOf" srcId="{FF775793-B28B-44D1-866F-290B5E5EB0A0}" destId="{BEC6CE62-B6EB-4794-AD04-914A2DF3E2F0}" srcOrd="4" destOrd="0" presId="urn:microsoft.com/office/officeart/2018/2/layout/IconLabelList"/>
    <dgm:cxn modelId="{108B4340-CDB2-41AD-8731-72BE352715D8}" type="presParOf" srcId="{BEC6CE62-B6EB-4794-AD04-914A2DF3E2F0}" destId="{91C96DF9-F967-44A6-A3DD-E666F0CE4EF3}" srcOrd="0" destOrd="0" presId="urn:microsoft.com/office/officeart/2018/2/layout/IconLabelList"/>
    <dgm:cxn modelId="{1E3F0059-8114-4411-9D46-75D273D6FE4C}" type="presParOf" srcId="{BEC6CE62-B6EB-4794-AD04-914A2DF3E2F0}" destId="{EA479FD0-560C-4C60-B53F-CB1748DD5AB8}" srcOrd="1" destOrd="0" presId="urn:microsoft.com/office/officeart/2018/2/layout/IconLabelList"/>
    <dgm:cxn modelId="{FAEE09EF-0BC7-45CB-BE83-BF074C83059F}" type="presParOf" srcId="{BEC6CE62-B6EB-4794-AD04-914A2DF3E2F0}" destId="{E6708FEB-3C8B-4F85-A6AF-D0736527334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0B66A7-EF0E-4C3A-AC87-725E8A30FA2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36F6DAA-BDBF-458B-849A-15D2A0D524BA}">
      <dgm:prSet/>
      <dgm:spPr/>
      <dgm:t>
        <a:bodyPr/>
        <a:lstStyle/>
        <a:p>
          <a:r>
            <a:rPr lang="en-US"/>
            <a:t>If score is 8-10 ----------- formal company would be compatible with your style and wishes.</a:t>
          </a:r>
        </a:p>
      </dgm:t>
    </dgm:pt>
    <dgm:pt modelId="{1E4858AF-A4F4-490D-BF07-A0E043552679}" type="parTrans" cxnId="{E0DA329F-A067-42A6-B3D7-85C61ADA07B1}">
      <dgm:prSet/>
      <dgm:spPr/>
      <dgm:t>
        <a:bodyPr/>
        <a:lstStyle/>
        <a:p>
          <a:endParaRPr lang="en-US"/>
        </a:p>
      </dgm:t>
    </dgm:pt>
    <dgm:pt modelId="{B1C2A58F-02EA-42BF-83BA-8699FCFE1495}" type="sibTrans" cxnId="{E0DA329F-A067-42A6-B3D7-85C61ADA07B1}">
      <dgm:prSet/>
      <dgm:spPr/>
      <dgm:t>
        <a:bodyPr/>
        <a:lstStyle/>
        <a:p>
          <a:endParaRPr lang="en-US"/>
        </a:p>
      </dgm:t>
    </dgm:pt>
    <dgm:pt modelId="{16443734-658D-4580-87AE-37EA2B356224}">
      <dgm:prSet/>
      <dgm:spPr/>
      <dgm:t>
        <a:bodyPr/>
        <a:lstStyle/>
        <a:p>
          <a:r>
            <a:rPr lang="en-US" dirty="0"/>
            <a:t>4-7 ------------------ you would receive modest satisfaction from working within a bureaucratic organization.</a:t>
          </a:r>
        </a:p>
      </dgm:t>
    </dgm:pt>
    <dgm:pt modelId="{157C17C1-8253-4F1E-9AE8-40C6D344E2BF}" type="parTrans" cxnId="{B8C644F3-ECBE-4348-B66A-43F80231FDC1}">
      <dgm:prSet/>
      <dgm:spPr/>
      <dgm:t>
        <a:bodyPr/>
        <a:lstStyle/>
        <a:p>
          <a:endParaRPr lang="en-US"/>
        </a:p>
      </dgm:t>
    </dgm:pt>
    <dgm:pt modelId="{6523489B-A172-4F18-8636-2A53CE491F20}" type="sibTrans" cxnId="{B8C644F3-ECBE-4348-B66A-43F80231FDC1}">
      <dgm:prSet/>
      <dgm:spPr/>
      <dgm:t>
        <a:bodyPr/>
        <a:lstStyle/>
        <a:p>
          <a:endParaRPr lang="en-US"/>
        </a:p>
      </dgm:t>
    </dgm:pt>
    <dgm:pt modelId="{79544E0E-228D-4639-BE9E-023CBFCCC35C}">
      <dgm:prSet/>
      <dgm:spPr/>
      <dgm:t>
        <a:bodyPr/>
        <a:lstStyle/>
        <a:p>
          <a:r>
            <a:rPr lang="en-US"/>
            <a:t>1-3---------------you would likely be frustrated by working in a large bureaucracy.</a:t>
          </a:r>
        </a:p>
      </dgm:t>
    </dgm:pt>
    <dgm:pt modelId="{9757473A-3F4E-49E5-8333-77FC59FCE023}" type="parTrans" cxnId="{25A422DC-4F32-48B2-B499-F82861171D74}">
      <dgm:prSet/>
      <dgm:spPr/>
      <dgm:t>
        <a:bodyPr/>
        <a:lstStyle/>
        <a:p>
          <a:endParaRPr lang="en-US"/>
        </a:p>
      </dgm:t>
    </dgm:pt>
    <dgm:pt modelId="{AFFF2262-6CC1-415D-95F3-EAE4545E65DD}" type="sibTrans" cxnId="{25A422DC-4F32-48B2-B499-F82861171D74}">
      <dgm:prSet/>
      <dgm:spPr/>
      <dgm:t>
        <a:bodyPr/>
        <a:lstStyle/>
        <a:p>
          <a:endParaRPr lang="en-US"/>
        </a:p>
      </dgm:t>
    </dgm:pt>
    <dgm:pt modelId="{25C0D92B-3E11-2944-88DC-9BA7A105332B}" type="pres">
      <dgm:prSet presAssocID="{1F0B66A7-EF0E-4C3A-AC87-725E8A30FA25}" presName="linear" presStyleCnt="0">
        <dgm:presLayoutVars>
          <dgm:animLvl val="lvl"/>
          <dgm:resizeHandles val="exact"/>
        </dgm:presLayoutVars>
      </dgm:prSet>
      <dgm:spPr/>
    </dgm:pt>
    <dgm:pt modelId="{4F86F8B3-D275-6041-ACAD-36217A604EE7}" type="pres">
      <dgm:prSet presAssocID="{536F6DAA-BDBF-458B-849A-15D2A0D524BA}" presName="parentText" presStyleLbl="node1" presStyleIdx="0" presStyleCnt="3">
        <dgm:presLayoutVars>
          <dgm:chMax val="0"/>
          <dgm:bulletEnabled val="1"/>
        </dgm:presLayoutVars>
      </dgm:prSet>
      <dgm:spPr/>
    </dgm:pt>
    <dgm:pt modelId="{C4A83325-FEB3-FE43-8878-B42F184A20EE}" type="pres">
      <dgm:prSet presAssocID="{B1C2A58F-02EA-42BF-83BA-8699FCFE1495}" presName="spacer" presStyleCnt="0"/>
      <dgm:spPr/>
    </dgm:pt>
    <dgm:pt modelId="{AD2C9A07-A891-D842-BD4F-D39140B8B47F}" type="pres">
      <dgm:prSet presAssocID="{16443734-658D-4580-87AE-37EA2B356224}" presName="parentText" presStyleLbl="node1" presStyleIdx="1" presStyleCnt="3">
        <dgm:presLayoutVars>
          <dgm:chMax val="0"/>
          <dgm:bulletEnabled val="1"/>
        </dgm:presLayoutVars>
      </dgm:prSet>
      <dgm:spPr/>
    </dgm:pt>
    <dgm:pt modelId="{F094BDE8-4D20-C540-820C-D1B9662C7102}" type="pres">
      <dgm:prSet presAssocID="{6523489B-A172-4F18-8636-2A53CE491F20}" presName="spacer" presStyleCnt="0"/>
      <dgm:spPr/>
    </dgm:pt>
    <dgm:pt modelId="{C9C98595-1BA0-794A-AE47-9E30AEBD04DA}" type="pres">
      <dgm:prSet presAssocID="{79544E0E-228D-4639-BE9E-023CBFCCC35C}" presName="parentText" presStyleLbl="node1" presStyleIdx="2" presStyleCnt="3">
        <dgm:presLayoutVars>
          <dgm:chMax val="0"/>
          <dgm:bulletEnabled val="1"/>
        </dgm:presLayoutVars>
      </dgm:prSet>
      <dgm:spPr/>
    </dgm:pt>
  </dgm:ptLst>
  <dgm:cxnLst>
    <dgm:cxn modelId="{31C00F1E-9C50-C343-875A-5DD6FD314044}" type="presOf" srcId="{536F6DAA-BDBF-458B-849A-15D2A0D524BA}" destId="{4F86F8B3-D275-6041-ACAD-36217A604EE7}" srcOrd="0" destOrd="0" presId="urn:microsoft.com/office/officeart/2005/8/layout/vList2"/>
    <dgm:cxn modelId="{8E933B2C-7905-CB4A-992F-7E63C4CEAF70}" type="presOf" srcId="{1F0B66A7-EF0E-4C3A-AC87-725E8A30FA25}" destId="{25C0D92B-3E11-2944-88DC-9BA7A105332B}" srcOrd="0" destOrd="0" presId="urn:microsoft.com/office/officeart/2005/8/layout/vList2"/>
    <dgm:cxn modelId="{E0DA329F-A067-42A6-B3D7-85C61ADA07B1}" srcId="{1F0B66A7-EF0E-4C3A-AC87-725E8A30FA25}" destId="{536F6DAA-BDBF-458B-849A-15D2A0D524BA}" srcOrd="0" destOrd="0" parTransId="{1E4858AF-A4F4-490D-BF07-A0E043552679}" sibTransId="{B1C2A58F-02EA-42BF-83BA-8699FCFE1495}"/>
    <dgm:cxn modelId="{BF2893AA-5987-3D48-98A9-FD9C87BBA5C4}" type="presOf" srcId="{16443734-658D-4580-87AE-37EA2B356224}" destId="{AD2C9A07-A891-D842-BD4F-D39140B8B47F}" srcOrd="0" destOrd="0" presId="urn:microsoft.com/office/officeart/2005/8/layout/vList2"/>
    <dgm:cxn modelId="{C4CEE7D3-62A2-BC45-8CD5-050CF47E18A9}" type="presOf" srcId="{79544E0E-228D-4639-BE9E-023CBFCCC35C}" destId="{C9C98595-1BA0-794A-AE47-9E30AEBD04DA}" srcOrd="0" destOrd="0" presId="urn:microsoft.com/office/officeart/2005/8/layout/vList2"/>
    <dgm:cxn modelId="{25A422DC-4F32-48B2-B499-F82861171D74}" srcId="{1F0B66A7-EF0E-4C3A-AC87-725E8A30FA25}" destId="{79544E0E-228D-4639-BE9E-023CBFCCC35C}" srcOrd="2" destOrd="0" parTransId="{9757473A-3F4E-49E5-8333-77FC59FCE023}" sibTransId="{AFFF2262-6CC1-415D-95F3-EAE4545E65DD}"/>
    <dgm:cxn modelId="{B8C644F3-ECBE-4348-B66A-43F80231FDC1}" srcId="{1F0B66A7-EF0E-4C3A-AC87-725E8A30FA25}" destId="{16443734-658D-4580-87AE-37EA2B356224}" srcOrd="1" destOrd="0" parTransId="{157C17C1-8253-4F1E-9AE8-40C6D344E2BF}" sibTransId="{6523489B-A172-4F18-8636-2A53CE491F20}"/>
    <dgm:cxn modelId="{9F5E2913-FD2F-D346-812E-38539C9FD497}" type="presParOf" srcId="{25C0D92B-3E11-2944-88DC-9BA7A105332B}" destId="{4F86F8B3-D275-6041-ACAD-36217A604EE7}" srcOrd="0" destOrd="0" presId="urn:microsoft.com/office/officeart/2005/8/layout/vList2"/>
    <dgm:cxn modelId="{BEE19906-3862-154E-A004-07AA3284141A}" type="presParOf" srcId="{25C0D92B-3E11-2944-88DC-9BA7A105332B}" destId="{C4A83325-FEB3-FE43-8878-B42F184A20EE}" srcOrd="1" destOrd="0" presId="urn:microsoft.com/office/officeart/2005/8/layout/vList2"/>
    <dgm:cxn modelId="{A726AAAE-D459-4E43-8D46-BC75C4364A90}" type="presParOf" srcId="{25C0D92B-3E11-2944-88DC-9BA7A105332B}" destId="{AD2C9A07-A891-D842-BD4F-D39140B8B47F}" srcOrd="2" destOrd="0" presId="urn:microsoft.com/office/officeart/2005/8/layout/vList2"/>
    <dgm:cxn modelId="{7CB8921B-373D-D149-A2FE-E89902B7697C}" type="presParOf" srcId="{25C0D92B-3E11-2944-88DC-9BA7A105332B}" destId="{F094BDE8-4D20-C540-820C-D1B9662C7102}" srcOrd="3" destOrd="0" presId="urn:microsoft.com/office/officeart/2005/8/layout/vList2"/>
    <dgm:cxn modelId="{D9BF6775-C5AE-A846-8066-A05D21EAA5A4}" type="presParOf" srcId="{25C0D92B-3E11-2944-88DC-9BA7A105332B}" destId="{C9C98595-1BA0-794A-AE47-9E30AEBD04D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8AF7AB-D2E1-4A4F-BA01-0FD7BFC81CE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792B21-08C7-4F62-A24B-C305D7BA1890}">
      <dgm:prSet custT="1"/>
      <dgm:spPr/>
      <dgm:t>
        <a:bodyPr/>
        <a:lstStyle/>
        <a:p>
          <a:r>
            <a:rPr lang="en-IN" sz="2400" dirty="0"/>
            <a:t>This theory is built on the base of classical theory.</a:t>
          </a:r>
          <a:endParaRPr lang="en-US" sz="2400" dirty="0"/>
        </a:p>
      </dgm:t>
    </dgm:pt>
    <dgm:pt modelId="{7A7BDE51-093F-4655-A1BA-909D44251C91}" type="parTrans" cxnId="{D89FF7D9-10B1-47A0-945C-72E360DF327A}">
      <dgm:prSet/>
      <dgm:spPr/>
      <dgm:t>
        <a:bodyPr/>
        <a:lstStyle/>
        <a:p>
          <a:endParaRPr lang="en-US" sz="2400"/>
        </a:p>
      </dgm:t>
    </dgm:pt>
    <dgm:pt modelId="{AC236E9E-7F01-4EDC-B398-BB4066B18605}" type="sibTrans" cxnId="{D89FF7D9-10B1-47A0-945C-72E360DF327A}">
      <dgm:prSet/>
      <dgm:spPr/>
      <dgm:t>
        <a:bodyPr/>
        <a:lstStyle/>
        <a:p>
          <a:endParaRPr lang="en-US" sz="2400"/>
        </a:p>
      </dgm:t>
    </dgm:pt>
    <dgm:pt modelId="{DD462A30-22AA-4D8C-987B-901BC00B2B44}">
      <dgm:prSet custT="1"/>
      <dgm:spPr/>
      <dgm:t>
        <a:bodyPr/>
        <a:lstStyle/>
        <a:p>
          <a:r>
            <a:rPr lang="en-IN" sz="2400"/>
            <a:t>Neo-classical theory gave greater emphasis to man behind the machine.</a:t>
          </a:r>
          <a:endParaRPr lang="en-US" sz="2400"/>
        </a:p>
      </dgm:t>
    </dgm:pt>
    <dgm:pt modelId="{9037128E-D543-4060-9A80-4AA3C9281289}" type="parTrans" cxnId="{B80E892D-9191-4FAC-8391-5F2A6A1E5A46}">
      <dgm:prSet/>
      <dgm:spPr/>
      <dgm:t>
        <a:bodyPr/>
        <a:lstStyle/>
        <a:p>
          <a:endParaRPr lang="en-US" sz="2400"/>
        </a:p>
      </dgm:t>
    </dgm:pt>
    <dgm:pt modelId="{90E772AB-0948-45E4-A5DF-C01D07C0138D}" type="sibTrans" cxnId="{B80E892D-9191-4FAC-8391-5F2A6A1E5A46}">
      <dgm:prSet/>
      <dgm:spPr/>
      <dgm:t>
        <a:bodyPr/>
        <a:lstStyle/>
        <a:p>
          <a:endParaRPr lang="en-US" sz="2400"/>
        </a:p>
      </dgm:t>
    </dgm:pt>
    <dgm:pt modelId="{E8FDFF50-6E76-4E6E-8A96-031BBB76C2E9}">
      <dgm:prSet custT="1"/>
      <dgm:spPr/>
      <dgm:t>
        <a:bodyPr/>
        <a:lstStyle/>
        <a:p>
          <a:r>
            <a:rPr lang="en-IN" sz="2400"/>
            <a:t>It stressed the importance of individual as well as group  relationship in the workplace.</a:t>
          </a:r>
          <a:endParaRPr lang="en-US" sz="2400"/>
        </a:p>
      </dgm:t>
    </dgm:pt>
    <dgm:pt modelId="{EA001CD8-7869-49F8-85B1-F0E7C36DDD3A}" type="parTrans" cxnId="{F3B47B0A-4E49-4A1F-A61E-8D1C2A708D01}">
      <dgm:prSet/>
      <dgm:spPr/>
      <dgm:t>
        <a:bodyPr/>
        <a:lstStyle/>
        <a:p>
          <a:endParaRPr lang="en-US" sz="2400"/>
        </a:p>
      </dgm:t>
    </dgm:pt>
    <dgm:pt modelId="{DA9749B2-3302-4CE7-B9F2-209AC0A44B8F}" type="sibTrans" cxnId="{F3B47B0A-4E49-4A1F-A61E-8D1C2A708D01}">
      <dgm:prSet/>
      <dgm:spPr/>
      <dgm:t>
        <a:bodyPr/>
        <a:lstStyle/>
        <a:p>
          <a:endParaRPr lang="en-US" sz="2400"/>
        </a:p>
      </dgm:t>
    </dgm:pt>
    <dgm:pt modelId="{6A3A3F3E-86CB-44F3-87AB-7B0E285B5CB6}">
      <dgm:prSet custT="1"/>
      <dgm:spPr/>
      <dgm:t>
        <a:bodyPr/>
        <a:lstStyle/>
        <a:p>
          <a:r>
            <a:rPr lang="en-IN" sz="2400"/>
            <a:t>Also called as Human Relations and Behavioural Approach.</a:t>
          </a:r>
          <a:endParaRPr lang="en-US" sz="2400"/>
        </a:p>
      </dgm:t>
    </dgm:pt>
    <dgm:pt modelId="{C399379D-0D13-464D-A8B2-5EA071E1DE42}" type="parTrans" cxnId="{4814988D-25FD-47EC-A46A-378ACA224145}">
      <dgm:prSet/>
      <dgm:spPr/>
      <dgm:t>
        <a:bodyPr/>
        <a:lstStyle/>
        <a:p>
          <a:endParaRPr lang="en-US" sz="2400"/>
        </a:p>
      </dgm:t>
    </dgm:pt>
    <dgm:pt modelId="{6F78A4D2-41BA-4880-8C93-EBD2EAC9AD18}" type="sibTrans" cxnId="{4814988D-25FD-47EC-A46A-378ACA224145}">
      <dgm:prSet/>
      <dgm:spPr/>
      <dgm:t>
        <a:bodyPr/>
        <a:lstStyle/>
        <a:p>
          <a:endParaRPr lang="en-US" sz="2400"/>
        </a:p>
      </dgm:t>
    </dgm:pt>
    <dgm:pt modelId="{B527A0F5-6298-47FE-B879-2236A840ECAA}" type="pres">
      <dgm:prSet presAssocID="{AB8AF7AB-D2E1-4A4F-BA01-0FD7BFC81CED}" presName="root" presStyleCnt="0">
        <dgm:presLayoutVars>
          <dgm:dir/>
          <dgm:resizeHandles val="exact"/>
        </dgm:presLayoutVars>
      </dgm:prSet>
      <dgm:spPr/>
    </dgm:pt>
    <dgm:pt modelId="{91C3DA13-8B2A-4756-98A8-6740EE5A0D95}" type="pres">
      <dgm:prSet presAssocID="{ED792B21-08C7-4F62-A24B-C305D7BA1890}" presName="compNode" presStyleCnt="0"/>
      <dgm:spPr/>
    </dgm:pt>
    <dgm:pt modelId="{979143E0-51EF-4A1D-AEE6-970523ED684B}" type="pres">
      <dgm:prSet presAssocID="{ED792B21-08C7-4F62-A24B-C305D7BA189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27B49FA1-63B1-419F-B61D-2C0C072ABF86}" type="pres">
      <dgm:prSet presAssocID="{ED792B21-08C7-4F62-A24B-C305D7BA1890}" presName="spaceRect" presStyleCnt="0"/>
      <dgm:spPr/>
    </dgm:pt>
    <dgm:pt modelId="{2CC2D1D5-40CF-461A-B1EC-55C52FFDB166}" type="pres">
      <dgm:prSet presAssocID="{ED792B21-08C7-4F62-A24B-C305D7BA1890}" presName="textRect" presStyleLbl="revTx" presStyleIdx="0" presStyleCnt="4">
        <dgm:presLayoutVars>
          <dgm:chMax val="1"/>
          <dgm:chPref val="1"/>
        </dgm:presLayoutVars>
      </dgm:prSet>
      <dgm:spPr/>
    </dgm:pt>
    <dgm:pt modelId="{723791D4-5B82-4282-B71D-70160CA16E6B}" type="pres">
      <dgm:prSet presAssocID="{AC236E9E-7F01-4EDC-B398-BB4066B18605}" presName="sibTrans" presStyleCnt="0"/>
      <dgm:spPr/>
    </dgm:pt>
    <dgm:pt modelId="{92A2C5A7-AC4F-48EF-A67B-A22A09D78D66}" type="pres">
      <dgm:prSet presAssocID="{DD462A30-22AA-4D8C-987B-901BC00B2B44}" presName="compNode" presStyleCnt="0"/>
      <dgm:spPr/>
    </dgm:pt>
    <dgm:pt modelId="{6AF03261-751D-49C9-952E-CE46B5561F9F}" type="pres">
      <dgm:prSet presAssocID="{DD462A30-22AA-4D8C-987B-901BC00B2B4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ptain"/>
        </a:ext>
      </dgm:extLst>
    </dgm:pt>
    <dgm:pt modelId="{1E9673E3-87A9-4D1A-8E18-465963C27A5E}" type="pres">
      <dgm:prSet presAssocID="{DD462A30-22AA-4D8C-987B-901BC00B2B44}" presName="spaceRect" presStyleCnt="0"/>
      <dgm:spPr/>
    </dgm:pt>
    <dgm:pt modelId="{7C73C2C6-D7D9-488F-AA82-51552E2E69D2}" type="pres">
      <dgm:prSet presAssocID="{DD462A30-22AA-4D8C-987B-901BC00B2B44}" presName="textRect" presStyleLbl="revTx" presStyleIdx="1" presStyleCnt="4">
        <dgm:presLayoutVars>
          <dgm:chMax val="1"/>
          <dgm:chPref val="1"/>
        </dgm:presLayoutVars>
      </dgm:prSet>
      <dgm:spPr/>
    </dgm:pt>
    <dgm:pt modelId="{EB1A09E8-0CE6-47DE-AF45-AF9A19BEE39F}" type="pres">
      <dgm:prSet presAssocID="{90E772AB-0948-45E4-A5DF-C01D07C0138D}" presName="sibTrans" presStyleCnt="0"/>
      <dgm:spPr/>
    </dgm:pt>
    <dgm:pt modelId="{B92D59AB-22A8-412E-9DF7-4C34711B89F9}" type="pres">
      <dgm:prSet presAssocID="{E8FDFF50-6E76-4E6E-8A96-031BBB76C2E9}" presName="compNode" presStyleCnt="0"/>
      <dgm:spPr/>
    </dgm:pt>
    <dgm:pt modelId="{712CC504-E78E-4718-A325-E3AA64ED0831}" type="pres">
      <dgm:prSet presAssocID="{E8FDFF50-6E76-4E6E-8A96-031BBB76C2E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ycle with People"/>
        </a:ext>
      </dgm:extLst>
    </dgm:pt>
    <dgm:pt modelId="{A4604CBD-C797-40F2-ACC7-FCE5D02E1A22}" type="pres">
      <dgm:prSet presAssocID="{E8FDFF50-6E76-4E6E-8A96-031BBB76C2E9}" presName="spaceRect" presStyleCnt="0"/>
      <dgm:spPr/>
    </dgm:pt>
    <dgm:pt modelId="{700069EC-A31A-46D7-B87F-274D41DA2C2A}" type="pres">
      <dgm:prSet presAssocID="{E8FDFF50-6E76-4E6E-8A96-031BBB76C2E9}" presName="textRect" presStyleLbl="revTx" presStyleIdx="2" presStyleCnt="4">
        <dgm:presLayoutVars>
          <dgm:chMax val="1"/>
          <dgm:chPref val="1"/>
        </dgm:presLayoutVars>
      </dgm:prSet>
      <dgm:spPr/>
    </dgm:pt>
    <dgm:pt modelId="{0BFC046E-D8D3-4FED-894C-EE5D618B3270}" type="pres">
      <dgm:prSet presAssocID="{DA9749B2-3302-4CE7-B9F2-209AC0A44B8F}" presName="sibTrans" presStyleCnt="0"/>
      <dgm:spPr/>
    </dgm:pt>
    <dgm:pt modelId="{7B4E498E-4278-46F0-8DFC-74CFCB830868}" type="pres">
      <dgm:prSet presAssocID="{6A3A3F3E-86CB-44F3-87AB-7B0E285B5CB6}" presName="compNode" presStyleCnt="0"/>
      <dgm:spPr/>
    </dgm:pt>
    <dgm:pt modelId="{A25C27D6-5793-4A78-90E1-5369678D87B6}" type="pres">
      <dgm:prSet presAssocID="{6A3A3F3E-86CB-44F3-87AB-7B0E285B5CB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6B4B8AB6-FCF9-4295-8F29-F14589324F8F}" type="pres">
      <dgm:prSet presAssocID="{6A3A3F3E-86CB-44F3-87AB-7B0E285B5CB6}" presName="spaceRect" presStyleCnt="0"/>
      <dgm:spPr/>
    </dgm:pt>
    <dgm:pt modelId="{DB98B2BD-3315-45CD-94FA-F4DA09C44E29}" type="pres">
      <dgm:prSet presAssocID="{6A3A3F3E-86CB-44F3-87AB-7B0E285B5CB6}" presName="textRect" presStyleLbl="revTx" presStyleIdx="3" presStyleCnt="4">
        <dgm:presLayoutVars>
          <dgm:chMax val="1"/>
          <dgm:chPref val="1"/>
        </dgm:presLayoutVars>
      </dgm:prSet>
      <dgm:spPr/>
    </dgm:pt>
  </dgm:ptLst>
  <dgm:cxnLst>
    <dgm:cxn modelId="{F3B47B0A-4E49-4A1F-A61E-8D1C2A708D01}" srcId="{AB8AF7AB-D2E1-4A4F-BA01-0FD7BFC81CED}" destId="{E8FDFF50-6E76-4E6E-8A96-031BBB76C2E9}" srcOrd="2" destOrd="0" parTransId="{EA001CD8-7869-49F8-85B1-F0E7C36DDD3A}" sibTransId="{DA9749B2-3302-4CE7-B9F2-209AC0A44B8F}"/>
    <dgm:cxn modelId="{F9A82C1B-20AC-4A96-856D-83F887DF372D}" type="presOf" srcId="{6A3A3F3E-86CB-44F3-87AB-7B0E285B5CB6}" destId="{DB98B2BD-3315-45CD-94FA-F4DA09C44E29}" srcOrd="0" destOrd="0" presId="urn:microsoft.com/office/officeart/2018/2/layout/IconLabelList"/>
    <dgm:cxn modelId="{B80E892D-9191-4FAC-8391-5F2A6A1E5A46}" srcId="{AB8AF7AB-D2E1-4A4F-BA01-0FD7BFC81CED}" destId="{DD462A30-22AA-4D8C-987B-901BC00B2B44}" srcOrd="1" destOrd="0" parTransId="{9037128E-D543-4060-9A80-4AA3C9281289}" sibTransId="{90E772AB-0948-45E4-A5DF-C01D07C0138D}"/>
    <dgm:cxn modelId="{A8690D3A-18C1-4AEA-BA01-4E1AB840D251}" type="presOf" srcId="{DD462A30-22AA-4D8C-987B-901BC00B2B44}" destId="{7C73C2C6-D7D9-488F-AA82-51552E2E69D2}" srcOrd="0" destOrd="0" presId="urn:microsoft.com/office/officeart/2018/2/layout/IconLabelList"/>
    <dgm:cxn modelId="{22B9766F-28F8-4C7C-8ACF-4176D8B32D6C}" type="presOf" srcId="{E8FDFF50-6E76-4E6E-8A96-031BBB76C2E9}" destId="{700069EC-A31A-46D7-B87F-274D41DA2C2A}" srcOrd="0" destOrd="0" presId="urn:microsoft.com/office/officeart/2018/2/layout/IconLabelList"/>
    <dgm:cxn modelId="{4814988D-25FD-47EC-A46A-378ACA224145}" srcId="{AB8AF7AB-D2E1-4A4F-BA01-0FD7BFC81CED}" destId="{6A3A3F3E-86CB-44F3-87AB-7B0E285B5CB6}" srcOrd="3" destOrd="0" parTransId="{C399379D-0D13-464D-A8B2-5EA071E1DE42}" sibTransId="{6F78A4D2-41BA-4880-8C93-EBD2EAC9AD18}"/>
    <dgm:cxn modelId="{10E044A4-074C-443A-BFF9-29D84BD10E0D}" type="presOf" srcId="{ED792B21-08C7-4F62-A24B-C305D7BA1890}" destId="{2CC2D1D5-40CF-461A-B1EC-55C52FFDB166}" srcOrd="0" destOrd="0" presId="urn:microsoft.com/office/officeart/2018/2/layout/IconLabelList"/>
    <dgm:cxn modelId="{0F7C2BD8-5C52-4B5C-A48D-169E40D7E7AD}" type="presOf" srcId="{AB8AF7AB-D2E1-4A4F-BA01-0FD7BFC81CED}" destId="{B527A0F5-6298-47FE-B879-2236A840ECAA}" srcOrd="0" destOrd="0" presId="urn:microsoft.com/office/officeart/2018/2/layout/IconLabelList"/>
    <dgm:cxn modelId="{D89FF7D9-10B1-47A0-945C-72E360DF327A}" srcId="{AB8AF7AB-D2E1-4A4F-BA01-0FD7BFC81CED}" destId="{ED792B21-08C7-4F62-A24B-C305D7BA1890}" srcOrd="0" destOrd="0" parTransId="{7A7BDE51-093F-4655-A1BA-909D44251C91}" sibTransId="{AC236E9E-7F01-4EDC-B398-BB4066B18605}"/>
    <dgm:cxn modelId="{F4C3AD9D-2467-4FC2-8E89-7EA4518B9B12}" type="presParOf" srcId="{B527A0F5-6298-47FE-B879-2236A840ECAA}" destId="{91C3DA13-8B2A-4756-98A8-6740EE5A0D95}" srcOrd="0" destOrd="0" presId="urn:microsoft.com/office/officeart/2018/2/layout/IconLabelList"/>
    <dgm:cxn modelId="{42129802-E04F-41B9-A9FA-820F2161B1A2}" type="presParOf" srcId="{91C3DA13-8B2A-4756-98A8-6740EE5A0D95}" destId="{979143E0-51EF-4A1D-AEE6-970523ED684B}" srcOrd="0" destOrd="0" presId="urn:microsoft.com/office/officeart/2018/2/layout/IconLabelList"/>
    <dgm:cxn modelId="{5A558E92-A251-4A28-BBB1-6EBB02E0A789}" type="presParOf" srcId="{91C3DA13-8B2A-4756-98A8-6740EE5A0D95}" destId="{27B49FA1-63B1-419F-B61D-2C0C072ABF86}" srcOrd="1" destOrd="0" presId="urn:microsoft.com/office/officeart/2018/2/layout/IconLabelList"/>
    <dgm:cxn modelId="{CA7F42D4-39D5-48A7-AF86-507B6E85F2A4}" type="presParOf" srcId="{91C3DA13-8B2A-4756-98A8-6740EE5A0D95}" destId="{2CC2D1D5-40CF-461A-B1EC-55C52FFDB166}" srcOrd="2" destOrd="0" presId="urn:microsoft.com/office/officeart/2018/2/layout/IconLabelList"/>
    <dgm:cxn modelId="{ADF16D27-FE9E-4654-94B6-6549C5F3643E}" type="presParOf" srcId="{B527A0F5-6298-47FE-B879-2236A840ECAA}" destId="{723791D4-5B82-4282-B71D-70160CA16E6B}" srcOrd="1" destOrd="0" presId="urn:microsoft.com/office/officeart/2018/2/layout/IconLabelList"/>
    <dgm:cxn modelId="{405E2833-51B3-499E-8510-2643225DDF4A}" type="presParOf" srcId="{B527A0F5-6298-47FE-B879-2236A840ECAA}" destId="{92A2C5A7-AC4F-48EF-A67B-A22A09D78D66}" srcOrd="2" destOrd="0" presId="urn:microsoft.com/office/officeart/2018/2/layout/IconLabelList"/>
    <dgm:cxn modelId="{2B3E2C3C-E2B7-40BF-9363-34535F4FF354}" type="presParOf" srcId="{92A2C5A7-AC4F-48EF-A67B-A22A09D78D66}" destId="{6AF03261-751D-49C9-952E-CE46B5561F9F}" srcOrd="0" destOrd="0" presId="urn:microsoft.com/office/officeart/2018/2/layout/IconLabelList"/>
    <dgm:cxn modelId="{D3CAD724-4FF6-4E70-88E4-2B822C75E491}" type="presParOf" srcId="{92A2C5A7-AC4F-48EF-A67B-A22A09D78D66}" destId="{1E9673E3-87A9-4D1A-8E18-465963C27A5E}" srcOrd="1" destOrd="0" presId="urn:microsoft.com/office/officeart/2018/2/layout/IconLabelList"/>
    <dgm:cxn modelId="{FEDA0A14-570A-4291-B117-AC560179E8A1}" type="presParOf" srcId="{92A2C5A7-AC4F-48EF-A67B-A22A09D78D66}" destId="{7C73C2C6-D7D9-488F-AA82-51552E2E69D2}" srcOrd="2" destOrd="0" presId="urn:microsoft.com/office/officeart/2018/2/layout/IconLabelList"/>
    <dgm:cxn modelId="{B733CA44-0161-404D-8B32-53B10702BABD}" type="presParOf" srcId="{B527A0F5-6298-47FE-B879-2236A840ECAA}" destId="{EB1A09E8-0CE6-47DE-AF45-AF9A19BEE39F}" srcOrd="3" destOrd="0" presId="urn:microsoft.com/office/officeart/2018/2/layout/IconLabelList"/>
    <dgm:cxn modelId="{00D93E99-583F-4E97-9A6D-0168C7A87D42}" type="presParOf" srcId="{B527A0F5-6298-47FE-B879-2236A840ECAA}" destId="{B92D59AB-22A8-412E-9DF7-4C34711B89F9}" srcOrd="4" destOrd="0" presId="urn:microsoft.com/office/officeart/2018/2/layout/IconLabelList"/>
    <dgm:cxn modelId="{7A74CF78-C48D-4E85-B11D-A60F9D66882A}" type="presParOf" srcId="{B92D59AB-22A8-412E-9DF7-4C34711B89F9}" destId="{712CC504-E78E-4718-A325-E3AA64ED0831}" srcOrd="0" destOrd="0" presId="urn:microsoft.com/office/officeart/2018/2/layout/IconLabelList"/>
    <dgm:cxn modelId="{EBAB643E-0B55-42DA-89F5-249C3B4CDA94}" type="presParOf" srcId="{B92D59AB-22A8-412E-9DF7-4C34711B89F9}" destId="{A4604CBD-C797-40F2-ACC7-FCE5D02E1A22}" srcOrd="1" destOrd="0" presId="urn:microsoft.com/office/officeart/2018/2/layout/IconLabelList"/>
    <dgm:cxn modelId="{394D1B2E-0230-4029-92B4-BEF97661614C}" type="presParOf" srcId="{B92D59AB-22A8-412E-9DF7-4C34711B89F9}" destId="{700069EC-A31A-46D7-B87F-274D41DA2C2A}" srcOrd="2" destOrd="0" presId="urn:microsoft.com/office/officeart/2018/2/layout/IconLabelList"/>
    <dgm:cxn modelId="{F7B50954-8BE0-4F76-9539-DD66DEFBBAC0}" type="presParOf" srcId="{B527A0F5-6298-47FE-B879-2236A840ECAA}" destId="{0BFC046E-D8D3-4FED-894C-EE5D618B3270}" srcOrd="5" destOrd="0" presId="urn:microsoft.com/office/officeart/2018/2/layout/IconLabelList"/>
    <dgm:cxn modelId="{DB49E7F4-6472-4805-9BB7-C390D4E83F86}" type="presParOf" srcId="{B527A0F5-6298-47FE-B879-2236A840ECAA}" destId="{7B4E498E-4278-46F0-8DFC-74CFCB830868}" srcOrd="6" destOrd="0" presId="urn:microsoft.com/office/officeart/2018/2/layout/IconLabelList"/>
    <dgm:cxn modelId="{126E8E6D-6017-4E08-8C2A-4A7F74E84EFB}" type="presParOf" srcId="{7B4E498E-4278-46F0-8DFC-74CFCB830868}" destId="{A25C27D6-5793-4A78-90E1-5369678D87B6}" srcOrd="0" destOrd="0" presId="urn:microsoft.com/office/officeart/2018/2/layout/IconLabelList"/>
    <dgm:cxn modelId="{8315AFBF-1229-4541-8FBF-BADB33C7F520}" type="presParOf" srcId="{7B4E498E-4278-46F0-8DFC-74CFCB830868}" destId="{6B4B8AB6-FCF9-4295-8F29-F14589324F8F}" srcOrd="1" destOrd="0" presId="urn:microsoft.com/office/officeart/2018/2/layout/IconLabelList"/>
    <dgm:cxn modelId="{4EAC9FB3-44B6-4F2D-8965-7879634143C6}" type="presParOf" srcId="{7B4E498E-4278-46F0-8DFC-74CFCB830868}" destId="{DB98B2BD-3315-45CD-94FA-F4DA09C44E2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28435F-811B-4FC4-85E8-B2778DAE453A}" type="doc">
      <dgm:prSet loTypeId="urn:microsoft.com/office/officeart/2005/8/layout/orgChart1" loCatId="hierarchy" qsTypeId="urn:microsoft.com/office/officeart/2005/8/quickstyle/3d2" qsCatId="3D" csTypeId="urn:microsoft.com/office/officeart/2005/8/colors/accent1_2" csCatId="accent1" phldr="1"/>
      <dgm:spPr/>
      <dgm:t>
        <a:bodyPr/>
        <a:lstStyle/>
        <a:p>
          <a:endParaRPr lang="en-IN"/>
        </a:p>
      </dgm:t>
    </dgm:pt>
    <dgm:pt modelId="{F46E75C0-D386-461B-B4B5-4F771778309E}" type="asst">
      <dgm:prSet phldrT="[Text]" custT="1"/>
      <dgm:spPr/>
      <dgm:t>
        <a:bodyPr/>
        <a:lstStyle/>
        <a:p>
          <a:pPr>
            <a:lnSpc>
              <a:spcPct val="150000"/>
            </a:lnSpc>
          </a:pPr>
          <a:r>
            <a:rPr lang="en-IN" sz="1800" dirty="0"/>
            <a:t>Experiments</a:t>
          </a:r>
        </a:p>
      </dgm:t>
    </dgm:pt>
    <dgm:pt modelId="{09855B4E-6EA1-41AD-BEED-68DBBC2D802F}" type="parTrans" cxnId="{D3386114-88D4-46EE-A3B1-08C1A4FE686E}">
      <dgm:prSet/>
      <dgm:spPr/>
      <dgm:t>
        <a:bodyPr/>
        <a:lstStyle/>
        <a:p>
          <a:endParaRPr lang="en-IN"/>
        </a:p>
      </dgm:t>
    </dgm:pt>
    <dgm:pt modelId="{177B9940-5ED4-4CCE-9BF3-B1F8A5F3BDFE}" type="sibTrans" cxnId="{D3386114-88D4-46EE-A3B1-08C1A4FE686E}">
      <dgm:prSet/>
      <dgm:spPr/>
      <dgm:t>
        <a:bodyPr/>
        <a:lstStyle/>
        <a:p>
          <a:endParaRPr lang="en-IN"/>
        </a:p>
      </dgm:t>
    </dgm:pt>
    <dgm:pt modelId="{0DDE9982-FB66-49B0-9646-A06F3EE7160A}">
      <dgm:prSet phldrT="[Text]" custT="1"/>
      <dgm:spPr/>
      <dgm:t>
        <a:bodyPr/>
        <a:lstStyle/>
        <a:p>
          <a:pPr>
            <a:lnSpc>
              <a:spcPct val="150000"/>
            </a:lnSpc>
          </a:pPr>
          <a:r>
            <a:rPr lang="en-IN" sz="1800" dirty="0"/>
            <a:t>Illumination Experiments</a:t>
          </a:r>
        </a:p>
      </dgm:t>
    </dgm:pt>
    <dgm:pt modelId="{7972491E-CEB5-459D-9BCD-1843BC0DE1EF}" type="parTrans" cxnId="{5317E142-A5AD-4CEC-B20F-DBDB872D27AB}">
      <dgm:prSet/>
      <dgm:spPr/>
      <dgm:t>
        <a:bodyPr/>
        <a:lstStyle/>
        <a:p>
          <a:endParaRPr lang="en-IN"/>
        </a:p>
      </dgm:t>
    </dgm:pt>
    <dgm:pt modelId="{DBAC5A42-751C-4FAA-A4C2-7CB9354DB5A8}" type="sibTrans" cxnId="{5317E142-A5AD-4CEC-B20F-DBDB872D27AB}">
      <dgm:prSet/>
      <dgm:spPr/>
      <dgm:t>
        <a:bodyPr/>
        <a:lstStyle/>
        <a:p>
          <a:endParaRPr lang="en-IN"/>
        </a:p>
      </dgm:t>
    </dgm:pt>
    <dgm:pt modelId="{E63AA43B-8A00-4F87-9D81-151C23C43D6B}">
      <dgm:prSet phldrT="[Text]" custT="1"/>
      <dgm:spPr/>
      <dgm:t>
        <a:bodyPr/>
        <a:lstStyle/>
        <a:p>
          <a:pPr>
            <a:lnSpc>
              <a:spcPct val="150000"/>
            </a:lnSpc>
          </a:pPr>
          <a:r>
            <a:rPr lang="en-IN" sz="1800" dirty="0"/>
            <a:t>Relay Assembly Test Room Experiments</a:t>
          </a:r>
        </a:p>
      </dgm:t>
    </dgm:pt>
    <dgm:pt modelId="{3A9FF206-17E8-42C9-B159-4E9369C0BE16}" type="parTrans" cxnId="{6640FFF6-8342-4DE7-A3F3-2DD5578E42ED}">
      <dgm:prSet/>
      <dgm:spPr/>
      <dgm:t>
        <a:bodyPr/>
        <a:lstStyle/>
        <a:p>
          <a:endParaRPr lang="en-IN"/>
        </a:p>
      </dgm:t>
    </dgm:pt>
    <dgm:pt modelId="{370B8F85-E355-4E84-9E16-68388E551057}" type="sibTrans" cxnId="{6640FFF6-8342-4DE7-A3F3-2DD5578E42ED}">
      <dgm:prSet/>
      <dgm:spPr/>
      <dgm:t>
        <a:bodyPr/>
        <a:lstStyle/>
        <a:p>
          <a:endParaRPr lang="en-IN"/>
        </a:p>
      </dgm:t>
    </dgm:pt>
    <dgm:pt modelId="{425CC217-BCD0-47E5-84B4-8E4A9BF25C24}">
      <dgm:prSet phldrT="[Text]" custT="1"/>
      <dgm:spPr/>
      <dgm:t>
        <a:bodyPr/>
        <a:lstStyle/>
        <a:p>
          <a:pPr>
            <a:lnSpc>
              <a:spcPct val="150000"/>
            </a:lnSpc>
          </a:pPr>
          <a:r>
            <a:rPr lang="en-IN" sz="1800" dirty="0"/>
            <a:t>Mass Interviewing Programme</a:t>
          </a:r>
        </a:p>
      </dgm:t>
    </dgm:pt>
    <dgm:pt modelId="{A3D74C2F-C56A-43D5-878E-F34E6263C2FD}" type="parTrans" cxnId="{590635C2-4ADA-4686-99C0-59672B7B17E5}">
      <dgm:prSet/>
      <dgm:spPr/>
      <dgm:t>
        <a:bodyPr/>
        <a:lstStyle/>
        <a:p>
          <a:endParaRPr lang="en-IN"/>
        </a:p>
      </dgm:t>
    </dgm:pt>
    <dgm:pt modelId="{1455E4E3-B551-4A29-9402-9BE6034C614F}" type="sibTrans" cxnId="{590635C2-4ADA-4686-99C0-59672B7B17E5}">
      <dgm:prSet/>
      <dgm:spPr/>
      <dgm:t>
        <a:bodyPr/>
        <a:lstStyle/>
        <a:p>
          <a:endParaRPr lang="en-IN"/>
        </a:p>
      </dgm:t>
    </dgm:pt>
    <dgm:pt modelId="{0AC0BB1A-5C18-4436-A74B-904EA0BBC08B}">
      <dgm:prSet phldrT="[Text]" custT="1"/>
      <dgm:spPr/>
      <dgm:t>
        <a:bodyPr/>
        <a:lstStyle/>
        <a:p>
          <a:pPr>
            <a:lnSpc>
              <a:spcPct val="150000"/>
            </a:lnSpc>
          </a:pPr>
          <a:r>
            <a:rPr lang="en-IN" sz="1800" dirty="0"/>
            <a:t>Bank Wiring Observation Room Experiment</a:t>
          </a:r>
        </a:p>
      </dgm:t>
    </dgm:pt>
    <dgm:pt modelId="{CD93CDC7-ADA0-4B3A-A7EF-7EAF17E6396A}" type="parTrans" cxnId="{DB2A342A-211D-4DAE-B7B9-D34DCAC3F48B}">
      <dgm:prSet/>
      <dgm:spPr/>
      <dgm:t>
        <a:bodyPr/>
        <a:lstStyle/>
        <a:p>
          <a:endParaRPr lang="en-IN"/>
        </a:p>
      </dgm:t>
    </dgm:pt>
    <dgm:pt modelId="{8F241ABA-9121-4657-B8E9-446EC550F31A}" type="sibTrans" cxnId="{DB2A342A-211D-4DAE-B7B9-D34DCAC3F48B}">
      <dgm:prSet/>
      <dgm:spPr/>
      <dgm:t>
        <a:bodyPr/>
        <a:lstStyle/>
        <a:p>
          <a:endParaRPr lang="en-IN"/>
        </a:p>
      </dgm:t>
    </dgm:pt>
    <dgm:pt modelId="{AB8C402A-C516-4B49-A7E5-6C1C3B414957}" type="pres">
      <dgm:prSet presAssocID="{DF28435F-811B-4FC4-85E8-B2778DAE453A}" presName="hierChild1" presStyleCnt="0">
        <dgm:presLayoutVars>
          <dgm:orgChart val="1"/>
          <dgm:chPref val="1"/>
          <dgm:dir/>
          <dgm:animOne val="branch"/>
          <dgm:animLvl val="lvl"/>
          <dgm:resizeHandles/>
        </dgm:presLayoutVars>
      </dgm:prSet>
      <dgm:spPr/>
    </dgm:pt>
    <dgm:pt modelId="{A286B751-7C37-44EF-9EE8-56D2AF0F04C8}" type="pres">
      <dgm:prSet presAssocID="{F46E75C0-D386-461B-B4B5-4F771778309E}" presName="hierRoot1" presStyleCnt="0">
        <dgm:presLayoutVars>
          <dgm:hierBranch val="init"/>
        </dgm:presLayoutVars>
      </dgm:prSet>
      <dgm:spPr/>
    </dgm:pt>
    <dgm:pt modelId="{2EB1E7AA-C9A9-4FF8-98C0-ED1F9122C948}" type="pres">
      <dgm:prSet presAssocID="{F46E75C0-D386-461B-B4B5-4F771778309E}" presName="rootComposite1" presStyleCnt="0"/>
      <dgm:spPr/>
    </dgm:pt>
    <dgm:pt modelId="{98E1F5BB-AD6A-48E4-BAC6-2B4C973956FE}" type="pres">
      <dgm:prSet presAssocID="{F46E75C0-D386-461B-B4B5-4F771778309E}" presName="rootText1" presStyleLbl="node0" presStyleIdx="0" presStyleCnt="1" custScaleX="154332" custScaleY="226984" custLinFactNeighborX="-242" custLinFactNeighborY="-52304">
        <dgm:presLayoutVars>
          <dgm:chPref val="3"/>
        </dgm:presLayoutVars>
      </dgm:prSet>
      <dgm:spPr/>
    </dgm:pt>
    <dgm:pt modelId="{93D64419-470E-4DCB-96C4-BAD1CDDBF0CB}" type="pres">
      <dgm:prSet presAssocID="{F46E75C0-D386-461B-B4B5-4F771778309E}" presName="rootConnector1" presStyleLbl="asst0" presStyleIdx="0" presStyleCnt="0"/>
      <dgm:spPr/>
    </dgm:pt>
    <dgm:pt modelId="{CE4F43A5-E116-4C65-802A-6FCCA5A6001B}" type="pres">
      <dgm:prSet presAssocID="{F46E75C0-D386-461B-B4B5-4F771778309E}" presName="hierChild2" presStyleCnt="0"/>
      <dgm:spPr/>
    </dgm:pt>
    <dgm:pt modelId="{483B0DF1-B23D-4B13-91B9-C6970A509546}" type="pres">
      <dgm:prSet presAssocID="{7972491E-CEB5-459D-9BCD-1843BC0DE1EF}" presName="Name37" presStyleLbl="parChTrans1D2" presStyleIdx="0" presStyleCnt="4"/>
      <dgm:spPr/>
    </dgm:pt>
    <dgm:pt modelId="{A036EF3D-3009-4649-B32E-0F3C094A9C71}" type="pres">
      <dgm:prSet presAssocID="{0DDE9982-FB66-49B0-9646-A06F3EE7160A}" presName="hierRoot2" presStyleCnt="0">
        <dgm:presLayoutVars>
          <dgm:hierBranch val="init"/>
        </dgm:presLayoutVars>
      </dgm:prSet>
      <dgm:spPr/>
    </dgm:pt>
    <dgm:pt modelId="{ADBBDFAC-C063-44ED-9DFA-614470CD2899}" type="pres">
      <dgm:prSet presAssocID="{0DDE9982-FB66-49B0-9646-A06F3EE7160A}" presName="rootComposite" presStyleCnt="0"/>
      <dgm:spPr/>
    </dgm:pt>
    <dgm:pt modelId="{628C9A46-B43D-48A9-8C25-6F8DD7957FF3}" type="pres">
      <dgm:prSet presAssocID="{0DDE9982-FB66-49B0-9646-A06F3EE7160A}" presName="rootText" presStyleLbl="node2" presStyleIdx="0" presStyleCnt="4" custScaleX="154332" custScaleY="226984" custLinFactNeighborX="-242" custLinFactNeighborY="-52304">
        <dgm:presLayoutVars>
          <dgm:chPref val="3"/>
        </dgm:presLayoutVars>
      </dgm:prSet>
      <dgm:spPr/>
    </dgm:pt>
    <dgm:pt modelId="{F34A643E-CB7D-4153-9EB1-8F67B6A9591B}" type="pres">
      <dgm:prSet presAssocID="{0DDE9982-FB66-49B0-9646-A06F3EE7160A}" presName="rootConnector" presStyleLbl="node2" presStyleIdx="0" presStyleCnt="4"/>
      <dgm:spPr/>
    </dgm:pt>
    <dgm:pt modelId="{0A3082E2-6EBB-4AA6-A731-C73D28B417D3}" type="pres">
      <dgm:prSet presAssocID="{0DDE9982-FB66-49B0-9646-A06F3EE7160A}" presName="hierChild4" presStyleCnt="0"/>
      <dgm:spPr/>
    </dgm:pt>
    <dgm:pt modelId="{E011F9FB-FFB6-4644-938E-F5687B48493A}" type="pres">
      <dgm:prSet presAssocID="{0DDE9982-FB66-49B0-9646-A06F3EE7160A}" presName="hierChild5" presStyleCnt="0"/>
      <dgm:spPr/>
    </dgm:pt>
    <dgm:pt modelId="{2F03BE6F-7DF8-4AD7-A0E0-C07FE8732038}" type="pres">
      <dgm:prSet presAssocID="{3A9FF206-17E8-42C9-B159-4E9369C0BE16}" presName="Name37" presStyleLbl="parChTrans1D2" presStyleIdx="1" presStyleCnt="4"/>
      <dgm:spPr/>
    </dgm:pt>
    <dgm:pt modelId="{8E18E156-A377-4FF3-8812-ADD90D66F7EA}" type="pres">
      <dgm:prSet presAssocID="{E63AA43B-8A00-4F87-9D81-151C23C43D6B}" presName="hierRoot2" presStyleCnt="0">
        <dgm:presLayoutVars>
          <dgm:hierBranch val="init"/>
        </dgm:presLayoutVars>
      </dgm:prSet>
      <dgm:spPr/>
    </dgm:pt>
    <dgm:pt modelId="{23977A89-1D41-48F4-88DB-574FBBC03D5D}" type="pres">
      <dgm:prSet presAssocID="{E63AA43B-8A00-4F87-9D81-151C23C43D6B}" presName="rootComposite" presStyleCnt="0"/>
      <dgm:spPr/>
    </dgm:pt>
    <dgm:pt modelId="{92C5A9CE-6618-4CD4-A615-287757BBBE86}" type="pres">
      <dgm:prSet presAssocID="{E63AA43B-8A00-4F87-9D81-151C23C43D6B}" presName="rootText" presStyleLbl="node2" presStyleIdx="1" presStyleCnt="4" custScaleX="154332" custScaleY="226984" custLinFactNeighborX="-242" custLinFactNeighborY="-52304">
        <dgm:presLayoutVars>
          <dgm:chPref val="3"/>
        </dgm:presLayoutVars>
      </dgm:prSet>
      <dgm:spPr/>
    </dgm:pt>
    <dgm:pt modelId="{010534AD-14C8-4D94-BD0C-58ECCE6283C0}" type="pres">
      <dgm:prSet presAssocID="{E63AA43B-8A00-4F87-9D81-151C23C43D6B}" presName="rootConnector" presStyleLbl="node2" presStyleIdx="1" presStyleCnt="4"/>
      <dgm:spPr/>
    </dgm:pt>
    <dgm:pt modelId="{97EEC275-8B95-472C-AEC5-1DDD5E6E2E4C}" type="pres">
      <dgm:prSet presAssocID="{E63AA43B-8A00-4F87-9D81-151C23C43D6B}" presName="hierChild4" presStyleCnt="0"/>
      <dgm:spPr/>
    </dgm:pt>
    <dgm:pt modelId="{2196475F-950B-461B-8FC3-F08C1FDFA71A}" type="pres">
      <dgm:prSet presAssocID="{E63AA43B-8A00-4F87-9D81-151C23C43D6B}" presName="hierChild5" presStyleCnt="0"/>
      <dgm:spPr/>
    </dgm:pt>
    <dgm:pt modelId="{65D31BA4-8BB0-43D6-9F76-5A75734B8DB6}" type="pres">
      <dgm:prSet presAssocID="{A3D74C2F-C56A-43D5-878E-F34E6263C2FD}" presName="Name37" presStyleLbl="parChTrans1D2" presStyleIdx="2" presStyleCnt="4"/>
      <dgm:spPr/>
    </dgm:pt>
    <dgm:pt modelId="{0F212652-2BF5-4A3C-B53C-57E8E005A658}" type="pres">
      <dgm:prSet presAssocID="{425CC217-BCD0-47E5-84B4-8E4A9BF25C24}" presName="hierRoot2" presStyleCnt="0">
        <dgm:presLayoutVars>
          <dgm:hierBranch val="init"/>
        </dgm:presLayoutVars>
      </dgm:prSet>
      <dgm:spPr/>
    </dgm:pt>
    <dgm:pt modelId="{9EA17505-58BD-4327-96F1-7C39557138A0}" type="pres">
      <dgm:prSet presAssocID="{425CC217-BCD0-47E5-84B4-8E4A9BF25C24}" presName="rootComposite" presStyleCnt="0"/>
      <dgm:spPr/>
    </dgm:pt>
    <dgm:pt modelId="{5D35F13C-8417-42C7-8CEF-2D0EE1433706}" type="pres">
      <dgm:prSet presAssocID="{425CC217-BCD0-47E5-84B4-8E4A9BF25C24}" presName="rootText" presStyleLbl="node2" presStyleIdx="2" presStyleCnt="4" custScaleX="157996" custScaleY="240410" custLinFactNeighborX="-242" custLinFactNeighborY="-52304">
        <dgm:presLayoutVars>
          <dgm:chPref val="3"/>
        </dgm:presLayoutVars>
      </dgm:prSet>
      <dgm:spPr/>
    </dgm:pt>
    <dgm:pt modelId="{E2290AD3-80B5-4D5E-9CB0-C4401F3EFB4E}" type="pres">
      <dgm:prSet presAssocID="{425CC217-BCD0-47E5-84B4-8E4A9BF25C24}" presName="rootConnector" presStyleLbl="node2" presStyleIdx="2" presStyleCnt="4"/>
      <dgm:spPr/>
    </dgm:pt>
    <dgm:pt modelId="{73239FD5-3202-47D3-AD10-16B7D2305FD7}" type="pres">
      <dgm:prSet presAssocID="{425CC217-BCD0-47E5-84B4-8E4A9BF25C24}" presName="hierChild4" presStyleCnt="0"/>
      <dgm:spPr/>
    </dgm:pt>
    <dgm:pt modelId="{19DC3D57-23DC-4C3F-8A71-2FB817AD4705}" type="pres">
      <dgm:prSet presAssocID="{425CC217-BCD0-47E5-84B4-8E4A9BF25C24}" presName="hierChild5" presStyleCnt="0"/>
      <dgm:spPr/>
    </dgm:pt>
    <dgm:pt modelId="{DAB77AD7-AE01-4FE4-9024-9477F8D3A7A9}" type="pres">
      <dgm:prSet presAssocID="{CD93CDC7-ADA0-4B3A-A7EF-7EAF17E6396A}" presName="Name37" presStyleLbl="parChTrans1D2" presStyleIdx="3" presStyleCnt="4"/>
      <dgm:spPr/>
    </dgm:pt>
    <dgm:pt modelId="{7C610636-09BB-4FCB-9D1C-5876FBD39206}" type="pres">
      <dgm:prSet presAssocID="{0AC0BB1A-5C18-4436-A74B-904EA0BBC08B}" presName="hierRoot2" presStyleCnt="0">
        <dgm:presLayoutVars>
          <dgm:hierBranch val="init"/>
        </dgm:presLayoutVars>
      </dgm:prSet>
      <dgm:spPr/>
    </dgm:pt>
    <dgm:pt modelId="{95AAD1B8-789D-417D-8344-737923F52257}" type="pres">
      <dgm:prSet presAssocID="{0AC0BB1A-5C18-4436-A74B-904EA0BBC08B}" presName="rootComposite" presStyleCnt="0"/>
      <dgm:spPr/>
    </dgm:pt>
    <dgm:pt modelId="{C29BF12D-5574-4715-9023-FFC795962A48}" type="pres">
      <dgm:prSet presAssocID="{0AC0BB1A-5C18-4436-A74B-904EA0BBC08B}" presName="rootText" presStyleLbl="node2" presStyleIdx="3" presStyleCnt="4" custScaleX="164163" custScaleY="235904" custLinFactNeighborX="-242" custLinFactNeighborY="-52304">
        <dgm:presLayoutVars>
          <dgm:chPref val="3"/>
        </dgm:presLayoutVars>
      </dgm:prSet>
      <dgm:spPr/>
    </dgm:pt>
    <dgm:pt modelId="{9A0F3909-74E5-40D3-8FBE-6AC1807F93DE}" type="pres">
      <dgm:prSet presAssocID="{0AC0BB1A-5C18-4436-A74B-904EA0BBC08B}" presName="rootConnector" presStyleLbl="node2" presStyleIdx="3" presStyleCnt="4"/>
      <dgm:spPr/>
    </dgm:pt>
    <dgm:pt modelId="{122C095B-C600-42C2-BCC7-F22B71DEFA0A}" type="pres">
      <dgm:prSet presAssocID="{0AC0BB1A-5C18-4436-A74B-904EA0BBC08B}" presName="hierChild4" presStyleCnt="0"/>
      <dgm:spPr/>
    </dgm:pt>
    <dgm:pt modelId="{B0EA5A91-0068-4D3A-834F-BD7D6D31C5BF}" type="pres">
      <dgm:prSet presAssocID="{0AC0BB1A-5C18-4436-A74B-904EA0BBC08B}" presName="hierChild5" presStyleCnt="0"/>
      <dgm:spPr/>
    </dgm:pt>
    <dgm:pt modelId="{B463EF53-27F2-4C49-9E32-BDEC556FE735}" type="pres">
      <dgm:prSet presAssocID="{F46E75C0-D386-461B-B4B5-4F771778309E}" presName="hierChild3" presStyleCnt="0"/>
      <dgm:spPr/>
    </dgm:pt>
  </dgm:ptLst>
  <dgm:cxnLst>
    <dgm:cxn modelId="{9641DA07-99BA-4D7C-A1CB-C24C8E96D035}" type="presOf" srcId="{0AC0BB1A-5C18-4436-A74B-904EA0BBC08B}" destId="{C29BF12D-5574-4715-9023-FFC795962A48}" srcOrd="0" destOrd="0" presId="urn:microsoft.com/office/officeart/2005/8/layout/orgChart1"/>
    <dgm:cxn modelId="{1F8A6B0C-2FB8-4ABA-AEB8-EED643A97F48}" type="presOf" srcId="{CD93CDC7-ADA0-4B3A-A7EF-7EAF17E6396A}" destId="{DAB77AD7-AE01-4FE4-9024-9477F8D3A7A9}" srcOrd="0" destOrd="0" presId="urn:microsoft.com/office/officeart/2005/8/layout/orgChart1"/>
    <dgm:cxn modelId="{D3386114-88D4-46EE-A3B1-08C1A4FE686E}" srcId="{DF28435F-811B-4FC4-85E8-B2778DAE453A}" destId="{F46E75C0-D386-461B-B4B5-4F771778309E}" srcOrd="0" destOrd="0" parTransId="{09855B4E-6EA1-41AD-BEED-68DBBC2D802F}" sibTransId="{177B9940-5ED4-4CCE-9BF3-B1F8A5F3BDFE}"/>
    <dgm:cxn modelId="{6AFF7227-7F24-4917-BFA6-0249A91A0C33}" type="presOf" srcId="{F46E75C0-D386-461B-B4B5-4F771778309E}" destId="{93D64419-470E-4DCB-96C4-BAD1CDDBF0CB}" srcOrd="1" destOrd="0" presId="urn:microsoft.com/office/officeart/2005/8/layout/orgChart1"/>
    <dgm:cxn modelId="{DB2A342A-211D-4DAE-B7B9-D34DCAC3F48B}" srcId="{F46E75C0-D386-461B-B4B5-4F771778309E}" destId="{0AC0BB1A-5C18-4436-A74B-904EA0BBC08B}" srcOrd="3" destOrd="0" parTransId="{CD93CDC7-ADA0-4B3A-A7EF-7EAF17E6396A}" sibTransId="{8F241ABA-9121-4657-B8E9-446EC550F31A}"/>
    <dgm:cxn modelId="{4271D83C-23D2-47A2-A24E-9E5DC80C105B}" type="presOf" srcId="{DF28435F-811B-4FC4-85E8-B2778DAE453A}" destId="{AB8C402A-C516-4B49-A7E5-6C1C3B414957}" srcOrd="0" destOrd="0" presId="urn:microsoft.com/office/officeart/2005/8/layout/orgChart1"/>
    <dgm:cxn modelId="{5317E142-A5AD-4CEC-B20F-DBDB872D27AB}" srcId="{F46E75C0-D386-461B-B4B5-4F771778309E}" destId="{0DDE9982-FB66-49B0-9646-A06F3EE7160A}" srcOrd="0" destOrd="0" parTransId="{7972491E-CEB5-459D-9BCD-1843BC0DE1EF}" sibTransId="{DBAC5A42-751C-4FAA-A4C2-7CB9354DB5A8}"/>
    <dgm:cxn modelId="{7C6CF645-3056-43E0-9DB3-3B42A7EF8401}" type="presOf" srcId="{0DDE9982-FB66-49B0-9646-A06F3EE7160A}" destId="{F34A643E-CB7D-4153-9EB1-8F67B6A9591B}" srcOrd="1" destOrd="0" presId="urn:microsoft.com/office/officeart/2005/8/layout/orgChart1"/>
    <dgm:cxn modelId="{4C744053-768C-4CC5-B8F3-E397C17C4A57}" type="presOf" srcId="{425CC217-BCD0-47E5-84B4-8E4A9BF25C24}" destId="{E2290AD3-80B5-4D5E-9CB0-C4401F3EFB4E}" srcOrd="1" destOrd="0" presId="urn:microsoft.com/office/officeart/2005/8/layout/orgChart1"/>
    <dgm:cxn modelId="{49369453-38C0-43B2-9D27-261088075657}" type="presOf" srcId="{E63AA43B-8A00-4F87-9D81-151C23C43D6B}" destId="{010534AD-14C8-4D94-BD0C-58ECCE6283C0}" srcOrd="1" destOrd="0" presId="urn:microsoft.com/office/officeart/2005/8/layout/orgChart1"/>
    <dgm:cxn modelId="{D3F23456-458E-4180-9D7B-EFA505D801D4}" type="presOf" srcId="{0AC0BB1A-5C18-4436-A74B-904EA0BBC08B}" destId="{9A0F3909-74E5-40D3-8FBE-6AC1807F93DE}" srcOrd="1" destOrd="0" presId="urn:microsoft.com/office/officeart/2005/8/layout/orgChart1"/>
    <dgm:cxn modelId="{D3D4B65E-92DE-4DB4-9390-68ACA9D09588}" type="presOf" srcId="{425CC217-BCD0-47E5-84B4-8E4A9BF25C24}" destId="{5D35F13C-8417-42C7-8CEF-2D0EE1433706}" srcOrd="0" destOrd="0" presId="urn:microsoft.com/office/officeart/2005/8/layout/orgChart1"/>
    <dgm:cxn modelId="{58F6E2B7-E2E8-41FD-A011-5505AA235DCF}" type="presOf" srcId="{0DDE9982-FB66-49B0-9646-A06F3EE7160A}" destId="{628C9A46-B43D-48A9-8C25-6F8DD7957FF3}" srcOrd="0" destOrd="0" presId="urn:microsoft.com/office/officeart/2005/8/layout/orgChart1"/>
    <dgm:cxn modelId="{590635C2-4ADA-4686-99C0-59672B7B17E5}" srcId="{F46E75C0-D386-461B-B4B5-4F771778309E}" destId="{425CC217-BCD0-47E5-84B4-8E4A9BF25C24}" srcOrd="2" destOrd="0" parTransId="{A3D74C2F-C56A-43D5-878E-F34E6263C2FD}" sibTransId="{1455E4E3-B551-4A29-9402-9BE6034C614F}"/>
    <dgm:cxn modelId="{AB7B60E2-E0EA-4C69-ACE7-CAA3D692FDE3}" type="presOf" srcId="{E63AA43B-8A00-4F87-9D81-151C23C43D6B}" destId="{92C5A9CE-6618-4CD4-A615-287757BBBE86}" srcOrd="0" destOrd="0" presId="urn:microsoft.com/office/officeart/2005/8/layout/orgChart1"/>
    <dgm:cxn modelId="{D33E8AE3-33F4-4239-8807-23928191FD44}" type="presOf" srcId="{7972491E-CEB5-459D-9BCD-1843BC0DE1EF}" destId="{483B0DF1-B23D-4B13-91B9-C6970A509546}" srcOrd="0" destOrd="0" presId="urn:microsoft.com/office/officeart/2005/8/layout/orgChart1"/>
    <dgm:cxn modelId="{345213E7-453C-4E0B-96B5-3D2563F41C3B}" type="presOf" srcId="{F46E75C0-D386-461B-B4B5-4F771778309E}" destId="{98E1F5BB-AD6A-48E4-BAC6-2B4C973956FE}" srcOrd="0" destOrd="0" presId="urn:microsoft.com/office/officeart/2005/8/layout/orgChart1"/>
    <dgm:cxn modelId="{AA5E99E8-5A77-4283-AA31-B643BD1F7EFF}" type="presOf" srcId="{3A9FF206-17E8-42C9-B159-4E9369C0BE16}" destId="{2F03BE6F-7DF8-4AD7-A0E0-C07FE8732038}" srcOrd="0" destOrd="0" presId="urn:microsoft.com/office/officeart/2005/8/layout/orgChart1"/>
    <dgm:cxn modelId="{75393EF4-53B3-49F2-9F8D-5C3951AFF415}" type="presOf" srcId="{A3D74C2F-C56A-43D5-878E-F34E6263C2FD}" destId="{65D31BA4-8BB0-43D6-9F76-5A75734B8DB6}" srcOrd="0" destOrd="0" presId="urn:microsoft.com/office/officeart/2005/8/layout/orgChart1"/>
    <dgm:cxn modelId="{6640FFF6-8342-4DE7-A3F3-2DD5578E42ED}" srcId="{F46E75C0-D386-461B-B4B5-4F771778309E}" destId="{E63AA43B-8A00-4F87-9D81-151C23C43D6B}" srcOrd="1" destOrd="0" parTransId="{3A9FF206-17E8-42C9-B159-4E9369C0BE16}" sibTransId="{370B8F85-E355-4E84-9E16-68388E551057}"/>
    <dgm:cxn modelId="{7A6F1379-8421-4798-A744-64D0A5AE0A46}" type="presParOf" srcId="{AB8C402A-C516-4B49-A7E5-6C1C3B414957}" destId="{A286B751-7C37-44EF-9EE8-56D2AF0F04C8}" srcOrd="0" destOrd="0" presId="urn:microsoft.com/office/officeart/2005/8/layout/orgChart1"/>
    <dgm:cxn modelId="{15D946F1-C304-4130-AFFA-F0FF0F643B0D}" type="presParOf" srcId="{A286B751-7C37-44EF-9EE8-56D2AF0F04C8}" destId="{2EB1E7AA-C9A9-4FF8-98C0-ED1F9122C948}" srcOrd="0" destOrd="0" presId="urn:microsoft.com/office/officeart/2005/8/layout/orgChart1"/>
    <dgm:cxn modelId="{8DC29D11-4095-4466-9BFA-9D5A5EE88262}" type="presParOf" srcId="{2EB1E7AA-C9A9-4FF8-98C0-ED1F9122C948}" destId="{98E1F5BB-AD6A-48E4-BAC6-2B4C973956FE}" srcOrd="0" destOrd="0" presId="urn:microsoft.com/office/officeart/2005/8/layout/orgChart1"/>
    <dgm:cxn modelId="{2C1512B3-A8D7-46FE-97F6-701A34DCF91C}" type="presParOf" srcId="{2EB1E7AA-C9A9-4FF8-98C0-ED1F9122C948}" destId="{93D64419-470E-4DCB-96C4-BAD1CDDBF0CB}" srcOrd="1" destOrd="0" presId="urn:microsoft.com/office/officeart/2005/8/layout/orgChart1"/>
    <dgm:cxn modelId="{22DA7FB6-96BD-48F5-AFAB-B18EEDE87673}" type="presParOf" srcId="{A286B751-7C37-44EF-9EE8-56D2AF0F04C8}" destId="{CE4F43A5-E116-4C65-802A-6FCCA5A6001B}" srcOrd="1" destOrd="0" presId="urn:microsoft.com/office/officeart/2005/8/layout/orgChart1"/>
    <dgm:cxn modelId="{1FC95354-6BE3-4317-AC18-1C2D039D8820}" type="presParOf" srcId="{CE4F43A5-E116-4C65-802A-6FCCA5A6001B}" destId="{483B0DF1-B23D-4B13-91B9-C6970A509546}" srcOrd="0" destOrd="0" presId="urn:microsoft.com/office/officeart/2005/8/layout/orgChart1"/>
    <dgm:cxn modelId="{DC7D8BC8-5023-4F81-80CB-CE120BC621BF}" type="presParOf" srcId="{CE4F43A5-E116-4C65-802A-6FCCA5A6001B}" destId="{A036EF3D-3009-4649-B32E-0F3C094A9C71}" srcOrd="1" destOrd="0" presId="urn:microsoft.com/office/officeart/2005/8/layout/orgChart1"/>
    <dgm:cxn modelId="{9718B69B-BD1B-4612-8BDC-D8B92766C30C}" type="presParOf" srcId="{A036EF3D-3009-4649-B32E-0F3C094A9C71}" destId="{ADBBDFAC-C063-44ED-9DFA-614470CD2899}" srcOrd="0" destOrd="0" presId="urn:microsoft.com/office/officeart/2005/8/layout/orgChart1"/>
    <dgm:cxn modelId="{8350E5EC-F81B-4480-B393-FD69DDA5D133}" type="presParOf" srcId="{ADBBDFAC-C063-44ED-9DFA-614470CD2899}" destId="{628C9A46-B43D-48A9-8C25-6F8DD7957FF3}" srcOrd="0" destOrd="0" presId="urn:microsoft.com/office/officeart/2005/8/layout/orgChart1"/>
    <dgm:cxn modelId="{1DB57AB0-692F-4082-8C64-B9E09D30E451}" type="presParOf" srcId="{ADBBDFAC-C063-44ED-9DFA-614470CD2899}" destId="{F34A643E-CB7D-4153-9EB1-8F67B6A9591B}" srcOrd="1" destOrd="0" presId="urn:microsoft.com/office/officeart/2005/8/layout/orgChart1"/>
    <dgm:cxn modelId="{A297BAC5-B196-4FF8-8962-45CD7C146D50}" type="presParOf" srcId="{A036EF3D-3009-4649-B32E-0F3C094A9C71}" destId="{0A3082E2-6EBB-4AA6-A731-C73D28B417D3}" srcOrd="1" destOrd="0" presId="urn:microsoft.com/office/officeart/2005/8/layout/orgChart1"/>
    <dgm:cxn modelId="{C6235F1D-ABE2-4A25-A589-56B5FD2AEFF2}" type="presParOf" srcId="{A036EF3D-3009-4649-B32E-0F3C094A9C71}" destId="{E011F9FB-FFB6-4644-938E-F5687B48493A}" srcOrd="2" destOrd="0" presId="urn:microsoft.com/office/officeart/2005/8/layout/orgChart1"/>
    <dgm:cxn modelId="{4F642174-587A-45C9-8EB6-97D95A1D9112}" type="presParOf" srcId="{CE4F43A5-E116-4C65-802A-6FCCA5A6001B}" destId="{2F03BE6F-7DF8-4AD7-A0E0-C07FE8732038}" srcOrd="2" destOrd="0" presId="urn:microsoft.com/office/officeart/2005/8/layout/orgChart1"/>
    <dgm:cxn modelId="{F0B0D431-83F6-493C-BFE5-5C4FCE911A23}" type="presParOf" srcId="{CE4F43A5-E116-4C65-802A-6FCCA5A6001B}" destId="{8E18E156-A377-4FF3-8812-ADD90D66F7EA}" srcOrd="3" destOrd="0" presId="urn:microsoft.com/office/officeart/2005/8/layout/orgChart1"/>
    <dgm:cxn modelId="{92B6D9CC-F560-46E1-AC14-60CF9C6B8A84}" type="presParOf" srcId="{8E18E156-A377-4FF3-8812-ADD90D66F7EA}" destId="{23977A89-1D41-48F4-88DB-574FBBC03D5D}" srcOrd="0" destOrd="0" presId="urn:microsoft.com/office/officeart/2005/8/layout/orgChart1"/>
    <dgm:cxn modelId="{A6BB7FF5-DCB8-4BC3-AFCE-05DA9843431F}" type="presParOf" srcId="{23977A89-1D41-48F4-88DB-574FBBC03D5D}" destId="{92C5A9CE-6618-4CD4-A615-287757BBBE86}" srcOrd="0" destOrd="0" presId="urn:microsoft.com/office/officeart/2005/8/layout/orgChart1"/>
    <dgm:cxn modelId="{5DBBD054-C728-4685-8EB4-C2CAB856D232}" type="presParOf" srcId="{23977A89-1D41-48F4-88DB-574FBBC03D5D}" destId="{010534AD-14C8-4D94-BD0C-58ECCE6283C0}" srcOrd="1" destOrd="0" presId="urn:microsoft.com/office/officeart/2005/8/layout/orgChart1"/>
    <dgm:cxn modelId="{22F6F9A6-3CFA-4E87-A867-B9EAA85681E0}" type="presParOf" srcId="{8E18E156-A377-4FF3-8812-ADD90D66F7EA}" destId="{97EEC275-8B95-472C-AEC5-1DDD5E6E2E4C}" srcOrd="1" destOrd="0" presId="urn:microsoft.com/office/officeart/2005/8/layout/orgChart1"/>
    <dgm:cxn modelId="{A91208D6-8E6D-4140-B11F-AC167FC44C11}" type="presParOf" srcId="{8E18E156-A377-4FF3-8812-ADD90D66F7EA}" destId="{2196475F-950B-461B-8FC3-F08C1FDFA71A}" srcOrd="2" destOrd="0" presId="urn:microsoft.com/office/officeart/2005/8/layout/orgChart1"/>
    <dgm:cxn modelId="{E0F6E68B-FF39-49A7-B5ED-E7D13DF20616}" type="presParOf" srcId="{CE4F43A5-E116-4C65-802A-6FCCA5A6001B}" destId="{65D31BA4-8BB0-43D6-9F76-5A75734B8DB6}" srcOrd="4" destOrd="0" presId="urn:microsoft.com/office/officeart/2005/8/layout/orgChart1"/>
    <dgm:cxn modelId="{DC65DB5E-281A-497C-907A-7EFA94EBE316}" type="presParOf" srcId="{CE4F43A5-E116-4C65-802A-6FCCA5A6001B}" destId="{0F212652-2BF5-4A3C-B53C-57E8E005A658}" srcOrd="5" destOrd="0" presId="urn:microsoft.com/office/officeart/2005/8/layout/orgChart1"/>
    <dgm:cxn modelId="{AD4B4918-F8B9-4E50-8D4F-02800DEC1E5B}" type="presParOf" srcId="{0F212652-2BF5-4A3C-B53C-57E8E005A658}" destId="{9EA17505-58BD-4327-96F1-7C39557138A0}" srcOrd="0" destOrd="0" presId="urn:microsoft.com/office/officeart/2005/8/layout/orgChart1"/>
    <dgm:cxn modelId="{8B5903F1-983C-47E4-BC75-F420E0141518}" type="presParOf" srcId="{9EA17505-58BD-4327-96F1-7C39557138A0}" destId="{5D35F13C-8417-42C7-8CEF-2D0EE1433706}" srcOrd="0" destOrd="0" presId="urn:microsoft.com/office/officeart/2005/8/layout/orgChart1"/>
    <dgm:cxn modelId="{5FDBA2EB-DF43-4C27-93CD-1F5410164605}" type="presParOf" srcId="{9EA17505-58BD-4327-96F1-7C39557138A0}" destId="{E2290AD3-80B5-4D5E-9CB0-C4401F3EFB4E}" srcOrd="1" destOrd="0" presId="urn:microsoft.com/office/officeart/2005/8/layout/orgChart1"/>
    <dgm:cxn modelId="{4DF26487-6BCC-4129-BB24-E3BF0BCB21FD}" type="presParOf" srcId="{0F212652-2BF5-4A3C-B53C-57E8E005A658}" destId="{73239FD5-3202-47D3-AD10-16B7D2305FD7}" srcOrd="1" destOrd="0" presId="urn:microsoft.com/office/officeart/2005/8/layout/orgChart1"/>
    <dgm:cxn modelId="{3C72E643-EC20-4C7F-87A5-334D70705086}" type="presParOf" srcId="{0F212652-2BF5-4A3C-B53C-57E8E005A658}" destId="{19DC3D57-23DC-4C3F-8A71-2FB817AD4705}" srcOrd="2" destOrd="0" presId="urn:microsoft.com/office/officeart/2005/8/layout/orgChart1"/>
    <dgm:cxn modelId="{4A37246D-CE56-4929-B7BD-DB1BBAEA754B}" type="presParOf" srcId="{CE4F43A5-E116-4C65-802A-6FCCA5A6001B}" destId="{DAB77AD7-AE01-4FE4-9024-9477F8D3A7A9}" srcOrd="6" destOrd="0" presId="urn:microsoft.com/office/officeart/2005/8/layout/orgChart1"/>
    <dgm:cxn modelId="{927303A5-05F1-409F-915D-29EC68EFD3A0}" type="presParOf" srcId="{CE4F43A5-E116-4C65-802A-6FCCA5A6001B}" destId="{7C610636-09BB-4FCB-9D1C-5876FBD39206}" srcOrd="7" destOrd="0" presId="urn:microsoft.com/office/officeart/2005/8/layout/orgChart1"/>
    <dgm:cxn modelId="{FF2FE7F9-6514-457C-8D10-1F54A34B99A6}" type="presParOf" srcId="{7C610636-09BB-4FCB-9D1C-5876FBD39206}" destId="{95AAD1B8-789D-417D-8344-737923F52257}" srcOrd="0" destOrd="0" presId="urn:microsoft.com/office/officeart/2005/8/layout/orgChart1"/>
    <dgm:cxn modelId="{431FF32E-9B66-412C-9D35-27256A9C7B80}" type="presParOf" srcId="{95AAD1B8-789D-417D-8344-737923F52257}" destId="{C29BF12D-5574-4715-9023-FFC795962A48}" srcOrd="0" destOrd="0" presId="urn:microsoft.com/office/officeart/2005/8/layout/orgChart1"/>
    <dgm:cxn modelId="{362AA624-FA08-4A59-BE82-96DEC12D8DED}" type="presParOf" srcId="{95AAD1B8-789D-417D-8344-737923F52257}" destId="{9A0F3909-74E5-40D3-8FBE-6AC1807F93DE}" srcOrd="1" destOrd="0" presId="urn:microsoft.com/office/officeart/2005/8/layout/orgChart1"/>
    <dgm:cxn modelId="{44AB5C1D-4E02-46FB-BB0B-47A2EFCAAC43}" type="presParOf" srcId="{7C610636-09BB-4FCB-9D1C-5876FBD39206}" destId="{122C095B-C600-42C2-BCC7-F22B71DEFA0A}" srcOrd="1" destOrd="0" presId="urn:microsoft.com/office/officeart/2005/8/layout/orgChart1"/>
    <dgm:cxn modelId="{895EA859-8B60-4CA2-9AB3-F5473DB27033}" type="presParOf" srcId="{7C610636-09BB-4FCB-9D1C-5876FBD39206}" destId="{B0EA5A91-0068-4D3A-834F-BD7D6D31C5BF}" srcOrd="2" destOrd="0" presId="urn:microsoft.com/office/officeart/2005/8/layout/orgChart1"/>
    <dgm:cxn modelId="{E82836AE-C151-4E53-8480-429373B14249}" type="presParOf" srcId="{A286B751-7C37-44EF-9EE8-56D2AF0F04C8}" destId="{B463EF53-27F2-4C49-9E32-BDEC556FE73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9538E7-116F-4A99-A963-00809CFE39DF}" type="doc">
      <dgm:prSet loTypeId="urn:microsoft.com/office/officeart/2005/8/layout/matrix2" loCatId="matrix" qsTypeId="urn:microsoft.com/office/officeart/2005/8/quickstyle/simple5" qsCatId="simple" csTypeId="urn:microsoft.com/office/officeart/2005/8/colors/colorful1" csCatId="colorful"/>
      <dgm:spPr/>
      <dgm:t>
        <a:bodyPr/>
        <a:lstStyle/>
        <a:p>
          <a:endParaRPr lang="en-US"/>
        </a:p>
      </dgm:t>
    </dgm:pt>
    <dgm:pt modelId="{1E81684B-0802-429A-AD3C-16A846491F44}">
      <dgm:prSet custT="1"/>
      <dgm:spPr/>
      <dgm:t>
        <a:bodyPr/>
        <a:lstStyle/>
        <a:p>
          <a:r>
            <a:rPr lang="en-US" sz="1800" dirty="0"/>
            <a:t>The social and psychological factors are responsible for workers’ productivity and job satisfaction. </a:t>
          </a:r>
        </a:p>
      </dgm:t>
    </dgm:pt>
    <dgm:pt modelId="{F9D5B6AB-4755-498A-B413-0A84E5965CE9}" type="parTrans" cxnId="{3F894E78-0382-4C14-9093-0F7AFB44C6EF}">
      <dgm:prSet/>
      <dgm:spPr/>
      <dgm:t>
        <a:bodyPr/>
        <a:lstStyle/>
        <a:p>
          <a:endParaRPr lang="en-US"/>
        </a:p>
      </dgm:t>
    </dgm:pt>
    <dgm:pt modelId="{30B156D4-C07F-4A04-9D19-EB4F1F1AF10E}" type="sibTrans" cxnId="{3F894E78-0382-4C14-9093-0F7AFB44C6EF}">
      <dgm:prSet/>
      <dgm:spPr/>
      <dgm:t>
        <a:bodyPr/>
        <a:lstStyle/>
        <a:p>
          <a:endParaRPr lang="en-US"/>
        </a:p>
      </dgm:t>
    </dgm:pt>
    <dgm:pt modelId="{195622B0-2695-4481-A2B4-E09951239C0D}">
      <dgm:prSet custT="1"/>
      <dgm:spPr/>
      <dgm:t>
        <a:bodyPr/>
        <a:lstStyle/>
        <a:p>
          <a:r>
            <a:rPr lang="en-US" sz="1800" dirty="0"/>
            <a:t>Only good physical working conditions are not enough to increase productivity.</a:t>
          </a:r>
        </a:p>
      </dgm:t>
    </dgm:pt>
    <dgm:pt modelId="{246BE1B0-FC69-45DA-9DB1-620B71A05132}" type="parTrans" cxnId="{88690DE1-D2A1-43A8-AEB3-0CC46E7C69B4}">
      <dgm:prSet/>
      <dgm:spPr/>
      <dgm:t>
        <a:bodyPr/>
        <a:lstStyle/>
        <a:p>
          <a:endParaRPr lang="en-US"/>
        </a:p>
      </dgm:t>
    </dgm:pt>
    <dgm:pt modelId="{E46B4E3B-83AB-4699-9B98-8723B6FEA688}" type="sibTrans" cxnId="{88690DE1-D2A1-43A8-AEB3-0CC46E7C69B4}">
      <dgm:prSet/>
      <dgm:spPr/>
      <dgm:t>
        <a:bodyPr/>
        <a:lstStyle/>
        <a:p>
          <a:endParaRPr lang="en-US"/>
        </a:p>
      </dgm:t>
    </dgm:pt>
    <dgm:pt modelId="{E2B3989D-B69A-48C2-B031-3F488DCA58F7}">
      <dgm:prSet custT="1"/>
      <dgm:spPr/>
      <dgm:t>
        <a:bodyPr/>
        <a:lstStyle/>
        <a:p>
          <a:r>
            <a:rPr lang="en-US" sz="1800"/>
            <a:t>The informal relations among workers influence the workers behavior and performance more than the formal relations in the organization.</a:t>
          </a:r>
        </a:p>
      </dgm:t>
    </dgm:pt>
    <dgm:pt modelId="{8F33DC5C-E079-4F34-B624-3567884CCB77}" type="parTrans" cxnId="{A4C0CD7A-D2E1-4F02-BCF9-4E886E609EE9}">
      <dgm:prSet/>
      <dgm:spPr/>
      <dgm:t>
        <a:bodyPr/>
        <a:lstStyle/>
        <a:p>
          <a:endParaRPr lang="en-US"/>
        </a:p>
      </dgm:t>
    </dgm:pt>
    <dgm:pt modelId="{51433870-F116-4807-8564-A7C61A383940}" type="sibTrans" cxnId="{A4C0CD7A-D2E1-4F02-BCF9-4E886E609EE9}">
      <dgm:prSet/>
      <dgm:spPr/>
      <dgm:t>
        <a:bodyPr/>
        <a:lstStyle/>
        <a:p>
          <a:endParaRPr lang="en-US"/>
        </a:p>
      </dgm:t>
    </dgm:pt>
    <dgm:pt modelId="{BE789A79-DB8A-4609-B3B7-799C6469C006}">
      <dgm:prSet custT="1"/>
      <dgm:spPr/>
      <dgm:t>
        <a:bodyPr/>
        <a:lstStyle/>
        <a:p>
          <a:r>
            <a:rPr lang="en-US" sz="1800" dirty="0"/>
            <a:t>Employees will perform better if they are allowed to participate in decision-making affecting their interests.</a:t>
          </a:r>
        </a:p>
      </dgm:t>
    </dgm:pt>
    <dgm:pt modelId="{27A5C78B-9420-4530-A4B1-D17431C57F25}" type="parTrans" cxnId="{17FDB4E2-3C9E-49B7-B931-5B992ACB9736}">
      <dgm:prSet/>
      <dgm:spPr/>
      <dgm:t>
        <a:bodyPr/>
        <a:lstStyle/>
        <a:p>
          <a:endParaRPr lang="en-US"/>
        </a:p>
      </dgm:t>
    </dgm:pt>
    <dgm:pt modelId="{E9E3E5EC-54ED-4C2D-8D00-2A760A18DA22}" type="sibTrans" cxnId="{17FDB4E2-3C9E-49B7-B931-5B992ACB9736}">
      <dgm:prSet/>
      <dgm:spPr/>
      <dgm:t>
        <a:bodyPr/>
        <a:lstStyle/>
        <a:p>
          <a:endParaRPr lang="en-US"/>
        </a:p>
      </dgm:t>
    </dgm:pt>
    <dgm:pt modelId="{5A224B14-B847-574F-9F66-FF3C5B717478}" type="pres">
      <dgm:prSet presAssocID="{D79538E7-116F-4A99-A963-00809CFE39DF}" presName="matrix" presStyleCnt="0">
        <dgm:presLayoutVars>
          <dgm:chMax val="1"/>
          <dgm:dir/>
          <dgm:resizeHandles val="exact"/>
        </dgm:presLayoutVars>
      </dgm:prSet>
      <dgm:spPr/>
    </dgm:pt>
    <dgm:pt modelId="{96980D41-EC12-CF4A-B265-4465B101FB76}" type="pres">
      <dgm:prSet presAssocID="{D79538E7-116F-4A99-A963-00809CFE39DF}" presName="axisShape" presStyleLbl="bgShp" presStyleIdx="0" presStyleCnt="1"/>
      <dgm:spPr/>
    </dgm:pt>
    <dgm:pt modelId="{5654AF3B-EB54-EA44-AFA7-069A1EC2764A}" type="pres">
      <dgm:prSet presAssocID="{D79538E7-116F-4A99-A963-00809CFE39DF}" presName="rect1" presStyleLbl="node1" presStyleIdx="0" presStyleCnt="4">
        <dgm:presLayoutVars>
          <dgm:chMax val="0"/>
          <dgm:chPref val="0"/>
          <dgm:bulletEnabled val="1"/>
        </dgm:presLayoutVars>
      </dgm:prSet>
      <dgm:spPr/>
    </dgm:pt>
    <dgm:pt modelId="{343DF27B-5FED-AF43-B1F8-B8F686D0381C}" type="pres">
      <dgm:prSet presAssocID="{D79538E7-116F-4A99-A963-00809CFE39DF}" presName="rect2" presStyleLbl="node1" presStyleIdx="1" presStyleCnt="4">
        <dgm:presLayoutVars>
          <dgm:chMax val="0"/>
          <dgm:chPref val="0"/>
          <dgm:bulletEnabled val="1"/>
        </dgm:presLayoutVars>
      </dgm:prSet>
      <dgm:spPr/>
    </dgm:pt>
    <dgm:pt modelId="{3E1FF0E4-40B0-A141-B9E6-DB1E3F127E32}" type="pres">
      <dgm:prSet presAssocID="{D79538E7-116F-4A99-A963-00809CFE39DF}" presName="rect3" presStyleLbl="node1" presStyleIdx="2" presStyleCnt="4">
        <dgm:presLayoutVars>
          <dgm:chMax val="0"/>
          <dgm:chPref val="0"/>
          <dgm:bulletEnabled val="1"/>
        </dgm:presLayoutVars>
      </dgm:prSet>
      <dgm:spPr/>
    </dgm:pt>
    <dgm:pt modelId="{5465EAE6-1600-5F49-B594-65848241AA17}" type="pres">
      <dgm:prSet presAssocID="{D79538E7-116F-4A99-A963-00809CFE39DF}" presName="rect4" presStyleLbl="node1" presStyleIdx="3" presStyleCnt="4">
        <dgm:presLayoutVars>
          <dgm:chMax val="0"/>
          <dgm:chPref val="0"/>
          <dgm:bulletEnabled val="1"/>
        </dgm:presLayoutVars>
      </dgm:prSet>
      <dgm:spPr/>
    </dgm:pt>
  </dgm:ptLst>
  <dgm:cxnLst>
    <dgm:cxn modelId="{74C5EA17-8718-AA4A-BF97-6ACFF2D06DE5}" type="presOf" srcId="{1E81684B-0802-429A-AD3C-16A846491F44}" destId="{5654AF3B-EB54-EA44-AFA7-069A1EC2764A}" srcOrd="0" destOrd="0" presId="urn:microsoft.com/office/officeart/2005/8/layout/matrix2"/>
    <dgm:cxn modelId="{3F894E78-0382-4C14-9093-0F7AFB44C6EF}" srcId="{D79538E7-116F-4A99-A963-00809CFE39DF}" destId="{1E81684B-0802-429A-AD3C-16A846491F44}" srcOrd="0" destOrd="0" parTransId="{F9D5B6AB-4755-498A-B413-0A84E5965CE9}" sibTransId="{30B156D4-C07F-4A04-9D19-EB4F1F1AF10E}"/>
    <dgm:cxn modelId="{A4C0CD7A-D2E1-4F02-BCF9-4E886E609EE9}" srcId="{D79538E7-116F-4A99-A963-00809CFE39DF}" destId="{E2B3989D-B69A-48C2-B031-3F488DCA58F7}" srcOrd="2" destOrd="0" parTransId="{8F33DC5C-E079-4F34-B624-3567884CCB77}" sibTransId="{51433870-F116-4807-8564-A7C61A383940}"/>
    <dgm:cxn modelId="{FC05AA93-7A1B-CE4E-9146-29814FDF2CD1}" type="presOf" srcId="{E2B3989D-B69A-48C2-B031-3F488DCA58F7}" destId="{3E1FF0E4-40B0-A141-B9E6-DB1E3F127E32}" srcOrd="0" destOrd="0" presId="urn:microsoft.com/office/officeart/2005/8/layout/matrix2"/>
    <dgm:cxn modelId="{B96CCC93-215A-9B43-9646-05F10C82A9E2}" type="presOf" srcId="{BE789A79-DB8A-4609-B3B7-799C6469C006}" destId="{5465EAE6-1600-5F49-B594-65848241AA17}" srcOrd="0" destOrd="0" presId="urn:microsoft.com/office/officeart/2005/8/layout/matrix2"/>
    <dgm:cxn modelId="{B8DA9C9D-CB57-4543-A1C3-AF4DCD08B9ED}" type="presOf" srcId="{195622B0-2695-4481-A2B4-E09951239C0D}" destId="{343DF27B-5FED-AF43-B1F8-B8F686D0381C}" srcOrd="0" destOrd="0" presId="urn:microsoft.com/office/officeart/2005/8/layout/matrix2"/>
    <dgm:cxn modelId="{63B02FAF-063C-264E-AEA3-8CB4FC5C4533}" type="presOf" srcId="{D79538E7-116F-4A99-A963-00809CFE39DF}" destId="{5A224B14-B847-574F-9F66-FF3C5B717478}" srcOrd="0" destOrd="0" presId="urn:microsoft.com/office/officeart/2005/8/layout/matrix2"/>
    <dgm:cxn modelId="{88690DE1-D2A1-43A8-AEB3-0CC46E7C69B4}" srcId="{D79538E7-116F-4A99-A963-00809CFE39DF}" destId="{195622B0-2695-4481-A2B4-E09951239C0D}" srcOrd="1" destOrd="0" parTransId="{246BE1B0-FC69-45DA-9DB1-620B71A05132}" sibTransId="{E46B4E3B-83AB-4699-9B98-8723B6FEA688}"/>
    <dgm:cxn modelId="{17FDB4E2-3C9E-49B7-B931-5B992ACB9736}" srcId="{D79538E7-116F-4A99-A963-00809CFE39DF}" destId="{BE789A79-DB8A-4609-B3B7-799C6469C006}" srcOrd="3" destOrd="0" parTransId="{27A5C78B-9420-4530-A4B1-D17431C57F25}" sibTransId="{E9E3E5EC-54ED-4C2D-8D00-2A760A18DA22}"/>
    <dgm:cxn modelId="{76283DF6-CF9F-9D4F-BE3B-4DAA9F207F9D}" type="presParOf" srcId="{5A224B14-B847-574F-9F66-FF3C5B717478}" destId="{96980D41-EC12-CF4A-B265-4465B101FB76}" srcOrd="0" destOrd="0" presId="urn:microsoft.com/office/officeart/2005/8/layout/matrix2"/>
    <dgm:cxn modelId="{2F3A99C6-022F-D446-BE01-3360DDE507A4}" type="presParOf" srcId="{5A224B14-B847-574F-9F66-FF3C5B717478}" destId="{5654AF3B-EB54-EA44-AFA7-069A1EC2764A}" srcOrd="1" destOrd="0" presId="urn:microsoft.com/office/officeart/2005/8/layout/matrix2"/>
    <dgm:cxn modelId="{59D41070-22E8-2D4E-A483-242A559BC870}" type="presParOf" srcId="{5A224B14-B847-574F-9F66-FF3C5B717478}" destId="{343DF27B-5FED-AF43-B1F8-B8F686D0381C}" srcOrd="2" destOrd="0" presId="urn:microsoft.com/office/officeart/2005/8/layout/matrix2"/>
    <dgm:cxn modelId="{EBF87CF3-822D-694C-A655-1F6484D652DE}" type="presParOf" srcId="{5A224B14-B847-574F-9F66-FF3C5B717478}" destId="{3E1FF0E4-40B0-A141-B9E6-DB1E3F127E32}" srcOrd="3" destOrd="0" presId="urn:microsoft.com/office/officeart/2005/8/layout/matrix2"/>
    <dgm:cxn modelId="{8AC61562-853A-D543-8E31-AA98D556821B}" type="presParOf" srcId="{5A224B14-B847-574F-9F66-FF3C5B717478}" destId="{5465EAE6-1600-5F49-B594-65848241AA17}"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063BA7-463F-4FF5-88AF-652A94CA7B6C}"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IN"/>
        </a:p>
      </dgm:t>
    </dgm:pt>
    <dgm:pt modelId="{1100BF75-1E6D-493D-BBC1-C8B779E9ABAC}">
      <dgm:prSet phldrT="[Text]"/>
      <dgm:spPr/>
      <dgm:t>
        <a:bodyPr/>
        <a:lstStyle/>
        <a:p>
          <a:r>
            <a:rPr lang="en-IN" dirty="0"/>
            <a:t>Two theories</a:t>
          </a:r>
        </a:p>
      </dgm:t>
    </dgm:pt>
    <dgm:pt modelId="{3A464D62-57D2-4C3C-8BAA-165CA8874FED}" type="parTrans" cxnId="{DBDB28C3-3244-4343-B576-80A9756E9116}">
      <dgm:prSet/>
      <dgm:spPr/>
      <dgm:t>
        <a:bodyPr/>
        <a:lstStyle/>
        <a:p>
          <a:endParaRPr lang="en-IN"/>
        </a:p>
      </dgm:t>
    </dgm:pt>
    <dgm:pt modelId="{DFCC25BA-F651-4BAD-B96B-0FF8E23F8B58}" type="sibTrans" cxnId="{DBDB28C3-3244-4343-B576-80A9756E9116}">
      <dgm:prSet/>
      <dgm:spPr/>
      <dgm:t>
        <a:bodyPr/>
        <a:lstStyle/>
        <a:p>
          <a:endParaRPr lang="en-IN"/>
        </a:p>
      </dgm:t>
    </dgm:pt>
    <dgm:pt modelId="{56808C4D-5809-44A6-8563-71AA4B54E8FD}">
      <dgm:prSet phldrT="[Text]"/>
      <dgm:spPr/>
      <dgm:t>
        <a:bodyPr/>
        <a:lstStyle/>
        <a:p>
          <a:r>
            <a:rPr lang="en-IN" dirty="0"/>
            <a:t>Contingency Theory</a:t>
          </a:r>
        </a:p>
      </dgm:t>
    </dgm:pt>
    <dgm:pt modelId="{B53E0EE2-9F9F-4C0B-BDF0-5F2D78D7AD28}" type="parTrans" cxnId="{481D7549-7A9B-403B-AF43-AA0A343A02D1}">
      <dgm:prSet/>
      <dgm:spPr/>
      <dgm:t>
        <a:bodyPr/>
        <a:lstStyle/>
        <a:p>
          <a:endParaRPr lang="en-IN"/>
        </a:p>
      </dgm:t>
    </dgm:pt>
    <dgm:pt modelId="{19C440BD-C3AE-443C-9D3D-D82BD5F95290}" type="sibTrans" cxnId="{481D7549-7A9B-403B-AF43-AA0A343A02D1}">
      <dgm:prSet/>
      <dgm:spPr/>
      <dgm:t>
        <a:bodyPr/>
        <a:lstStyle/>
        <a:p>
          <a:endParaRPr lang="en-IN"/>
        </a:p>
      </dgm:t>
    </dgm:pt>
    <dgm:pt modelId="{1AF6AFF9-4703-4248-85FF-723EF9ADBAE3}">
      <dgm:prSet phldrT="[Text]"/>
      <dgm:spPr/>
      <dgm:t>
        <a:bodyPr/>
        <a:lstStyle/>
        <a:p>
          <a:r>
            <a:rPr lang="en-IN" dirty="0"/>
            <a:t>System Theory</a:t>
          </a:r>
        </a:p>
      </dgm:t>
    </dgm:pt>
    <dgm:pt modelId="{435B08D8-2A07-4029-9F8E-91F4C2EA5974}" type="parTrans" cxnId="{72B11B7D-CAD7-4506-843D-D092B185437F}">
      <dgm:prSet/>
      <dgm:spPr/>
      <dgm:t>
        <a:bodyPr/>
        <a:lstStyle/>
        <a:p>
          <a:endParaRPr lang="en-IN"/>
        </a:p>
      </dgm:t>
    </dgm:pt>
    <dgm:pt modelId="{3C1B4B1A-1D42-44D1-8472-3F3C47CB118E}" type="sibTrans" cxnId="{72B11B7D-CAD7-4506-843D-D092B185437F}">
      <dgm:prSet/>
      <dgm:spPr/>
      <dgm:t>
        <a:bodyPr/>
        <a:lstStyle/>
        <a:p>
          <a:endParaRPr lang="en-IN"/>
        </a:p>
      </dgm:t>
    </dgm:pt>
    <dgm:pt modelId="{4AB19208-ABB2-E547-8D83-2A24BE55210A}" type="pres">
      <dgm:prSet presAssocID="{E4063BA7-463F-4FF5-88AF-652A94CA7B6C}" presName="hierChild1" presStyleCnt="0">
        <dgm:presLayoutVars>
          <dgm:orgChart val="1"/>
          <dgm:chPref val="1"/>
          <dgm:dir/>
          <dgm:animOne val="branch"/>
          <dgm:animLvl val="lvl"/>
          <dgm:resizeHandles/>
        </dgm:presLayoutVars>
      </dgm:prSet>
      <dgm:spPr/>
    </dgm:pt>
    <dgm:pt modelId="{60749B46-5080-A141-9C4A-E8A99A2D67AE}" type="pres">
      <dgm:prSet presAssocID="{1100BF75-1E6D-493D-BBC1-C8B779E9ABAC}" presName="hierRoot1" presStyleCnt="0">
        <dgm:presLayoutVars>
          <dgm:hierBranch val="init"/>
        </dgm:presLayoutVars>
      </dgm:prSet>
      <dgm:spPr/>
    </dgm:pt>
    <dgm:pt modelId="{49CB8C72-936F-FA4F-8A2B-716A46433DA5}" type="pres">
      <dgm:prSet presAssocID="{1100BF75-1E6D-493D-BBC1-C8B779E9ABAC}" presName="rootComposite1" presStyleCnt="0"/>
      <dgm:spPr/>
    </dgm:pt>
    <dgm:pt modelId="{2FF04D80-DCE8-9E47-93A9-042320B8DF2D}" type="pres">
      <dgm:prSet presAssocID="{1100BF75-1E6D-493D-BBC1-C8B779E9ABAC}" presName="rootText1" presStyleLbl="node0" presStyleIdx="0" presStyleCnt="1">
        <dgm:presLayoutVars>
          <dgm:chPref val="3"/>
        </dgm:presLayoutVars>
      </dgm:prSet>
      <dgm:spPr/>
    </dgm:pt>
    <dgm:pt modelId="{D69714CB-29A0-6E43-B1F1-83D21247E80B}" type="pres">
      <dgm:prSet presAssocID="{1100BF75-1E6D-493D-BBC1-C8B779E9ABAC}" presName="rootConnector1" presStyleLbl="node1" presStyleIdx="0" presStyleCnt="0"/>
      <dgm:spPr/>
    </dgm:pt>
    <dgm:pt modelId="{E729F614-835D-CA40-81E3-D5A11CC13915}" type="pres">
      <dgm:prSet presAssocID="{1100BF75-1E6D-493D-BBC1-C8B779E9ABAC}" presName="hierChild2" presStyleCnt="0"/>
      <dgm:spPr/>
    </dgm:pt>
    <dgm:pt modelId="{6B2215BF-C11E-D249-9151-07299EE82D50}" type="pres">
      <dgm:prSet presAssocID="{B53E0EE2-9F9F-4C0B-BDF0-5F2D78D7AD28}" presName="Name37" presStyleLbl="parChTrans1D2" presStyleIdx="0" presStyleCnt="2"/>
      <dgm:spPr/>
    </dgm:pt>
    <dgm:pt modelId="{A273B126-ABD8-7448-811D-E9F3424056B3}" type="pres">
      <dgm:prSet presAssocID="{56808C4D-5809-44A6-8563-71AA4B54E8FD}" presName="hierRoot2" presStyleCnt="0">
        <dgm:presLayoutVars>
          <dgm:hierBranch val="init"/>
        </dgm:presLayoutVars>
      </dgm:prSet>
      <dgm:spPr/>
    </dgm:pt>
    <dgm:pt modelId="{DFC858A9-23BD-6B48-B877-2951E956D520}" type="pres">
      <dgm:prSet presAssocID="{56808C4D-5809-44A6-8563-71AA4B54E8FD}" presName="rootComposite" presStyleCnt="0"/>
      <dgm:spPr/>
    </dgm:pt>
    <dgm:pt modelId="{C81A4039-6460-A045-A24B-C2093EF321DE}" type="pres">
      <dgm:prSet presAssocID="{56808C4D-5809-44A6-8563-71AA4B54E8FD}" presName="rootText" presStyleLbl="node2" presStyleIdx="0" presStyleCnt="2">
        <dgm:presLayoutVars>
          <dgm:chPref val="3"/>
        </dgm:presLayoutVars>
      </dgm:prSet>
      <dgm:spPr/>
    </dgm:pt>
    <dgm:pt modelId="{81226E7A-5076-6346-9389-3AB02D368896}" type="pres">
      <dgm:prSet presAssocID="{56808C4D-5809-44A6-8563-71AA4B54E8FD}" presName="rootConnector" presStyleLbl="node2" presStyleIdx="0" presStyleCnt="2"/>
      <dgm:spPr/>
    </dgm:pt>
    <dgm:pt modelId="{6B64B663-E1EC-B540-BDB7-42423DAD3457}" type="pres">
      <dgm:prSet presAssocID="{56808C4D-5809-44A6-8563-71AA4B54E8FD}" presName="hierChild4" presStyleCnt="0"/>
      <dgm:spPr/>
    </dgm:pt>
    <dgm:pt modelId="{E98AF1BC-4822-6D4F-A63E-FE81401C83D0}" type="pres">
      <dgm:prSet presAssocID="{56808C4D-5809-44A6-8563-71AA4B54E8FD}" presName="hierChild5" presStyleCnt="0"/>
      <dgm:spPr/>
    </dgm:pt>
    <dgm:pt modelId="{FDAA8EA7-EE24-7643-8DEB-47E0E9406559}" type="pres">
      <dgm:prSet presAssocID="{435B08D8-2A07-4029-9F8E-91F4C2EA5974}" presName="Name37" presStyleLbl="parChTrans1D2" presStyleIdx="1" presStyleCnt="2"/>
      <dgm:spPr/>
    </dgm:pt>
    <dgm:pt modelId="{46568E23-BCEC-C547-8007-2AF6BEA19FBD}" type="pres">
      <dgm:prSet presAssocID="{1AF6AFF9-4703-4248-85FF-723EF9ADBAE3}" presName="hierRoot2" presStyleCnt="0">
        <dgm:presLayoutVars>
          <dgm:hierBranch val="init"/>
        </dgm:presLayoutVars>
      </dgm:prSet>
      <dgm:spPr/>
    </dgm:pt>
    <dgm:pt modelId="{F0BBFFA4-DADF-E14F-9F0B-5D970C372F34}" type="pres">
      <dgm:prSet presAssocID="{1AF6AFF9-4703-4248-85FF-723EF9ADBAE3}" presName="rootComposite" presStyleCnt="0"/>
      <dgm:spPr/>
    </dgm:pt>
    <dgm:pt modelId="{FDE1BD1B-AD19-DB43-B7EA-31409CE734E1}" type="pres">
      <dgm:prSet presAssocID="{1AF6AFF9-4703-4248-85FF-723EF9ADBAE3}" presName="rootText" presStyleLbl="node2" presStyleIdx="1" presStyleCnt="2">
        <dgm:presLayoutVars>
          <dgm:chPref val="3"/>
        </dgm:presLayoutVars>
      </dgm:prSet>
      <dgm:spPr/>
    </dgm:pt>
    <dgm:pt modelId="{D0F49529-992D-FE43-B5B4-DC9A4F5C9F4C}" type="pres">
      <dgm:prSet presAssocID="{1AF6AFF9-4703-4248-85FF-723EF9ADBAE3}" presName="rootConnector" presStyleLbl="node2" presStyleIdx="1" presStyleCnt="2"/>
      <dgm:spPr/>
    </dgm:pt>
    <dgm:pt modelId="{1999590E-770A-D14F-9734-E3BF1EAC2198}" type="pres">
      <dgm:prSet presAssocID="{1AF6AFF9-4703-4248-85FF-723EF9ADBAE3}" presName="hierChild4" presStyleCnt="0"/>
      <dgm:spPr/>
    </dgm:pt>
    <dgm:pt modelId="{159C0424-3966-DB4E-A02B-2F81FE014ED9}" type="pres">
      <dgm:prSet presAssocID="{1AF6AFF9-4703-4248-85FF-723EF9ADBAE3}" presName="hierChild5" presStyleCnt="0"/>
      <dgm:spPr/>
    </dgm:pt>
    <dgm:pt modelId="{3FC39516-AF8D-9840-ACC0-32E5ED6DB54B}" type="pres">
      <dgm:prSet presAssocID="{1100BF75-1E6D-493D-BBC1-C8B779E9ABAC}" presName="hierChild3" presStyleCnt="0"/>
      <dgm:spPr/>
    </dgm:pt>
  </dgm:ptLst>
  <dgm:cxnLst>
    <dgm:cxn modelId="{93D37410-7F3A-A84F-89C8-C38B77311F5C}" type="presOf" srcId="{1100BF75-1E6D-493D-BBC1-C8B779E9ABAC}" destId="{2FF04D80-DCE8-9E47-93A9-042320B8DF2D}" srcOrd="0" destOrd="0" presId="urn:microsoft.com/office/officeart/2005/8/layout/orgChart1"/>
    <dgm:cxn modelId="{97D4171B-C0BE-8548-8EFB-51F6121BF5C4}" type="presOf" srcId="{1100BF75-1E6D-493D-BBC1-C8B779E9ABAC}" destId="{D69714CB-29A0-6E43-B1F1-83D21247E80B}" srcOrd="1" destOrd="0" presId="urn:microsoft.com/office/officeart/2005/8/layout/orgChart1"/>
    <dgm:cxn modelId="{481D7549-7A9B-403B-AF43-AA0A343A02D1}" srcId="{1100BF75-1E6D-493D-BBC1-C8B779E9ABAC}" destId="{56808C4D-5809-44A6-8563-71AA4B54E8FD}" srcOrd="0" destOrd="0" parTransId="{B53E0EE2-9F9F-4C0B-BDF0-5F2D78D7AD28}" sibTransId="{19C440BD-C3AE-443C-9D3D-D82BD5F95290}"/>
    <dgm:cxn modelId="{FECD824B-1920-5642-B1C1-8F5105AEAB3C}" type="presOf" srcId="{435B08D8-2A07-4029-9F8E-91F4C2EA5974}" destId="{FDAA8EA7-EE24-7643-8DEB-47E0E9406559}" srcOrd="0" destOrd="0" presId="urn:microsoft.com/office/officeart/2005/8/layout/orgChart1"/>
    <dgm:cxn modelId="{25E4414F-55FB-9B4E-A6AF-EFB9C44D00AC}" type="presOf" srcId="{B53E0EE2-9F9F-4C0B-BDF0-5F2D78D7AD28}" destId="{6B2215BF-C11E-D249-9151-07299EE82D50}" srcOrd="0" destOrd="0" presId="urn:microsoft.com/office/officeart/2005/8/layout/orgChart1"/>
    <dgm:cxn modelId="{8987156D-5E56-BA4E-9CE2-965D3B8DE26C}" type="presOf" srcId="{1AF6AFF9-4703-4248-85FF-723EF9ADBAE3}" destId="{FDE1BD1B-AD19-DB43-B7EA-31409CE734E1}" srcOrd="0" destOrd="0" presId="urn:microsoft.com/office/officeart/2005/8/layout/orgChart1"/>
    <dgm:cxn modelId="{72B11B7D-CAD7-4506-843D-D092B185437F}" srcId="{1100BF75-1E6D-493D-BBC1-C8B779E9ABAC}" destId="{1AF6AFF9-4703-4248-85FF-723EF9ADBAE3}" srcOrd="1" destOrd="0" parTransId="{435B08D8-2A07-4029-9F8E-91F4C2EA5974}" sibTransId="{3C1B4B1A-1D42-44D1-8472-3F3C47CB118E}"/>
    <dgm:cxn modelId="{70C07081-E02A-F741-B5E0-0F54EBA949A3}" type="presOf" srcId="{56808C4D-5809-44A6-8563-71AA4B54E8FD}" destId="{81226E7A-5076-6346-9389-3AB02D368896}" srcOrd="1" destOrd="0" presId="urn:microsoft.com/office/officeart/2005/8/layout/orgChart1"/>
    <dgm:cxn modelId="{85BEC390-C54A-8343-9A9E-8B96F853454E}" type="presOf" srcId="{E4063BA7-463F-4FF5-88AF-652A94CA7B6C}" destId="{4AB19208-ABB2-E547-8D83-2A24BE55210A}" srcOrd="0" destOrd="0" presId="urn:microsoft.com/office/officeart/2005/8/layout/orgChart1"/>
    <dgm:cxn modelId="{02790EA1-A96D-F642-9DEF-D83869DCD620}" type="presOf" srcId="{56808C4D-5809-44A6-8563-71AA4B54E8FD}" destId="{C81A4039-6460-A045-A24B-C2093EF321DE}" srcOrd="0" destOrd="0" presId="urn:microsoft.com/office/officeart/2005/8/layout/orgChart1"/>
    <dgm:cxn modelId="{DBDB28C3-3244-4343-B576-80A9756E9116}" srcId="{E4063BA7-463F-4FF5-88AF-652A94CA7B6C}" destId="{1100BF75-1E6D-493D-BBC1-C8B779E9ABAC}" srcOrd="0" destOrd="0" parTransId="{3A464D62-57D2-4C3C-8BAA-165CA8874FED}" sibTransId="{DFCC25BA-F651-4BAD-B96B-0FF8E23F8B58}"/>
    <dgm:cxn modelId="{942633CA-0EB5-394F-BCF4-FA814F4D7C9B}" type="presOf" srcId="{1AF6AFF9-4703-4248-85FF-723EF9ADBAE3}" destId="{D0F49529-992D-FE43-B5B4-DC9A4F5C9F4C}" srcOrd="1" destOrd="0" presId="urn:microsoft.com/office/officeart/2005/8/layout/orgChart1"/>
    <dgm:cxn modelId="{8A270122-9CA1-7F4B-AD01-C1C9CF8A8B6E}" type="presParOf" srcId="{4AB19208-ABB2-E547-8D83-2A24BE55210A}" destId="{60749B46-5080-A141-9C4A-E8A99A2D67AE}" srcOrd="0" destOrd="0" presId="urn:microsoft.com/office/officeart/2005/8/layout/orgChart1"/>
    <dgm:cxn modelId="{21EFF4BD-01C4-CB45-8B45-93406F1BCEE9}" type="presParOf" srcId="{60749B46-5080-A141-9C4A-E8A99A2D67AE}" destId="{49CB8C72-936F-FA4F-8A2B-716A46433DA5}" srcOrd="0" destOrd="0" presId="urn:microsoft.com/office/officeart/2005/8/layout/orgChart1"/>
    <dgm:cxn modelId="{7F4AB8FE-0A43-844F-B874-557010B24A0F}" type="presParOf" srcId="{49CB8C72-936F-FA4F-8A2B-716A46433DA5}" destId="{2FF04D80-DCE8-9E47-93A9-042320B8DF2D}" srcOrd="0" destOrd="0" presId="urn:microsoft.com/office/officeart/2005/8/layout/orgChart1"/>
    <dgm:cxn modelId="{4796E0AB-4C60-5647-8488-A1A0165A30BA}" type="presParOf" srcId="{49CB8C72-936F-FA4F-8A2B-716A46433DA5}" destId="{D69714CB-29A0-6E43-B1F1-83D21247E80B}" srcOrd="1" destOrd="0" presId="urn:microsoft.com/office/officeart/2005/8/layout/orgChart1"/>
    <dgm:cxn modelId="{EC77C234-C49D-594E-8795-07A56FBF647C}" type="presParOf" srcId="{60749B46-5080-A141-9C4A-E8A99A2D67AE}" destId="{E729F614-835D-CA40-81E3-D5A11CC13915}" srcOrd="1" destOrd="0" presId="urn:microsoft.com/office/officeart/2005/8/layout/orgChart1"/>
    <dgm:cxn modelId="{A45E5216-E1D3-AF49-82C6-BD74C3D34900}" type="presParOf" srcId="{E729F614-835D-CA40-81E3-D5A11CC13915}" destId="{6B2215BF-C11E-D249-9151-07299EE82D50}" srcOrd="0" destOrd="0" presId="urn:microsoft.com/office/officeart/2005/8/layout/orgChart1"/>
    <dgm:cxn modelId="{E576B23A-D781-304E-9DD7-DCF67462209C}" type="presParOf" srcId="{E729F614-835D-CA40-81E3-D5A11CC13915}" destId="{A273B126-ABD8-7448-811D-E9F3424056B3}" srcOrd="1" destOrd="0" presId="urn:microsoft.com/office/officeart/2005/8/layout/orgChart1"/>
    <dgm:cxn modelId="{3360B29C-205D-394C-B731-B2093492C4B0}" type="presParOf" srcId="{A273B126-ABD8-7448-811D-E9F3424056B3}" destId="{DFC858A9-23BD-6B48-B877-2951E956D520}" srcOrd="0" destOrd="0" presId="urn:microsoft.com/office/officeart/2005/8/layout/orgChart1"/>
    <dgm:cxn modelId="{3C79BF76-02F9-3342-80AB-9E808BF31FD3}" type="presParOf" srcId="{DFC858A9-23BD-6B48-B877-2951E956D520}" destId="{C81A4039-6460-A045-A24B-C2093EF321DE}" srcOrd="0" destOrd="0" presId="urn:microsoft.com/office/officeart/2005/8/layout/orgChart1"/>
    <dgm:cxn modelId="{5A5800CC-CC3E-8D4D-85D5-2205846461F2}" type="presParOf" srcId="{DFC858A9-23BD-6B48-B877-2951E956D520}" destId="{81226E7A-5076-6346-9389-3AB02D368896}" srcOrd="1" destOrd="0" presId="urn:microsoft.com/office/officeart/2005/8/layout/orgChart1"/>
    <dgm:cxn modelId="{4B652133-EFF2-104A-8EC4-548516AADCA5}" type="presParOf" srcId="{A273B126-ABD8-7448-811D-E9F3424056B3}" destId="{6B64B663-E1EC-B540-BDB7-42423DAD3457}" srcOrd="1" destOrd="0" presId="urn:microsoft.com/office/officeart/2005/8/layout/orgChart1"/>
    <dgm:cxn modelId="{69D71C6C-0EBF-2845-AC90-47407CFCE1C0}" type="presParOf" srcId="{A273B126-ABD8-7448-811D-E9F3424056B3}" destId="{E98AF1BC-4822-6D4F-A63E-FE81401C83D0}" srcOrd="2" destOrd="0" presId="urn:microsoft.com/office/officeart/2005/8/layout/orgChart1"/>
    <dgm:cxn modelId="{774F7E74-1B60-AA4F-84A6-6A8D6D51B1D5}" type="presParOf" srcId="{E729F614-835D-CA40-81E3-D5A11CC13915}" destId="{FDAA8EA7-EE24-7643-8DEB-47E0E9406559}" srcOrd="2" destOrd="0" presId="urn:microsoft.com/office/officeart/2005/8/layout/orgChart1"/>
    <dgm:cxn modelId="{EC00591C-F95B-AF48-9DE1-13FF0AAD18A9}" type="presParOf" srcId="{E729F614-835D-CA40-81E3-D5A11CC13915}" destId="{46568E23-BCEC-C547-8007-2AF6BEA19FBD}" srcOrd="3" destOrd="0" presId="urn:microsoft.com/office/officeart/2005/8/layout/orgChart1"/>
    <dgm:cxn modelId="{1CE79E04-56AE-3245-BB7C-AE8D95143C0B}" type="presParOf" srcId="{46568E23-BCEC-C547-8007-2AF6BEA19FBD}" destId="{F0BBFFA4-DADF-E14F-9F0B-5D970C372F34}" srcOrd="0" destOrd="0" presId="urn:microsoft.com/office/officeart/2005/8/layout/orgChart1"/>
    <dgm:cxn modelId="{4C2F21F1-6400-BC40-ACA1-2E3159B59D41}" type="presParOf" srcId="{F0BBFFA4-DADF-E14F-9F0B-5D970C372F34}" destId="{FDE1BD1B-AD19-DB43-B7EA-31409CE734E1}" srcOrd="0" destOrd="0" presId="urn:microsoft.com/office/officeart/2005/8/layout/orgChart1"/>
    <dgm:cxn modelId="{D2D137F4-E424-8D48-9EC3-41CFC21D68A2}" type="presParOf" srcId="{F0BBFFA4-DADF-E14F-9F0B-5D970C372F34}" destId="{D0F49529-992D-FE43-B5B4-DC9A4F5C9F4C}" srcOrd="1" destOrd="0" presId="urn:microsoft.com/office/officeart/2005/8/layout/orgChart1"/>
    <dgm:cxn modelId="{FF251BF3-49B9-C947-BF2E-FFF433C1E2D9}" type="presParOf" srcId="{46568E23-BCEC-C547-8007-2AF6BEA19FBD}" destId="{1999590E-770A-D14F-9734-E3BF1EAC2198}" srcOrd="1" destOrd="0" presId="urn:microsoft.com/office/officeart/2005/8/layout/orgChart1"/>
    <dgm:cxn modelId="{3A7F3146-F2A9-7446-B603-CEB5235E66EF}" type="presParOf" srcId="{46568E23-BCEC-C547-8007-2AF6BEA19FBD}" destId="{159C0424-3966-DB4E-A02B-2F81FE014ED9}" srcOrd="2" destOrd="0" presId="urn:microsoft.com/office/officeart/2005/8/layout/orgChart1"/>
    <dgm:cxn modelId="{86DDC5DC-6ECE-9043-A9F2-8EF6334E66A2}" type="presParOf" srcId="{60749B46-5080-A141-9C4A-E8A99A2D67AE}" destId="{3FC39516-AF8D-9840-ACC0-32E5ED6DB54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87C1FA8-5C88-4138-AFA1-D679AC959EE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3D8F4E-EBEF-46A9-A97F-03D9DD5CEC02}">
      <dgm:prSet custT="1"/>
      <dgm:spPr/>
      <dgm:t>
        <a:bodyPr/>
        <a:lstStyle/>
        <a:p>
          <a:r>
            <a:rPr lang="en-IN" sz="2800" dirty="0"/>
            <a:t>A management approach that recognizes organizations as different, which means they face different situations and require different ways of managing.</a:t>
          </a:r>
          <a:endParaRPr lang="en-US" sz="2800" dirty="0"/>
        </a:p>
      </dgm:t>
    </dgm:pt>
    <dgm:pt modelId="{2EE3D324-589A-4090-80FA-AA1EF313D947}" type="parTrans" cxnId="{698D52B7-4212-4A04-923A-7E8C84366DB5}">
      <dgm:prSet/>
      <dgm:spPr/>
      <dgm:t>
        <a:bodyPr/>
        <a:lstStyle/>
        <a:p>
          <a:endParaRPr lang="en-US" sz="2800"/>
        </a:p>
      </dgm:t>
    </dgm:pt>
    <dgm:pt modelId="{29C21CC7-5F41-413B-8EA4-CFA8A01B1F7A}" type="sibTrans" cxnId="{698D52B7-4212-4A04-923A-7E8C84366DB5}">
      <dgm:prSet/>
      <dgm:spPr/>
      <dgm:t>
        <a:bodyPr/>
        <a:lstStyle/>
        <a:p>
          <a:endParaRPr lang="en-US" sz="2800"/>
        </a:p>
      </dgm:t>
    </dgm:pt>
    <dgm:pt modelId="{937462AD-460E-48E3-984E-A84C2C208DE5}">
      <dgm:prSet custT="1"/>
      <dgm:spPr/>
      <dgm:t>
        <a:bodyPr/>
        <a:lstStyle/>
        <a:p>
          <a:r>
            <a:rPr lang="en-IN" sz="2800" dirty="0"/>
            <a:t>There is no one universally applicable set of managerial principles by which to manage organizations.</a:t>
          </a:r>
          <a:endParaRPr lang="en-US" sz="2800" dirty="0"/>
        </a:p>
      </dgm:t>
    </dgm:pt>
    <dgm:pt modelId="{0EEBBAF6-C954-4462-97A5-F517BA40CF73}" type="parTrans" cxnId="{0A9DA2FD-DD88-4F45-9148-980E3E100786}">
      <dgm:prSet/>
      <dgm:spPr/>
      <dgm:t>
        <a:bodyPr/>
        <a:lstStyle/>
        <a:p>
          <a:endParaRPr lang="en-US" sz="2800"/>
        </a:p>
      </dgm:t>
    </dgm:pt>
    <dgm:pt modelId="{83280588-E4CA-4305-8915-133B9C93A914}" type="sibTrans" cxnId="{0A9DA2FD-DD88-4F45-9148-980E3E100786}">
      <dgm:prSet/>
      <dgm:spPr/>
      <dgm:t>
        <a:bodyPr/>
        <a:lstStyle/>
        <a:p>
          <a:endParaRPr lang="en-US" sz="2800"/>
        </a:p>
      </dgm:t>
    </dgm:pt>
    <dgm:pt modelId="{B3D19B6A-26DE-4203-B32A-15A779B73E44}" type="pres">
      <dgm:prSet presAssocID="{887C1FA8-5C88-4138-AFA1-D679AC959EE6}" presName="root" presStyleCnt="0">
        <dgm:presLayoutVars>
          <dgm:dir/>
          <dgm:resizeHandles val="exact"/>
        </dgm:presLayoutVars>
      </dgm:prSet>
      <dgm:spPr/>
    </dgm:pt>
    <dgm:pt modelId="{F2A1B213-ED6B-4738-B91C-A8118E34915D}" type="pres">
      <dgm:prSet presAssocID="{CB3D8F4E-EBEF-46A9-A97F-03D9DD5CEC02}" presName="compNode" presStyleCnt="0"/>
      <dgm:spPr/>
    </dgm:pt>
    <dgm:pt modelId="{DAC45FCF-6149-4D3C-9516-A45A0445001A}" type="pres">
      <dgm:prSet presAssocID="{CB3D8F4E-EBEF-46A9-A97F-03D9DD5CEC0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3EDD8048-E8CA-4BF7-BFED-8D8A7E3B70F8}" type="pres">
      <dgm:prSet presAssocID="{CB3D8F4E-EBEF-46A9-A97F-03D9DD5CEC02}" presName="spaceRect" presStyleCnt="0"/>
      <dgm:spPr/>
    </dgm:pt>
    <dgm:pt modelId="{4962A37E-4702-47F1-914D-5779E03355AD}" type="pres">
      <dgm:prSet presAssocID="{CB3D8F4E-EBEF-46A9-A97F-03D9DD5CEC02}" presName="textRect" presStyleLbl="revTx" presStyleIdx="0" presStyleCnt="2">
        <dgm:presLayoutVars>
          <dgm:chMax val="1"/>
          <dgm:chPref val="1"/>
        </dgm:presLayoutVars>
      </dgm:prSet>
      <dgm:spPr/>
    </dgm:pt>
    <dgm:pt modelId="{373CAE53-77E3-47C1-97B4-93FAE4B0CEF7}" type="pres">
      <dgm:prSet presAssocID="{29C21CC7-5F41-413B-8EA4-CFA8A01B1F7A}" presName="sibTrans" presStyleCnt="0"/>
      <dgm:spPr/>
    </dgm:pt>
    <dgm:pt modelId="{74CA0D04-CB90-421E-8477-D4BADCFB3AC5}" type="pres">
      <dgm:prSet presAssocID="{937462AD-460E-48E3-984E-A84C2C208DE5}" presName="compNode" presStyleCnt="0"/>
      <dgm:spPr/>
    </dgm:pt>
    <dgm:pt modelId="{37607008-119F-4BCE-B8A7-BBE5C86D614B}" type="pres">
      <dgm:prSet presAssocID="{937462AD-460E-48E3-984E-A84C2C208D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A74C38F8-A799-41A1-90B8-70F058E24DA3}" type="pres">
      <dgm:prSet presAssocID="{937462AD-460E-48E3-984E-A84C2C208DE5}" presName="spaceRect" presStyleCnt="0"/>
      <dgm:spPr/>
    </dgm:pt>
    <dgm:pt modelId="{7BA963F0-1D10-4D6A-88B6-2AF780BD35B4}" type="pres">
      <dgm:prSet presAssocID="{937462AD-460E-48E3-984E-A84C2C208DE5}" presName="textRect" presStyleLbl="revTx" presStyleIdx="1" presStyleCnt="2">
        <dgm:presLayoutVars>
          <dgm:chMax val="1"/>
          <dgm:chPref val="1"/>
        </dgm:presLayoutVars>
      </dgm:prSet>
      <dgm:spPr/>
    </dgm:pt>
  </dgm:ptLst>
  <dgm:cxnLst>
    <dgm:cxn modelId="{AB7D733D-0AAE-4E72-A1F8-B246AC258EA5}" type="presOf" srcId="{937462AD-460E-48E3-984E-A84C2C208DE5}" destId="{7BA963F0-1D10-4D6A-88B6-2AF780BD35B4}" srcOrd="0" destOrd="0" presId="urn:microsoft.com/office/officeart/2018/2/layout/IconLabelList"/>
    <dgm:cxn modelId="{AEE200A2-1414-425F-AE77-BCF00AB67065}" type="presOf" srcId="{887C1FA8-5C88-4138-AFA1-D679AC959EE6}" destId="{B3D19B6A-26DE-4203-B32A-15A779B73E44}" srcOrd="0" destOrd="0" presId="urn:microsoft.com/office/officeart/2018/2/layout/IconLabelList"/>
    <dgm:cxn modelId="{698D52B7-4212-4A04-923A-7E8C84366DB5}" srcId="{887C1FA8-5C88-4138-AFA1-D679AC959EE6}" destId="{CB3D8F4E-EBEF-46A9-A97F-03D9DD5CEC02}" srcOrd="0" destOrd="0" parTransId="{2EE3D324-589A-4090-80FA-AA1EF313D947}" sibTransId="{29C21CC7-5F41-413B-8EA4-CFA8A01B1F7A}"/>
    <dgm:cxn modelId="{3D0297D4-73A5-4AB2-B805-508E7F16135D}" type="presOf" srcId="{CB3D8F4E-EBEF-46A9-A97F-03D9DD5CEC02}" destId="{4962A37E-4702-47F1-914D-5779E03355AD}" srcOrd="0" destOrd="0" presId="urn:microsoft.com/office/officeart/2018/2/layout/IconLabelList"/>
    <dgm:cxn modelId="{0A9DA2FD-DD88-4F45-9148-980E3E100786}" srcId="{887C1FA8-5C88-4138-AFA1-D679AC959EE6}" destId="{937462AD-460E-48E3-984E-A84C2C208DE5}" srcOrd="1" destOrd="0" parTransId="{0EEBBAF6-C954-4462-97A5-F517BA40CF73}" sibTransId="{83280588-E4CA-4305-8915-133B9C93A914}"/>
    <dgm:cxn modelId="{BF9525E9-2BA8-493C-B631-E7A46ED76A99}" type="presParOf" srcId="{B3D19B6A-26DE-4203-B32A-15A779B73E44}" destId="{F2A1B213-ED6B-4738-B91C-A8118E34915D}" srcOrd="0" destOrd="0" presId="urn:microsoft.com/office/officeart/2018/2/layout/IconLabelList"/>
    <dgm:cxn modelId="{F42583B3-C3C2-4324-8BB0-5DD7633CCD65}" type="presParOf" srcId="{F2A1B213-ED6B-4738-B91C-A8118E34915D}" destId="{DAC45FCF-6149-4D3C-9516-A45A0445001A}" srcOrd="0" destOrd="0" presId="urn:microsoft.com/office/officeart/2018/2/layout/IconLabelList"/>
    <dgm:cxn modelId="{645A17D5-9EC6-4C37-8CEE-69F48B61A013}" type="presParOf" srcId="{F2A1B213-ED6B-4738-B91C-A8118E34915D}" destId="{3EDD8048-E8CA-4BF7-BFED-8D8A7E3B70F8}" srcOrd="1" destOrd="0" presId="urn:microsoft.com/office/officeart/2018/2/layout/IconLabelList"/>
    <dgm:cxn modelId="{A36B2808-CC1A-4EB2-B89D-F11FED8DFF0C}" type="presParOf" srcId="{F2A1B213-ED6B-4738-B91C-A8118E34915D}" destId="{4962A37E-4702-47F1-914D-5779E03355AD}" srcOrd="2" destOrd="0" presId="urn:microsoft.com/office/officeart/2018/2/layout/IconLabelList"/>
    <dgm:cxn modelId="{0B851754-2D72-4D00-AC1F-2A1D8D74A83B}" type="presParOf" srcId="{B3D19B6A-26DE-4203-B32A-15A779B73E44}" destId="{373CAE53-77E3-47C1-97B4-93FAE4B0CEF7}" srcOrd="1" destOrd="0" presId="urn:microsoft.com/office/officeart/2018/2/layout/IconLabelList"/>
    <dgm:cxn modelId="{AA0F1768-0681-4F34-993D-9F96624FA3FF}" type="presParOf" srcId="{B3D19B6A-26DE-4203-B32A-15A779B73E44}" destId="{74CA0D04-CB90-421E-8477-D4BADCFB3AC5}" srcOrd="2" destOrd="0" presId="urn:microsoft.com/office/officeart/2018/2/layout/IconLabelList"/>
    <dgm:cxn modelId="{7DE6FA03-183F-4022-8645-10F7D575D2F3}" type="presParOf" srcId="{74CA0D04-CB90-421E-8477-D4BADCFB3AC5}" destId="{37607008-119F-4BCE-B8A7-BBE5C86D614B}" srcOrd="0" destOrd="0" presId="urn:microsoft.com/office/officeart/2018/2/layout/IconLabelList"/>
    <dgm:cxn modelId="{1516CD55-E493-4FA1-9A63-104581E8B4A4}" type="presParOf" srcId="{74CA0D04-CB90-421E-8477-D4BADCFB3AC5}" destId="{A74C38F8-A799-41A1-90B8-70F058E24DA3}" srcOrd="1" destOrd="0" presId="urn:microsoft.com/office/officeart/2018/2/layout/IconLabelList"/>
    <dgm:cxn modelId="{1A2BCD2A-7628-497C-A3CA-3F24829C6362}" type="presParOf" srcId="{74CA0D04-CB90-421E-8477-D4BADCFB3AC5}" destId="{7BA963F0-1D10-4D6A-88B6-2AF780BD35B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7BC8A1-8F6E-4D9B-A461-585325E0F391}"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IN"/>
        </a:p>
      </dgm:t>
    </dgm:pt>
    <dgm:pt modelId="{C28C44B5-74DA-4B00-A6A5-25928FB37163}">
      <dgm:prSet phldrT="[Text]"/>
      <dgm:spPr/>
      <dgm:t>
        <a:bodyPr/>
        <a:lstStyle/>
        <a:p>
          <a:r>
            <a:rPr lang="en-IN" dirty="0"/>
            <a:t>Popular Variables</a:t>
          </a:r>
        </a:p>
      </dgm:t>
    </dgm:pt>
    <dgm:pt modelId="{DD18D618-81EB-4AEC-AB09-F76159A616EF}" type="parTrans" cxnId="{0A920A8D-37B2-4F0B-B044-E0531897BD88}">
      <dgm:prSet/>
      <dgm:spPr/>
      <dgm:t>
        <a:bodyPr/>
        <a:lstStyle/>
        <a:p>
          <a:endParaRPr lang="en-IN"/>
        </a:p>
      </dgm:t>
    </dgm:pt>
    <dgm:pt modelId="{113D65AA-5B81-4E27-9E1F-B8E9648EF282}" type="sibTrans" cxnId="{0A920A8D-37B2-4F0B-B044-E0531897BD88}">
      <dgm:prSet/>
      <dgm:spPr/>
      <dgm:t>
        <a:bodyPr/>
        <a:lstStyle/>
        <a:p>
          <a:endParaRPr lang="en-IN"/>
        </a:p>
      </dgm:t>
    </dgm:pt>
    <dgm:pt modelId="{DE348735-8B69-41C3-981A-536C6650A2CE}">
      <dgm:prSet phldrT="[Text]"/>
      <dgm:spPr/>
      <dgm:t>
        <a:bodyPr/>
        <a:lstStyle/>
        <a:p>
          <a:r>
            <a:rPr lang="en-IN" dirty="0"/>
            <a:t>Organization Size</a:t>
          </a:r>
        </a:p>
      </dgm:t>
    </dgm:pt>
    <dgm:pt modelId="{98941DAD-DAD1-4B24-BB49-4C496EFFDA0D}" type="parTrans" cxnId="{139C786F-4825-452F-A9F6-12348F43F36F}">
      <dgm:prSet/>
      <dgm:spPr/>
      <dgm:t>
        <a:bodyPr/>
        <a:lstStyle/>
        <a:p>
          <a:endParaRPr lang="en-IN"/>
        </a:p>
      </dgm:t>
    </dgm:pt>
    <dgm:pt modelId="{56705266-BC3F-4534-BF1B-EB36C8D7425E}" type="sibTrans" cxnId="{139C786F-4825-452F-A9F6-12348F43F36F}">
      <dgm:prSet/>
      <dgm:spPr/>
      <dgm:t>
        <a:bodyPr/>
        <a:lstStyle/>
        <a:p>
          <a:endParaRPr lang="en-IN"/>
        </a:p>
      </dgm:t>
    </dgm:pt>
    <dgm:pt modelId="{8DE8C311-1F43-4D46-8D7B-9A972BD1CECE}">
      <dgm:prSet phldrT="[Text]"/>
      <dgm:spPr/>
      <dgm:t>
        <a:bodyPr/>
        <a:lstStyle/>
        <a:p>
          <a:r>
            <a:rPr lang="en-IN" dirty="0"/>
            <a:t>Routineness of Task Technology</a:t>
          </a:r>
        </a:p>
      </dgm:t>
    </dgm:pt>
    <dgm:pt modelId="{B5BA7036-3B67-4984-8F8C-2B7E5C6F29BE}" type="parTrans" cxnId="{94159F51-6B8B-43D1-B2FF-7070EA0E333A}">
      <dgm:prSet/>
      <dgm:spPr/>
      <dgm:t>
        <a:bodyPr/>
        <a:lstStyle/>
        <a:p>
          <a:endParaRPr lang="en-IN"/>
        </a:p>
      </dgm:t>
    </dgm:pt>
    <dgm:pt modelId="{9D7616CD-E5D4-4169-8389-8DCD250F2CD9}" type="sibTrans" cxnId="{94159F51-6B8B-43D1-B2FF-7070EA0E333A}">
      <dgm:prSet/>
      <dgm:spPr/>
      <dgm:t>
        <a:bodyPr/>
        <a:lstStyle/>
        <a:p>
          <a:endParaRPr lang="en-IN"/>
        </a:p>
      </dgm:t>
    </dgm:pt>
    <dgm:pt modelId="{C1ED53E6-13BE-4148-BBAA-6987D0137359}">
      <dgm:prSet phldrT="[Text]"/>
      <dgm:spPr/>
      <dgm:t>
        <a:bodyPr/>
        <a:lstStyle/>
        <a:p>
          <a:r>
            <a:rPr lang="en-IN" dirty="0"/>
            <a:t>Environmental Uncertainty</a:t>
          </a:r>
        </a:p>
      </dgm:t>
    </dgm:pt>
    <dgm:pt modelId="{053C84D2-8943-4FCC-A4BD-23993C6B5B22}" type="parTrans" cxnId="{4C7FC53F-979A-4A77-BACB-075362807FAC}">
      <dgm:prSet/>
      <dgm:spPr/>
      <dgm:t>
        <a:bodyPr/>
        <a:lstStyle/>
        <a:p>
          <a:endParaRPr lang="en-IN"/>
        </a:p>
      </dgm:t>
    </dgm:pt>
    <dgm:pt modelId="{0439EB22-70CC-4040-A045-29B41B5242B7}" type="sibTrans" cxnId="{4C7FC53F-979A-4A77-BACB-075362807FAC}">
      <dgm:prSet/>
      <dgm:spPr/>
      <dgm:t>
        <a:bodyPr/>
        <a:lstStyle/>
        <a:p>
          <a:endParaRPr lang="en-IN"/>
        </a:p>
      </dgm:t>
    </dgm:pt>
    <dgm:pt modelId="{1F3D1716-785E-47E4-B427-1978F5598F9A}">
      <dgm:prSet phldrT="[Text]"/>
      <dgm:spPr/>
      <dgm:t>
        <a:bodyPr/>
        <a:lstStyle/>
        <a:p>
          <a:r>
            <a:rPr lang="en-IN" dirty="0"/>
            <a:t>Individual Differences</a:t>
          </a:r>
        </a:p>
      </dgm:t>
    </dgm:pt>
    <dgm:pt modelId="{F3D5B341-230B-45E9-858C-CB5B52821523}" type="parTrans" cxnId="{04A70CAA-B557-4277-B23D-42F53F47CBF7}">
      <dgm:prSet/>
      <dgm:spPr/>
      <dgm:t>
        <a:bodyPr/>
        <a:lstStyle/>
        <a:p>
          <a:endParaRPr lang="en-IN"/>
        </a:p>
      </dgm:t>
    </dgm:pt>
    <dgm:pt modelId="{B196FA1F-2DD5-415A-A04A-2C087BD6837B}" type="sibTrans" cxnId="{04A70CAA-B557-4277-B23D-42F53F47CBF7}">
      <dgm:prSet/>
      <dgm:spPr/>
      <dgm:t>
        <a:bodyPr/>
        <a:lstStyle/>
        <a:p>
          <a:endParaRPr lang="en-IN"/>
        </a:p>
      </dgm:t>
    </dgm:pt>
    <dgm:pt modelId="{EF874757-7E6D-4D5B-9E63-02DBCBAF18F8}" type="pres">
      <dgm:prSet presAssocID="{8B7BC8A1-8F6E-4D9B-A461-585325E0F391}" presName="diagram" presStyleCnt="0">
        <dgm:presLayoutVars>
          <dgm:chMax val="1"/>
          <dgm:dir/>
          <dgm:animLvl val="ctr"/>
          <dgm:resizeHandles val="exact"/>
        </dgm:presLayoutVars>
      </dgm:prSet>
      <dgm:spPr/>
    </dgm:pt>
    <dgm:pt modelId="{309BE997-2C6F-487D-8D47-473EB38DAB68}" type="pres">
      <dgm:prSet presAssocID="{8B7BC8A1-8F6E-4D9B-A461-585325E0F391}" presName="matrix" presStyleCnt="0"/>
      <dgm:spPr/>
    </dgm:pt>
    <dgm:pt modelId="{E2ACF5E6-21A9-407C-8112-C557B573B04A}" type="pres">
      <dgm:prSet presAssocID="{8B7BC8A1-8F6E-4D9B-A461-585325E0F391}" presName="tile1" presStyleLbl="node1" presStyleIdx="0" presStyleCnt="4"/>
      <dgm:spPr/>
    </dgm:pt>
    <dgm:pt modelId="{858C7510-FC5C-41EC-9282-C003D1DF8531}" type="pres">
      <dgm:prSet presAssocID="{8B7BC8A1-8F6E-4D9B-A461-585325E0F391}" presName="tile1text" presStyleLbl="node1" presStyleIdx="0" presStyleCnt="4">
        <dgm:presLayoutVars>
          <dgm:chMax val="0"/>
          <dgm:chPref val="0"/>
          <dgm:bulletEnabled val="1"/>
        </dgm:presLayoutVars>
      </dgm:prSet>
      <dgm:spPr/>
    </dgm:pt>
    <dgm:pt modelId="{BD9C16E2-8BC4-4CA3-8587-03E9AD704D1D}" type="pres">
      <dgm:prSet presAssocID="{8B7BC8A1-8F6E-4D9B-A461-585325E0F391}" presName="tile2" presStyleLbl="node1" presStyleIdx="1" presStyleCnt="4"/>
      <dgm:spPr/>
    </dgm:pt>
    <dgm:pt modelId="{6F10AA8D-AF03-4328-99D5-3058634EE5E2}" type="pres">
      <dgm:prSet presAssocID="{8B7BC8A1-8F6E-4D9B-A461-585325E0F391}" presName="tile2text" presStyleLbl="node1" presStyleIdx="1" presStyleCnt="4">
        <dgm:presLayoutVars>
          <dgm:chMax val="0"/>
          <dgm:chPref val="0"/>
          <dgm:bulletEnabled val="1"/>
        </dgm:presLayoutVars>
      </dgm:prSet>
      <dgm:spPr/>
    </dgm:pt>
    <dgm:pt modelId="{B128F572-1ABC-415A-BC11-02B97B7E711D}" type="pres">
      <dgm:prSet presAssocID="{8B7BC8A1-8F6E-4D9B-A461-585325E0F391}" presName="tile3" presStyleLbl="node1" presStyleIdx="2" presStyleCnt="4"/>
      <dgm:spPr/>
    </dgm:pt>
    <dgm:pt modelId="{4E46C33E-0F5D-49BD-B52C-1E442F337AB4}" type="pres">
      <dgm:prSet presAssocID="{8B7BC8A1-8F6E-4D9B-A461-585325E0F391}" presName="tile3text" presStyleLbl="node1" presStyleIdx="2" presStyleCnt="4">
        <dgm:presLayoutVars>
          <dgm:chMax val="0"/>
          <dgm:chPref val="0"/>
          <dgm:bulletEnabled val="1"/>
        </dgm:presLayoutVars>
      </dgm:prSet>
      <dgm:spPr/>
    </dgm:pt>
    <dgm:pt modelId="{AF32ADEE-D2F9-456B-A80A-E57BE62781D0}" type="pres">
      <dgm:prSet presAssocID="{8B7BC8A1-8F6E-4D9B-A461-585325E0F391}" presName="tile4" presStyleLbl="node1" presStyleIdx="3" presStyleCnt="4"/>
      <dgm:spPr/>
    </dgm:pt>
    <dgm:pt modelId="{4D0CDEA7-6045-4895-9BFA-7B506C2A1CBC}" type="pres">
      <dgm:prSet presAssocID="{8B7BC8A1-8F6E-4D9B-A461-585325E0F391}" presName="tile4text" presStyleLbl="node1" presStyleIdx="3" presStyleCnt="4">
        <dgm:presLayoutVars>
          <dgm:chMax val="0"/>
          <dgm:chPref val="0"/>
          <dgm:bulletEnabled val="1"/>
        </dgm:presLayoutVars>
      </dgm:prSet>
      <dgm:spPr/>
    </dgm:pt>
    <dgm:pt modelId="{D2F54870-FF71-47DB-8A11-149625D52320}" type="pres">
      <dgm:prSet presAssocID="{8B7BC8A1-8F6E-4D9B-A461-585325E0F391}" presName="centerTile" presStyleLbl="fgShp" presStyleIdx="0" presStyleCnt="1">
        <dgm:presLayoutVars>
          <dgm:chMax val="0"/>
          <dgm:chPref val="0"/>
        </dgm:presLayoutVars>
      </dgm:prSet>
      <dgm:spPr/>
    </dgm:pt>
  </dgm:ptLst>
  <dgm:cxnLst>
    <dgm:cxn modelId="{196CF605-5770-45CC-AF15-56636B9E324F}" type="presOf" srcId="{8B7BC8A1-8F6E-4D9B-A461-585325E0F391}" destId="{EF874757-7E6D-4D5B-9E63-02DBCBAF18F8}" srcOrd="0" destOrd="0" presId="urn:microsoft.com/office/officeart/2005/8/layout/matrix1"/>
    <dgm:cxn modelId="{1CB2F723-FBC9-42A4-B69A-BCCC6403C2A2}" type="presOf" srcId="{C1ED53E6-13BE-4148-BBAA-6987D0137359}" destId="{4E46C33E-0F5D-49BD-B52C-1E442F337AB4}" srcOrd="1" destOrd="0" presId="urn:microsoft.com/office/officeart/2005/8/layout/matrix1"/>
    <dgm:cxn modelId="{4C7FC53F-979A-4A77-BACB-075362807FAC}" srcId="{C28C44B5-74DA-4B00-A6A5-25928FB37163}" destId="{C1ED53E6-13BE-4148-BBAA-6987D0137359}" srcOrd="2" destOrd="0" parTransId="{053C84D2-8943-4FCC-A4BD-23993C6B5B22}" sibTransId="{0439EB22-70CC-4040-A045-29B41B5242B7}"/>
    <dgm:cxn modelId="{0926C345-7DF1-435D-B081-437F5AA5DB98}" type="presOf" srcId="{1F3D1716-785E-47E4-B427-1978F5598F9A}" destId="{AF32ADEE-D2F9-456B-A80A-E57BE62781D0}" srcOrd="0" destOrd="0" presId="urn:microsoft.com/office/officeart/2005/8/layout/matrix1"/>
    <dgm:cxn modelId="{A3A2BB50-568B-4938-9031-0F7699BE39E9}" type="presOf" srcId="{DE348735-8B69-41C3-981A-536C6650A2CE}" destId="{E2ACF5E6-21A9-407C-8112-C557B573B04A}" srcOrd="0" destOrd="0" presId="urn:microsoft.com/office/officeart/2005/8/layout/matrix1"/>
    <dgm:cxn modelId="{94159F51-6B8B-43D1-B2FF-7070EA0E333A}" srcId="{C28C44B5-74DA-4B00-A6A5-25928FB37163}" destId="{8DE8C311-1F43-4D46-8D7B-9A972BD1CECE}" srcOrd="1" destOrd="0" parTransId="{B5BA7036-3B67-4984-8F8C-2B7E5C6F29BE}" sibTransId="{9D7616CD-E5D4-4169-8389-8DCD250F2CD9}"/>
    <dgm:cxn modelId="{D1DBCA55-B1C2-4F8B-AF5A-50A631489EF4}" type="presOf" srcId="{DE348735-8B69-41C3-981A-536C6650A2CE}" destId="{858C7510-FC5C-41EC-9282-C003D1DF8531}" srcOrd="1" destOrd="0" presId="urn:microsoft.com/office/officeart/2005/8/layout/matrix1"/>
    <dgm:cxn modelId="{139C786F-4825-452F-A9F6-12348F43F36F}" srcId="{C28C44B5-74DA-4B00-A6A5-25928FB37163}" destId="{DE348735-8B69-41C3-981A-536C6650A2CE}" srcOrd="0" destOrd="0" parTransId="{98941DAD-DAD1-4B24-BB49-4C496EFFDA0D}" sibTransId="{56705266-BC3F-4534-BF1B-EB36C8D7425E}"/>
    <dgm:cxn modelId="{0A920A8D-37B2-4F0B-B044-E0531897BD88}" srcId="{8B7BC8A1-8F6E-4D9B-A461-585325E0F391}" destId="{C28C44B5-74DA-4B00-A6A5-25928FB37163}" srcOrd="0" destOrd="0" parTransId="{DD18D618-81EB-4AEC-AB09-F76159A616EF}" sibTransId="{113D65AA-5B81-4E27-9E1F-B8E9648EF282}"/>
    <dgm:cxn modelId="{9273CF92-4118-4B55-8D13-0970FE3D3307}" type="presOf" srcId="{8DE8C311-1F43-4D46-8D7B-9A972BD1CECE}" destId="{BD9C16E2-8BC4-4CA3-8587-03E9AD704D1D}" srcOrd="0" destOrd="0" presId="urn:microsoft.com/office/officeart/2005/8/layout/matrix1"/>
    <dgm:cxn modelId="{05C12E9C-65E5-4EFE-9515-2A4766A7495D}" type="presOf" srcId="{C1ED53E6-13BE-4148-BBAA-6987D0137359}" destId="{B128F572-1ABC-415A-BC11-02B97B7E711D}" srcOrd="0" destOrd="0" presId="urn:microsoft.com/office/officeart/2005/8/layout/matrix1"/>
    <dgm:cxn modelId="{04A70CAA-B557-4277-B23D-42F53F47CBF7}" srcId="{C28C44B5-74DA-4B00-A6A5-25928FB37163}" destId="{1F3D1716-785E-47E4-B427-1978F5598F9A}" srcOrd="3" destOrd="0" parTransId="{F3D5B341-230B-45E9-858C-CB5B52821523}" sibTransId="{B196FA1F-2DD5-415A-A04A-2C087BD6837B}"/>
    <dgm:cxn modelId="{82C6AAAF-2643-47D2-9183-7EF6A0385269}" type="presOf" srcId="{C28C44B5-74DA-4B00-A6A5-25928FB37163}" destId="{D2F54870-FF71-47DB-8A11-149625D52320}" srcOrd="0" destOrd="0" presId="urn:microsoft.com/office/officeart/2005/8/layout/matrix1"/>
    <dgm:cxn modelId="{37536ABF-1CE4-41D6-8329-B2A88FFE2F14}" type="presOf" srcId="{1F3D1716-785E-47E4-B427-1978F5598F9A}" destId="{4D0CDEA7-6045-4895-9BFA-7B506C2A1CBC}" srcOrd="1" destOrd="0" presId="urn:microsoft.com/office/officeart/2005/8/layout/matrix1"/>
    <dgm:cxn modelId="{777422F4-18A8-4C8E-BA03-4F61B1E67FE0}" type="presOf" srcId="{8DE8C311-1F43-4D46-8D7B-9A972BD1CECE}" destId="{6F10AA8D-AF03-4328-99D5-3058634EE5E2}" srcOrd="1" destOrd="0" presId="urn:microsoft.com/office/officeart/2005/8/layout/matrix1"/>
    <dgm:cxn modelId="{AC33FCCD-2D00-488B-9E3B-EADD48B582BA}" type="presParOf" srcId="{EF874757-7E6D-4D5B-9E63-02DBCBAF18F8}" destId="{309BE997-2C6F-487D-8D47-473EB38DAB68}" srcOrd="0" destOrd="0" presId="urn:microsoft.com/office/officeart/2005/8/layout/matrix1"/>
    <dgm:cxn modelId="{BD3D3865-6CBF-4A73-9362-39CB51493102}" type="presParOf" srcId="{309BE997-2C6F-487D-8D47-473EB38DAB68}" destId="{E2ACF5E6-21A9-407C-8112-C557B573B04A}" srcOrd="0" destOrd="0" presId="urn:microsoft.com/office/officeart/2005/8/layout/matrix1"/>
    <dgm:cxn modelId="{88A3FD78-42D7-4550-AD48-3DDD72884981}" type="presParOf" srcId="{309BE997-2C6F-487D-8D47-473EB38DAB68}" destId="{858C7510-FC5C-41EC-9282-C003D1DF8531}" srcOrd="1" destOrd="0" presId="urn:microsoft.com/office/officeart/2005/8/layout/matrix1"/>
    <dgm:cxn modelId="{514CB2FF-8CD7-4E70-8F32-8A7CAD6E800A}" type="presParOf" srcId="{309BE997-2C6F-487D-8D47-473EB38DAB68}" destId="{BD9C16E2-8BC4-4CA3-8587-03E9AD704D1D}" srcOrd="2" destOrd="0" presId="urn:microsoft.com/office/officeart/2005/8/layout/matrix1"/>
    <dgm:cxn modelId="{10E209A9-3B1D-4CD5-9696-70F12F3D9D94}" type="presParOf" srcId="{309BE997-2C6F-487D-8D47-473EB38DAB68}" destId="{6F10AA8D-AF03-4328-99D5-3058634EE5E2}" srcOrd="3" destOrd="0" presId="urn:microsoft.com/office/officeart/2005/8/layout/matrix1"/>
    <dgm:cxn modelId="{1F064F37-9BA3-42CE-A36A-97C4E08E5980}" type="presParOf" srcId="{309BE997-2C6F-487D-8D47-473EB38DAB68}" destId="{B128F572-1ABC-415A-BC11-02B97B7E711D}" srcOrd="4" destOrd="0" presId="urn:microsoft.com/office/officeart/2005/8/layout/matrix1"/>
    <dgm:cxn modelId="{81D2FA66-B082-42C1-8CB9-D82699C979DD}" type="presParOf" srcId="{309BE997-2C6F-487D-8D47-473EB38DAB68}" destId="{4E46C33E-0F5D-49BD-B52C-1E442F337AB4}" srcOrd="5" destOrd="0" presId="urn:microsoft.com/office/officeart/2005/8/layout/matrix1"/>
    <dgm:cxn modelId="{A2A4EB8A-3734-4FB2-9121-2DBA3841E59A}" type="presParOf" srcId="{309BE997-2C6F-487D-8D47-473EB38DAB68}" destId="{AF32ADEE-D2F9-456B-A80A-E57BE62781D0}" srcOrd="6" destOrd="0" presId="urn:microsoft.com/office/officeart/2005/8/layout/matrix1"/>
    <dgm:cxn modelId="{BC894E3A-D8BD-44BD-BD81-4E4D26B90B44}" type="presParOf" srcId="{309BE997-2C6F-487D-8D47-473EB38DAB68}" destId="{4D0CDEA7-6045-4895-9BFA-7B506C2A1CBC}" srcOrd="7" destOrd="0" presId="urn:microsoft.com/office/officeart/2005/8/layout/matrix1"/>
    <dgm:cxn modelId="{CDBA5F71-AF23-4120-B945-8901CA57F5D3}" type="presParOf" srcId="{EF874757-7E6D-4D5B-9E63-02DBCBAF18F8}" destId="{D2F54870-FF71-47DB-8A11-149625D52320}"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9B5C377-00F3-488E-BD98-CC2E8357E5E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041E47C-D993-4D43-A78C-F8FE99DB4243}">
      <dgm:prSet custT="1"/>
      <dgm:spPr/>
      <dgm:t>
        <a:bodyPr/>
        <a:lstStyle/>
        <a:p>
          <a:r>
            <a:rPr lang="en-IN" sz="2000" dirty="0"/>
            <a:t>Manager will be able to identify and to solve problems under different situations.</a:t>
          </a:r>
          <a:endParaRPr lang="en-US" sz="2000" dirty="0"/>
        </a:p>
      </dgm:t>
    </dgm:pt>
    <dgm:pt modelId="{2B1B61EE-9051-48D2-AB38-E1AA79E9A00F}" type="parTrans" cxnId="{D9410179-5B25-41E7-B177-7963C18BE7A6}">
      <dgm:prSet/>
      <dgm:spPr/>
      <dgm:t>
        <a:bodyPr/>
        <a:lstStyle/>
        <a:p>
          <a:endParaRPr lang="en-US"/>
        </a:p>
      </dgm:t>
    </dgm:pt>
    <dgm:pt modelId="{D4EF2081-DF9A-41F9-9BD1-2CAE3160A2A8}" type="sibTrans" cxnId="{D9410179-5B25-41E7-B177-7963C18BE7A6}">
      <dgm:prSet/>
      <dgm:spPr/>
      <dgm:t>
        <a:bodyPr/>
        <a:lstStyle/>
        <a:p>
          <a:endParaRPr lang="en-US"/>
        </a:p>
      </dgm:t>
    </dgm:pt>
    <dgm:pt modelId="{E54667BF-08D9-479D-AB16-948151DA7617}">
      <dgm:prSet custT="1"/>
      <dgm:spPr/>
      <dgm:t>
        <a:bodyPr/>
        <a:lstStyle/>
        <a:p>
          <a:r>
            <a:rPr lang="en-IN" sz="2000" dirty="0"/>
            <a:t>Manager will be able to recognize that the successful application of a technique in one situation does not guarantee success in another.</a:t>
          </a:r>
          <a:endParaRPr lang="en-US" sz="2000" dirty="0"/>
        </a:p>
      </dgm:t>
    </dgm:pt>
    <dgm:pt modelId="{D94C9253-ABF8-4F85-B6B8-70F5D45733DA}" type="parTrans" cxnId="{1BD4DBCB-FCA7-4CC6-9369-C6C29CF69E1F}">
      <dgm:prSet/>
      <dgm:spPr/>
      <dgm:t>
        <a:bodyPr/>
        <a:lstStyle/>
        <a:p>
          <a:endParaRPr lang="en-US"/>
        </a:p>
      </dgm:t>
    </dgm:pt>
    <dgm:pt modelId="{9FAE6FE3-A734-488D-9F32-FEE5BECEE568}" type="sibTrans" cxnId="{1BD4DBCB-FCA7-4CC6-9369-C6C29CF69E1F}">
      <dgm:prSet/>
      <dgm:spPr/>
      <dgm:t>
        <a:bodyPr/>
        <a:lstStyle/>
        <a:p>
          <a:endParaRPr lang="en-US"/>
        </a:p>
      </dgm:t>
    </dgm:pt>
    <dgm:pt modelId="{3B1121CE-50E8-4B87-81F7-BA3898507026}">
      <dgm:prSet custT="1"/>
      <dgm:spPr/>
      <dgm:t>
        <a:bodyPr/>
        <a:lstStyle/>
        <a:p>
          <a:r>
            <a:rPr lang="en-IN" sz="2000" dirty="0"/>
            <a:t>Manager will be able to examine each situation in terms of how it is affected by the contextual, organizational and human dimensions.</a:t>
          </a:r>
          <a:endParaRPr lang="en-US" sz="2000" dirty="0"/>
        </a:p>
      </dgm:t>
    </dgm:pt>
    <dgm:pt modelId="{50DBAA83-5491-4DBE-8BAD-E1DBE29699EC}" type="parTrans" cxnId="{F2B7C1BD-7FE3-438F-AF95-2654DEF9C5A1}">
      <dgm:prSet/>
      <dgm:spPr/>
      <dgm:t>
        <a:bodyPr/>
        <a:lstStyle/>
        <a:p>
          <a:endParaRPr lang="en-US"/>
        </a:p>
      </dgm:t>
    </dgm:pt>
    <dgm:pt modelId="{D3A43CEC-9012-458D-AC19-3D6F576F90B6}" type="sibTrans" cxnId="{F2B7C1BD-7FE3-438F-AF95-2654DEF9C5A1}">
      <dgm:prSet/>
      <dgm:spPr/>
      <dgm:t>
        <a:bodyPr/>
        <a:lstStyle/>
        <a:p>
          <a:endParaRPr lang="en-US"/>
        </a:p>
      </dgm:t>
    </dgm:pt>
    <dgm:pt modelId="{C6102300-B664-4ED7-97CD-CC6910B5F8C2}" type="pres">
      <dgm:prSet presAssocID="{29B5C377-00F3-488E-BD98-CC2E8357E5E5}" presName="root" presStyleCnt="0">
        <dgm:presLayoutVars>
          <dgm:dir/>
          <dgm:resizeHandles val="exact"/>
        </dgm:presLayoutVars>
      </dgm:prSet>
      <dgm:spPr/>
    </dgm:pt>
    <dgm:pt modelId="{9EB2F618-E1C6-4BB6-A668-EDAC67715546}" type="pres">
      <dgm:prSet presAssocID="{5041E47C-D993-4D43-A78C-F8FE99DB4243}" presName="compNode" presStyleCnt="0"/>
      <dgm:spPr/>
    </dgm:pt>
    <dgm:pt modelId="{FB42B250-4F74-4AFA-B8F5-B08D14C997F1}" type="pres">
      <dgm:prSet presAssocID="{5041E47C-D993-4D43-A78C-F8FE99DB424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B5A168D0-5A2A-4318-8A2C-CE23A6FBA459}" type="pres">
      <dgm:prSet presAssocID="{5041E47C-D993-4D43-A78C-F8FE99DB4243}" presName="spaceRect" presStyleCnt="0"/>
      <dgm:spPr/>
    </dgm:pt>
    <dgm:pt modelId="{562D12DB-4941-4327-9999-A51857549F1B}" type="pres">
      <dgm:prSet presAssocID="{5041E47C-D993-4D43-A78C-F8FE99DB4243}" presName="textRect" presStyleLbl="revTx" presStyleIdx="0" presStyleCnt="3">
        <dgm:presLayoutVars>
          <dgm:chMax val="1"/>
          <dgm:chPref val="1"/>
        </dgm:presLayoutVars>
      </dgm:prSet>
      <dgm:spPr/>
    </dgm:pt>
    <dgm:pt modelId="{FF92BCB9-4464-43D4-AE7D-63C1831427A6}" type="pres">
      <dgm:prSet presAssocID="{D4EF2081-DF9A-41F9-9BD1-2CAE3160A2A8}" presName="sibTrans" presStyleCnt="0"/>
      <dgm:spPr/>
    </dgm:pt>
    <dgm:pt modelId="{5A1B8C55-E77D-423E-B948-40CE7BD78A45}" type="pres">
      <dgm:prSet presAssocID="{E54667BF-08D9-479D-AB16-948151DA7617}" presName="compNode" presStyleCnt="0"/>
      <dgm:spPr/>
    </dgm:pt>
    <dgm:pt modelId="{B772B60A-2FF1-4CBF-B64F-5A7C0755F0E4}" type="pres">
      <dgm:prSet presAssocID="{E54667BF-08D9-479D-AB16-948151DA76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CAB50787-73A5-419F-882D-DBAAA9B5CE18}" type="pres">
      <dgm:prSet presAssocID="{E54667BF-08D9-479D-AB16-948151DA7617}" presName="spaceRect" presStyleCnt="0"/>
      <dgm:spPr/>
    </dgm:pt>
    <dgm:pt modelId="{46F8A085-C446-4DF0-9B21-A484EF102A83}" type="pres">
      <dgm:prSet presAssocID="{E54667BF-08D9-479D-AB16-948151DA7617}" presName="textRect" presStyleLbl="revTx" presStyleIdx="1" presStyleCnt="3">
        <dgm:presLayoutVars>
          <dgm:chMax val="1"/>
          <dgm:chPref val="1"/>
        </dgm:presLayoutVars>
      </dgm:prSet>
      <dgm:spPr/>
    </dgm:pt>
    <dgm:pt modelId="{6DCE776B-ED8C-4D67-9ACF-A24DED7819FC}" type="pres">
      <dgm:prSet presAssocID="{9FAE6FE3-A734-488D-9F32-FEE5BECEE568}" presName="sibTrans" presStyleCnt="0"/>
      <dgm:spPr/>
    </dgm:pt>
    <dgm:pt modelId="{C820D006-20FF-457E-8C7E-82067440DFEC}" type="pres">
      <dgm:prSet presAssocID="{3B1121CE-50E8-4B87-81F7-BA3898507026}" presName="compNode" presStyleCnt="0"/>
      <dgm:spPr/>
    </dgm:pt>
    <dgm:pt modelId="{4922CB0B-356F-483E-B9C4-990A9E6B6CB5}" type="pres">
      <dgm:prSet presAssocID="{3B1121CE-50E8-4B87-81F7-BA389850702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of People"/>
        </a:ext>
      </dgm:extLst>
    </dgm:pt>
    <dgm:pt modelId="{11D2CE79-E814-4B98-9461-CA541835181E}" type="pres">
      <dgm:prSet presAssocID="{3B1121CE-50E8-4B87-81F7-BA3898507026}" presName="spaceRect" presStyleCnt="0"/>
      <dgm:spPr/>
    </dgm:pt>
    <dgm:pt modelId="{94F61D35-360C-46BB-9C0C-A2C1D43C1428}" type="pres">
      <dgm:prSet presAssocID="{3B1121CE-50E8-4B87-81F7-BA3898507026}" presName="textRect" presStyleLbl="revTx" presStyleIdx="2" presStyleCnt="3">
        <dgm:presLayoutVars>
          <dgm:chMax val="1"/>
          <dgm:chPref val="1"/>
        </dgm:presLayoutVars>
      </dgm:prSet>
      <dgm:spPr/>
    </dgm:pt>
  </dgm:ptLst>
  <dgm:cxnLst>
    <dgm:cxn modelId="{D9410179-5B25-41E7-B177-7963C18BE7A6}" srcId="{29B5C377-00F3-488E-BD98-CC2E8357E5E5}" destId="{5041E47C-D993-4D43-A78C-F8FE99DB4243}" srcOrd="0" destOrd="0" parTransId="{2B1B61EE-9051-48D2-AB38-E1AA79E9A00F}" sibTransId="{D4EF2081-DF9A-41F9-9BD1-2CAE3160A2A8}"/>
    <dgm:cxn modelId="{8D74F28C-9685-43D8-A506-ADCF6C9EBEFC}" type="presOf" srcId="{5041E47C-D993-4D43-A78C-F8FE99DB4243}" destId="{562D12DB-4941-4327-9999-A51857549F1B}" srcOrd="0" destOrd="0" presId="urn:microsoft.com/office/officeart/2018/2/layout/IconLabelList"/>
    <dgm:cxn modelId="{F2B7C1BD-7FE3-438F-AF95-2654DEF9C5A1}" srcId="{29B5C377-00F3-488E-BD98-CC2E8357E5E5}" destId="{3B1121CE-50E8-4B87-81F7-BA3898507026}" srcOrd="2" destOrd="0" parTransId="{50DBAA83-5491-4DBE-8BAD-E1DBE29699EC}" sibTransId="{D3A43CEC-9012-458D-AC19-3D6F576F90B6}"/>
    <dgm:cxn modelId="{E54C20C0-7FFE-4219-AE74-1B18D493BF07}" type="presOf" srcId="{29B5C377-00F3-488E-BD98-CC2E8357E5E5}" destId="{C6102300-B664-4ED7-97CD-CC6910B5F8C2}" srcOrd="0" destOrd="0" presId="urn:microsoft.com/office/officeart/2018/2/layout/IconLabelList"/>
    <dgm:cxn modelId="{1BD4DBCB-FCA7-4CC6-9369-C6C29CF69E1F}" srcId="{29B5C377-00F3-488E-BD98-CC2E8357E5E5}" destId="{E54667BF-08D9-479D-AB16-948151DA7617}" srcOrd="1" destOrd="0" parTransId="{D94C9253-ABF8-4F85-B6B8-70F5D45733DA}" sibTransId="{9FAE6FE3-A734-488D-9F32-FEE5BECEE568}"/>
    <dgm:cxn modelId="{820C37D0-985B-4797-B5AA-E5BDFFEBAE9A}" type="presOf" srcId="{E54667BF-08D9-479D-AB16-948151DA7617}" destId="{46F8A085-C446-4DF0-9B21-A484EF102A83}" srcOrd="0" destOrd="0" presId="urn:microsoft.com/office/officeart/2018/2/layout/IconLabelList"/>
    <dgm:cxn modelId="{FC760AF8-48B5-4CED-87F1-8968A960EC2D}" type="presOf" srcId="{3B1121CE-50E8-4B87-81F7-BA3898507026}" destId="{94F61D35-360C-46BB-9C0C-A2C1D43C1428}" srcOrd="0" destOrd="0" presId="urn:microsoft.com/office/officeart/2018/2/layout/IconLabelList"/>
    <dgm:cxn modelId="{BD3FEC23-340B-4C07-873A-03686B995EBB}" type="presParOf" srcId="{C6102300-B664-4ED7-97CD-CC6910B5F8C2}" destId="{9EB2F618-E1C6-4BB6-A668-EDAC67715546}" srcOrd="0" destOrd="0" presId="urn:microsoft.com/office/officeart/2018/2/layout/IconLabelList"/>
    <dgm:cxn modelId="{EE2E4DB6-9A5B-4F9B-ADDE-EBB292D951C3}" type="presParOf" srcId="{9EB2F618-E1C6-4BB6-A668-EDAC67715546}" destId="{FB42B250-4F74-4AFA-B8F5-B08D14C997F1}" srcOrd="0" destOrd="0" presId="urn:microsoft.com/office/officeart/2018/2/layout/IconLabelList"/>
    <dgm:cxn modelId="{BC5C4B5B-A209-4578-A983-068FF8C2D2A6}" type="presParOf" srcId="{9EB2F618-E1C6-4BB6-A668-EDAC67715546}" destId="{B5A168D0-5A2A-4318-8A2C-CE23A6FBA459}" srcOrd="1" destOrd="0" presId="urn:microsoft.com/office/officeart/2018/2/layout/IconLabelList"/>
    <dgm:cxn modelId="{545DD91E-5888-4117-B1C2-5789C423C445}" type="presParOf" srcId="{9EB2F618-E1C6-4BB6-A668-EDAC67715546}" destId="{562D12DB-4941-4327-9999-A51857549F1B}" srcOrd="2" destOrd="0" presId="urn:microsoft.com/office/officeart/2018/2/layout/IconLabelList"/>
    <dgm:cxn modelId="{478EF027-9C12-4D35-B2C4-BB7B0C4E79D6}" type="presParOf" srcId="{C6102300-B664-4ED7-97CD-CC6910B5F8C2}" destId="{FF92BCB9-4464-43D4-AE7D-63C1831427A6}" srcOrd="1" destOrd="0" presId="urn:microsoft.com/office/officeart/2018/2/layout/IconLabelList"/>
    <dgm:cxn modelId="{D01B1E55-C93B-494A-84BE-AC7AD7271C06}" type="presParOf" srcId="{C6102300-B664-4ED7-97CD-CC6910B5F8C2}" destId="{5A1B8C55-E77D-423E-B948-40CE7BD78A45}" srcOrd="2" destOrd="0" presId="urn:microsoft.com/office/officeart/2018/2/layout/IconLabelList"/>
    <dgm:cxn modelId="{917E68BB-FCFF-43D0-9783-899654FCC4AE}" type="presParOf" srcId="{5A1B8C55-E77D-423E-B948-40CE7BD78A45}" destId="{B772B60A-2FF1-4CBF-B64F-5A7C0755F0E4}" srcOrd="0" destOrd="0" presId="urn:microsoft.com/office/officeart/2018/2/layout/IconLabelList"/>
    <dgm:cxn modelId="{DC51F5AD-EEF2-41BA-95D9-919F02200EBE}" type="presParOf" srcId="{5A1B8C55-E77D-423E-B948-40CE7BD78A45}" destId="{CAB50787-73A5-419F-882D-DBAAA9B5CE18}" srcOrd="1" destOrd="0" presId="urn:microsoft.com/office/officeart/2018/2/layout/IconLabelList"/>
    <dgm:cxn modelId="{FB87590B-7C66-4B26-8794-CAD6EA82E197}" type="presParOf" srcId="{5A1B8C55-E77D-423E-B948-40CE7BD78A45}" destId="{46F8A085-C446-4DF0-9B21-A484EF102A83}" srcOrd="2" destOrd="0" presId="urn:microsoft.com/office/officeart/2018/2/layout/IconLabelList"/>
    <dgm:cxn modelId="{E168A5FD-CD19-4F9E-B928-9D92B6B6D8AF}" type="presParOf" srcId="{C6102300-B664-4ED7-97CD-CC6910B5F8C2}" destId="{6DCE776B-ED8C-4D67-9ACF-A24DED7819FC}" srcOrd="3" destOrd="0" presId="urn:microsoft.com/office/officeart/2018/2/layout/IconLabelList"/>
    <dgm:cxn modelId="{A59C9F02-7F13-43E1-B512-DB06180651BD}" type="presParOf" srcId="{C6102300-B664-4ED7-97CD-CC6910B5F8C2}" destId="{C820D006-20FF-457E-8C7E-82067440DFEC}" srcOrd="4" destOrd="0" presId="urn:microsoft.com/office/officeart/2018/2/layout/IconLabelList"/>
    <dgm:cxn modelId="{87A61EE5-ECED-4411-8BCE-ACB38AA87799}" type="presParOf" srcId="{C820D006-20FF-457E-8C7E-82067440DFEC}" destId="{4922CB0B-356F-483E-B9C4-990A9E6B6CB5}" srcOrd="0" destOrd="0" presId="urn:microsoft.com/office/officeart/2018/2/layout/IconLabelList"/>
    <dgm:cxn modelId="{B2188444-AEBF-43D2-AC33-2EE88C17C0DB}" type="presParOf" srcId="{C820D006-20FF-457E-8C7E-82067440DFEC}" destId="{11D2CE79-E814-4B98-9461-CA541835181E}" srcOrd="1" destOrd="0" presId="urn:microsoft.com/office/officeart/2018/2/layout/IconLabelList"/>
    <dgm:cxn modelId="{CCFD6425-71C8-4386-95EF-1308F95C951D}" type="presParOf" srcId="{C820D006-20FF-457E-8C7E-82067440DFEC}" destId="{94F61D35-360C-46BB-9C0C-A2C1D43C142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F99F3DA-AD3A-4977-B391-C5636BA60B62}"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24C75791-F3CE-40A2-B476-E15147EC9911}">
      <dgm:prSet/>
      <dgm:spPr/>
      <dgm:t>
        <a:bodyPr/>
        <a:lstStyle/>
        <a:p>
          <a:r>
            <a:rPr lang="en-IN"/>
            <a:t>Let’s start with understanding of System</a:t>
          </a:r>
          <a:endParaRPr lang="en-US"/>
        </a:p>
      </dgm:t>
    </dgm:pt>
    <dgm:pt modelId="{AD919157-A210-4FE5-8E8E-3AE9F9030641}" type="parTrans" cxnId="{B2A06C0A-2E39-4A10-B9C1-BBA16DA5B711}">
      <dgm:prSet/>
      <dgm:spPr/>
      <dgm:t>
        <a:bodyPr/>
        <a:lstStyle/>
        <a:p>
          <a:endParaRPr lang="en-US"/>
        </a:p>
      </dgm:t>
    </dgm:pt>
    <dgm:pt modelId="{CE66402E-4F2C-4CC0-AFA5-099F0061B544}" type="sibTrans" cxnId="{B2A06C0A-2E39-4A10-B9C1-BBA16DA5B711}">
      <dgm:prSet/>
      <dgm:spPr/>
      <dgm:t>
        <a:bodyPr/>
        <a:lstStyle/>
        <a:p>
          <a:endParaRPr lang="en-US"/>
        </a:p>
      </dgm:t>
    </dgm:pt>
    <dgm:pt modelId="{1DB6FC2B-DD30-49F0-AFFE-2E06C569E817}">
      <dgm:prSet/>
      <dgm:spPr/>
      <dgm:t>
        <a:bodyPr/>
        <a:lstStyle/>
        <a:p>
          <a:r>
            <a:rPr lang="en-IN"/>
            <a:t>It is a set of different interdependent parts working together in interrelated manner to accomplish a set of objectives.</a:t>
          </a:r>
          <a:endParaRPr lang="en-US"/>
        </a:p>
      </dgm:t>
    </dgm:pt>
    <dgm:pt modelId="{5F8E183D-647F-468B-8D35-D64C056ADB94}" type="parTrans" cxnId="{104F08FD-AC9A-495C-BCAE-34001B81EA54}">
      <dgm:prSet/>
      <dgm:spPr/>
      <dgm:t>
        <a:bodyPr/>
        <a:lstStyle/>
        <a:p>
          <a:endParaRPr lang="en-US"/>
        </a:p>
      </dgm:t>
    </dgm:pt>
    <dgm:pt modelId="{551BEF21-E0F1-4B6B-90B7-AB58427FF373}" type="sibTrans" cxnId="{104F08FD-AC9A-495C-BCAE-34001B81EA54}">
      <dgm:prSet/>
      <dgm:spPr/>
      <dgm:t>
        <a:bodyPr/>
        <a:lstStyle/>
        <a:p>
          <a:endParaRPr lang="en-US"/>
        </a:p>
      </dgm:t>
    </dgm:pt>
    <dgm:pt modelId="{0A81FA16-EAD5-FC46-A37E-831D6559E2CE}" type="pres">
      <dgm:prSet presAssocID="{4F99F3DA-AD3A-4977-B391-C5636BA60B62}" presName="Name0" presStyleCnt="0">
        <dgm:presLayoutVars>
          <dgm:dir/>
          <dgm:animLvl val="lvl"/>
          <dgm:resizeHandles val="exact"/>
        </dgm:presLayoutVars>
      </dgm:prSet>
      <dgm:spPr/>
    </dgm:pt>
    <dgm:pt modelId="{72FBB888-66F0-F149-B796-5369C51F1763}" type="pres">
      <dgm:prSet presAssocID="{1DB6FC2B-DD30-49F0-AFFE-2E06C569E817}" presName="boxAndChildren" presStyleCnt="0"/>
      <dgm:spPr/>
    </dgm:pt>
    <dgm:pt modelId="{BB88ECBC-8C62-314C-B990-AE05BC512BA9}" type="pres">
      <dgm:prSet presAssocID="{1DB6FC2B-DD30-49F0-AFFE-2E06C569E817}" presName="parentTextBox" presStyleLbl="node1" presStyleIdx="0" presStyleCnt="2"/>
      <dgm:spPr/>
    </dgm:pt>
    <dgm:pt modelId="{87A065CF-CE7C-7940-9E40-E00EA410C7AF}" type="pres">
      <dgm:prSet presAssocID="{CE66402E-4F2C-4CC0-AFA5-099F0061B544}" presName="sp" presStyleCnt="0"/>
      <dgm:spPr/>
    </dgm:pt>
    <dgm:pt modelId="{D67EFF47-9750-184F-B867-B0C16D848E59}" type="pres">
      <dgm:prSet presAssocID="{24C75791-F3CE-40A2-B476-E15147EC9911}" presName="arrowAndChildren" presStyleCnt="0"/>
      <dgm:spPr/>
    </dgm:pt>
    <dgm:pt modelId="{B562D92D-360A-C44D-AFC6-D8C908575A7A}" type="pres">
      <dgm:prSet presAssocID="{24C75791-F3CE-40A2-B476-E15147EC9911}" presName="parentTextArrow" presStyleLbl="node1" presStyleIdx="1" presStyleCnt="2"/>
      <dgm:spPr/>
    </dgm:pt>
  </dgm:ptLst>
  <dgm:cxnLst>
    <dgm:cxn modelId="{B2A06C0A-2E39-4A10-B9C1-BBA16DA5B711}" srcId="{4F99F3DA-AD3A-4977-B391-C5636BA60B62}" destId="{24C75791-F3CE-40A2-B476-E15147EC9911}" srcOrd="0" destOrd="0" parTransId="{AD919157-A210-4FE5-8E8E-3AE9F9030641}" sibTransId="{CE66402E-4F2C-4CC0-AFA5-099F0061B544}"/>
    <dgm:cxn modelId="{A9063528-255B-B942-BF1E-463ABDF10434}" type="presOf" srcId="{1DB6FC2B-DD30-49F0-AFFE-2E06C569E817}" destId="{BB88ECBC-8C62-314C-B990-AE05BC512BA9}" srcOrd="0" destOrd="0" presId="urn:microsoft.com/office/officeart/2005/8/layout/process4"/>
    <dgm:cxn modelId="{1974555B-E500-374C-AAC0-C7CA584127F9}" type="presOf" srcId="{4F99F3DA-AD3A-4977-B391-C5636BA60B62}" destId="{0A81FA16-EAD5-FC46-A37E-831D6559E2CE}" srcOrd="0" destOrd="0" presId="urn:microsoft.com/office/officeart/2005/8/layout/process4"/>
    <dgm:cxn modelId="{B0DCFAF1-13C7-1543-98FC-7A2EEC767771}" type="presOf" srcId="{24C75791-F3CE-40A2-B476-E15147EC9911}" destId="{B562D92D-360A-C44D-AFC6-D8C908575A7A}" srcOrd="0" destOrd="0" presId="urn:microsoft.com/office/officeart/2005/8/layout/process4"/>
    <dgm:cxn modelId="{104F08FD-AC9A-495C-BCAE-34001B81EA54}" srcId="{4F99F3DA-AD3A-4977-B391-C5636BA60B62}" destId="{1DB6FC2B-DD30-49F0-AFFE-2E06C569E817}" srcOrd="1" destOrd="0" parTransId="{5F8E183D-647F-468B-8D35-D64C056ADB94}" sibTransId="{551BEF21-E0F1-4B6B-90B7-AB58427FF373}"/>
    <dgm:cxn modelId="{AE1D67FB-6CC7-1143-BCDD-BF6795F20BB6}" type="presParOf" srcId="{0A81FA16-EAD5-FC46-A37E-831D6559E2CE}" destId="{72FBB888-66F0-F149-B796-5369C51F1763}" srcOrd="0" destOrd="0" presId="urn:microsoft.com/office/officeart/2005/8/layout/process4"/>
    <dgm:cxn modelId="{96E9FF02-8AF0-2942-8FE0-10B9723E1F47}" type="presParOf" srcId="{72FBB888-66F0-F149-B796-5369C51F1763}" destId="{BB88ECBC-8C62-314C-B990-AE05BC512BA9}" srcOrd="0" destOrd="0" presId="urn:microsoft.com/office/officeart/2005/8/layout/process4"/>
    <dgm:cxn modelId="{6F63869C-5332-754C-A91F-AD126FE1D76D}" type="presParOf" srcId="{0A81FA16-EAD5-FC46-A37E-831D6559E2CE}" destId="{87A065CF-CE7C-7940-9E40-E00EA410C7AF}" srcOrd="1" destOrd="0" presId="urn:microsoft.com/office/officeart/2005/8/layout/process4"/>
    <dgm:cxn modelId="{E7726996-4E4A-1B4D-BFC4-B8256D3BA9D2}" type="presParOf" srcId="{0A81FA16-EAD5-FC46-A37E-831D6559E2CE}" destId="{D67EFF47-9750-184F-B867-B0C16D848E59}" srcOrd="2" destOrd="0" presId="urn:microsoft.com/office/officeart/2005/8/layout/process4"/>
    <dgm:cxn modelId="{3188303D-ABA5-A045-9987-02BB581EA710}" type="presParOf" srcId="{D67EFF47-9750-184F-B867-B0C16D848E59}" destId="{B562D92D-360A-C44D-AFC6-D8C908575A7A}"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84C8C91-7C20-4BEA-B713-91068270C270}" type="doc">
      <dgm:prSet loTypeId="urn:microsoft.com/office/officeart/2005/8/layout/orgChart1" loCatId="hierarchy" qsTypeId="urn:microsoft.com/office/officeart/2005/8/quickstyle/simple4" qsCatId="simple" csTypeId="urn:microsoft.com/office/officeart/2005/8/colors/accent2_2" csCatId="accent2" phldr="1"/>
      <dgm:spPr/>
      <dgm:t>
        <a:bodyPr/>
        <a:lstStyle/>
        <a:p>
          <a:endParaRPr lang="en-IN"/>
        </a:p>
      </dgm:t>
    </dgm:pt>
    <dgm:pt modelId="{EFACBAB4-535A-4659-A459-F46D97132D50}">
      <dgm:prSet phldrT="[Text]"/>
      <dgm:spPr/>
      <dgm:t>
        <a:bodyPr/>
        <a:lstStyle/>
        <a:p>
          <a:r>
            <a:rPr lang="en-IN" dirty="0"/>
            <a:t>System</a:t>
          </a:r>
        </a:p>
      </dgm:t>
    </dgm:pt>
    <dgm:pt modelId="{3B07CC16-AB3C-48C8-8683-8C1CC90D14F4}" type="parTrans" cxnId="{229FAFF7-1878-473D-997B-A81A8D4A1E81}">
      <dgm:prSet/>
      <dgm:spPr/>
      <dgm:t>
        <a:bodyPr/>
        <a:lstStyle/>
        <a:p>
          <a:endParaRPr lang="en-IN"/>
        </a:p>
      </dgm:t>
    </dgm:pt>
    <dgm:pt modelId="{B505DCAD-7B92-4C34-BF12-776EDAF0A831}" type="sibTrans" cxnId="{229FAFF7-1878-473D-997B-A81A8D4A1E81}">
      <dgm:prSet/>
      <dgm:spPr/>
      <dgm:t>
        <a:bodyPr/>
        <a:lstStyle/>
        <a:p>
          <a:endParaRPr lang="en-IN"/>
        </a:p>
      </dgm:t>
    </dgm:pt>
    <dgm:pt modelId="{C4406CF1-8A32-4920-9C86-BDE65E54B5CC}">
      <dgm:prSet phldrT="[Text]"/>
      <dgm:spPr/>
      <dgm:t>
        <a:bodyPr/>
        <a:lstStyle/>
        <a:p>
          <a:r>
            <a:rPr lang="en-IN" dirty="0"/>
            <a:t>Open System</a:t>
          </a:r>
        </a:p>
      </dgm:t>
    </dgm:pt>
    <dgm:pt modelId="{B4875CA6-68C9-4352-8F80-9BEA9F3D0466}" type="parTrans" cxnId="{813F5369-EBA6-423F-92CD-CD3246ACA1D7}">
      <dgm:prSet/>
      <dgm:spPr/>
      <dgm:t>
        <a:bodyPr/>
        <a:lstStyle/>
        <a:p>
          <a:endParaRPr lang="en-IN"/>
        </a:p>
      </dgm:t>
    </dgm:pt>
    <dgm:pt modelId="{C59D006F-942C-4491-B7C4-BD135332872F}" type="sibTrans" cxnId="{813F5369-EBA6-423F-92CD-CD3246ACA1D7}">
      <dgm:prSet/>
      <dgm:spPr/>
      <dgm:t>
        <a:bodyPr/>
        <a:lstStyle/>
        <a:p>
          <a:endParaRPr lang="en-IN"/>
        </a:p>
      </dgm:t>
    </dgm:pt>
    <dgm:pt modelId="{313ACBA9-81A9-4C6D-90F7-75CAC42F5DA7}">
      <dgm:prSet phldrT="[Text]"/>
      <dgm:spPr/>
      <dgm:t>
        <a:bodyPr/>
        <a:lstStyle/>
        <a:p>
          <a:r>
            <a:rPr lang="en-IN" dirty="0"/>
            <a:t>Closed System</a:t>
          </a:r>
        </a:p>
      </dgm:t>
    </dgm:pt>
    <dgm:pt modelId="{8970CD9C-88CB-466E-898D-074E6F6F1BFE}" type="parTrans" cxnId="{2910D22B-CF0C-4F23-B347-092839FF892D}">
      <dgm:prSet/>
      <dgm:spPr/>
      <dgm:t>
        <a:bodyPr/>
        <a:lstStyle/>
        <a:p>
          <a:endParaRPr lang="en-IN"/>
        </a:p>
      </dgm:t>
    </dgm:pt>
    <dgm:pt modelId="{4A83070E-C5FE-41B3-B8C1-C5D41A6E98C4}" type="sibTrans" cxnId="{2910D22B-CF0C-4F23-B347-092839FF892D}">
      <dgm:prSet/>
      <dgm:spPr/>
      <dgm:t>
        <a:bodyPr/>
        <a:lstStyle/>
        <a:p>
          <a:endParaRPr lang="en-IN"/>
        </a:p>
      </dgm:t>
    </dgm:pt>
    <dgm:pt modelId="{A2A722FF-D091-D442-AED4-1AE1C2F9DAFE}" type="pres">
      <dgm:prSet presAssocID="{E84C8C91-7C20-4BEA-B713-91068270C270}" presName="hierChild1" presStyleCnt="0">
        <dgm:presLayoutVars>
          <dgm:orgChart val="1"/>
          <dgm:chPref val="1"/>
          <dgm:dir/>
          <dgm:animOne val="branch"/>
          <dgm:animLvl val="lvl"/>
          <dgm:resizeHandles/>
        </dgm:presLayoutVars>
      </dgm:prSet>
      <dgm:spPr/>
    </dgm:pt>
    <dgm:pt modelId="{77FAEDE2-8425-404C-B739-8015248203FC}" type="pres">
      <dgm:prSet presAssocID="{EFACBAB4-535A-4659-A459-F46D97132D50}" presName="hierRoot1" presStyleCnt="0">
        <dgm:presLayoutVars>
          <dgm:hierBranch val="init"/>
        </dgm:presLayoutVars>
      </dgm:prSet>
      <dgm:spPr/>
    </dgm:pt>
    <dgm:pt modelId="{11C449C4-D3A1-AC42-8589-D5957E2C5FAC}" type="pres">
      <dgm:prSet presAssocID="{EFACBAB4-535A-4659-A459-F46D97132D50}" presName="rootComposite1" presStyleCnt="0"/>
      <dgm:spPr/>
    </dgm:pt>
    <dgm:pt modelId="{B5A36F4F-CDB0-E549-AE3A-408767FF9BE6}" type="pres">
      <dgm:prSet presAssocID="{EFACBAB4-535A-4659-A459-F46D97132D50}" presName="rootText1" presStyleLbl="node0" presStyleIdx="0" presStyleCnt="1">
        <dgm:presLayoutVars>
          <dgm:chPref val="3"/>
        </dgm:presLayoutVars>
      </dgm:prSet>
      <dgm:spPr/>
    </dgm:pt>
    <dgm:pt modelId="{EEA844A4-DF01-604F-8591-05E04EC43EB9}" type="pres">
      <dgm:prSet presAssocID="{EFACBAB4-535A-4659-A459-F46D97132D50}" presName="rootConnector1" presStyleLbl="node1" presStyleIdx="0" presStyleCnt="0"/>
      <dgm:spPr/>
    </dgm:pt>
    <dgm:pt modelId="{9F183BA7-EE90-4B45-BDB4-086DD22A6FC3}" type="pres">
      <dgm:prSet presAssocID="{EFACBAB4-535A-4659-A459-F46D97132D50}" presName="hierChild2" presStyleCnt="0"/>
      <dgm:spPr/>
    </dgm:pt>
    <dgm:pt modelId="{469D95A0-2CFE-394C-9A00-045E9FEE181C}" type="pres">
      <dgm:prSet presAssocID="{B4875CA6-68C9-4352-8F80-9BEA9F3D0466}" presName="Name37" presStyleLbl="parChTrans1D2" presStyleIdx="0" presStyleCnt="2"/>
      <dgm:spPr/>
    </dgm:pt>
    <dgm:pt modelId="{5403CA6D-BC9F-384D-A28E-9F3F961C1E24}" type="pres">
      <dgm:prSet presAssocID="{C4406CF1-8A32-4920-9C86-BDE65E54B5CC}" presName="hierRoot2" presStyleCnt="0">
        <dgm:presLayoutVars>
          <dgm:hierBranch val="init"/>
        </dgm:presLayoutVars>
      </dgm:prSet>
      <dgm:spPr/>
    </dgm:pt>
    <dgm:pt modelId="{C0849571-EF81-9C42-AB1A-ABBB4E0BB0D1}" type="pres">
      <dgm:prSet presAssocID="{C4406CF1-8A32-4920-9C86-BDE65E54B5CC}" presName="rootComposite" presStyleCnt="0"/>
      <dgm:spPr/>
    </dgm:pt>
    <dgm:pt modelId="{BE86836F-24C9-924D-B14A-EC47D18C8985}" type="pres">
      <dgm:prSet presAssocID="{C4406CF1-8A32-4920-9C86-BDE65E54B5CC}" presName="rootText" presStyleLbl="node2" presStyleIdx="0" presStyleCnt="2">
        <dgm:presLayoutVars>
          <dgm:chPref val="3"/>
        </dgm:presLayoutVars>
      </dgm:prSet>
      <dgm:spPr/>
    </dgm:pt>
    <dgm:pt modelId="{1DC388CE-BCDB-6E43-B657-EB548896130F}" type="pres">
      <dgm:prSet presAssocID="{C4406CF1-8A32-4920-9C86-BDE65E54B5CC}" presName="rootConnector" presStyleLbl="node2" presStyleIdx="0" presStyleCnt="2"/>
      <dgm:spPr/>
    </dgm:pt>
    <dgm:pt modelId="{9C4AEBB3-9B07-9649-9758-F1C8B0AF6094}" type="pres">
      <dgm:prSet presAssocID="{C4406CF1-8A32-4920-9C86-BDE65E54B5CC}" presName="hierChild4" presStyleCnt="0"/>
      <dgm:spPr/>
    </dgm:pt>
    <dgm:pt modelId="{7E2FF1A3-BC7C-554F-949F-EA106DF80C1D}" type="pres">
      <dgm:prSet presAssocID="{C4406CF1-8A32-4920-9C86-BDE65E54B5CC}" presName="hierChild5" presStyleCnt="0"/>
      <dgm:spPr/>
    </dgm:pt>
    <dgm:pt modelId="{DF03C8A1-CEF6-8E40-8B75-C4E2BA97F9E3}" type="pres">
      <dgm:prSet presAssocID="{8970CD9C-88CB-466E-898D-074E6F6F1BFE}" presName="Name37" presStyleLbl="parChTrans1D2" presStyleIdx="1" presStyleCnt="2"/>
      <dgm:spPr/>
    </dgm:pt>
    <dgm:pt modelId="{200A6130-2B14-9D4F-9BB7-BD4850D4809D}" type="pres">
      <dgm:prSet presAssocID="{313ACBA9-81A9-4C6D-90F7-75CAC42F5DA7}" presName="hierRoot2" presStyleCnt="0">
        <dgm:presLayoutVars>
          <dgm:hierBranch val="init"/>
        </dgm:presLayoutVars>
      </dgm:prSet>
      <dgm:spPr/>
    </dgm:pt>
    <dgm:pt modelId="{1EB813E3-2FE5-1F43-8AA5-D51861FFF062}" type="pres">
      <dgm:prSet presAssocID="{313ACBA9-81A9-4C6D-90F7-75CAC42F5DA7}" presName="rootComposite" presStyleCnt="0"/>
      <dgm:spPr/>
    </dgm:pt>
    <dgm:pt modelId="{17D08E62-40FD-7346-898A-F329245ECDA0}" type="pres">
      <dgm:prSet presAssocID="{313ACBA9-81A9-4C6D-90F7-75CAC42F5DA7}" presName="rootText" presStyleLbl="node2" presStyleIdx="1" presStyleCnt="2">
        <dgm:presLayoutVars>
          <dgm:chPref val="3"/>
        </dgm:presLayoutVars>
      </dgm:prSet>
      <dgm:spPr/>
    </dgm:pt>
    <dgm:pt modelId="{2DA924E9-C016-0043-874E-9B9F2CB9BC2A}" type="pres">
      <dgm:prSet presAssocID="{313ACBA9-81A9-4C6D-90F7-75CAC42F5DA7}" presName="rootConnector" presStyleLbl="node2" presStyleIdx="1" presStyleCnt="2"/>
      <dgm:spPr/>
    </dgm:pt>
    <dgm:pt modelId="{668280AF-1A31-064F-BD3F-6DEE0F77B792}" type="pres">
      <dgm:prSet presAssocID="{313ACBA9-81A9-4C6D-90F7-75CAC42F5DA7}" presName="hierChild4" presStyleCnt="0"/>
      <dgm:spPr/>
    </dgm:pt>
    <dgm:pt modelId="{DD131492-E602-2247-BA19-44A5C6CC65C7}" type="pres">
      <dgm:prSet presAssocID="{313ACBA9-81A9-4C6D-90F7-75CAC42F5DA7}" presName="hierChild5" presStyleCnt="0"/>
      <dgm:spPr/>
    </dgm:pt>
    <dgm:pt modelId="{B70F26D1-68F6-554D-A46D-B72C84D5A60A}" type="pres">
      <dgm:prSet presAssocID="{EFACBAB4-535A-4659-A459-F46D97132D50}" presName="hierChild3" presStyleCnt="0"/>
      <dgm:spPr/>
    </dgm:pt>
  </dgm:ptLst>
  <dgm:cxnLst>
    <dgm:cxn modelId="{AAB7E11B-8C08-1C4D-816E-98DD61D17C61}" type="presOf" srcId="{313ACBA9-81A9-4C6D-90F7-75CAC42F5DA7}" destId="{17D08E62-40FD-7346-898A-F329245ECDA0}" srcOrd="0" destOrd="0" presId="urn:microsoft.com/office/officeart/2005/8/layout/orgChart1"/>
    <dgm:cxn modelId="{18B38F2A-0B00-7149-B8F7-C2DA0C28B391}" type="presOf" srcId="{8970CD9C-88CB-466E-898D-074E6F6F1BFE}" destId="{DF03C8A1-CEF6-8E40-8B75-C4E2BA97F9E3}" srcOrd="0" destOrd="0" presId="urn:microsoft.com/office/officeart/2005/8/layout/orgChart1"/>
    <dgm:cxn modelId="{2910D22B-CF0C-4F23-B347-092839FF892D}" srcId="{EFACBAB4-535A-4659-A459-F46D97132D50}" destId="{313ACBA9-81A9-4C6D-90F7-75CAC42F5DA7}" srcOrd="1" destOrd="0" parTransId="{8970CD9C-88CB-466E-898D-074E6F6F1BFE}" sibTransId="{4A83070E-C5FE-41B3-B8C1-C5D41A6E98C4}"/>
    <dgm:cxn modelId="{DFD66E2E-FE72-9741-B56D-0CB0858DCDFF}" type="presOf" srcId="{C4406CF1-8A32-4920-9C86-BDE65E54B5CC}" destId="{1DC388CE-BCDB-6E43-B657-EB548896130F}" srcOrd="1" destOrd="0" presId="urn:microsoft.com/office/officeart/2005/8/layout/orgChart1"/>
    <dgm:cxn modelId="{51736F4F-E730-FF44-94D7-A5DEB167F457}" type="presOf" srcId="{B4875CA6-68C9-4352-8F80-9BEA9F3D0466}" destId="{469D95A0-2CFE-394C-9A00-045E9FEE181C}" srcOrd="0" destOrd="0" presId="urn:microsoft.com/office/officeart/2005/8/layout/orgChart1"/>
    <dgm:cxn modelId="{C511C55F-C145-5C4A-A5CF-EC693C8F5ED1}" type="presOf" srcId="{E84C8C91-7C20-4BEA-B713-91068270C270}" destId="{A2A722FF-D091-D442-AED4-1AE1C2F9DAFE}" srcOrd="0" destOrd="0" presId="urn:microsoft.com/office/officeart/2005/8/layout/orgChart1"/>
    <dgm:cxn modelId="{813F5369-EBA6-423F-92CD-CD3246ACA1D7}" srcId="{EFACBAB4-535A-4659-A459-F46D97132D50}" destId="{C4406CF1-8A32-4920-9C86-BDE65E54B5CC}" srcOrd="0" destOrd="0" parTransId="{B4875CA6-68C9-4352-8F80-9BEA9F3D0466}" sibTransId="{C59D006F-942C-4491-B7C4-BD135332872F}"/>
    <dgm:cxn modelId="{6E5FDF75-BA62-EA4E-9E8D-79E47A9189F7}" type="presOf" srcId="{EFACBAB4-535A-4659-A459-F46D97132D50}" destId="{B5A36F4F-CDB0-E549-AE3A-408767FF9BE6}" srcOrd="0" destOrd="0" presId="urn:microsoft.com/office/officeart/2005/8/layout/orgChart1"/>
    <dgm:cxn modelId="{E4A2A0A4-D16E-FE40-A9C1-64040B294476}" type="presOf" srcId="{313ACBA9-81A9-4C6D-90F7-75CAC42F5DA7}" destId="{2DA924E9-C016-0043-874E-9B9F2CB9BC2A}" srcOrd="1" destOrd="0" presId="urn:microsoft.com/office/officeart/2005/8/layout/orgChart1"/>
    <dgm:cxn modelId="{2F45ADE0-A7F8-F64F-B78E-08BD8937406C}" type="presOf" srcId="{C4406CF1-8A32-4920-9C86-BDE65E54B5CC}" destId="{BE86836F-24C9-924D-B14A-EC47D18C8985}" srcOrd="0" destOrd="0" presId="urn:microsoft.com/office/officeart/2005/8/layout/orgChart1"/>
    <dgm:cxn modelId="{704FB7EC-C721-C544-BE31-EABAE7E25F71}" type="presOf" srcId="{EFACBAB4-535A-4659-A459-F46D97132D50}" destId="{EEA844A4-DF01-604F-8591-05E04EC43EB9}" srcOrd="1" destOrd="0" presId="urn:microsoft.com/office/officeart/2005/8/layout/orgChart1"/>
    <dgm:cxn modelId="{229FAFF7-1878-473D-997B-A81A8D4A1E81}" srcId="{E84C8C91-7C20-4BEA-B713-91068270C270}" destId="{EFACBAB4-535A-4659-A459-F46D97132D50}" srcOrd="0" destOrd="0" parTransId="{3B07CC16-AB3C-48C8-8683-8C1CC90D14F4}" sibTransId="{B505DCAD-7B92-4C34-BF12-776EDAF0A831}"/>
    <dgm:cxn modelId="{6EF96B8A-65C3-E442-A97A-586D3166FF87}" type="presParOf" srcId="{A2A722FF-D091-D442-AED4-1AE1C2F9DAFE}" destId="{77FAEDE2-8425-404C-B739-8015248203FC}" srcOrd="0" destOrd="0" presId="urn:microsoft.com/office/officeart/2005/8/layout/orgChart1"/>
    <dgm:cxn modelId="{36CA7613-0434-DE44-AB2B-51D34E7478F5}" type="presParOf" srcId="{77FAEDE2-8425-404C-B739-8015248203FC}" destId="{11C449C4-D3A1-AC42-8589-D5957E2C5FAC}" srcOrd="0" destOrd="0" presId="urn:microsoft.com/office/officeart/2005/8/layout/orgChart1"/>
    <dgm:cxn modelId="{4709BC89-9FB6-DD4A-935E-73168959F690}" type="presParOf" srcId="{11C449C4-D3A1-AC42-8589-D5957E2C5FAC}" destId="{B5A36F4F-CDB0-E549-AE3A-408767FF9BE6}" srcOrd="0" destOrd="0" presId="urn:microsoft.com/office/officeart/2005/8/layout/orgChart1"/>
    <dgm:cxn modelId="{CD7B6704-4A03-7C46-8D65-96821C91176F}" type="presParOf" srcId="{11C449C4-D3A1-AC42-8589-D5957E2C5FAC}" destId="{EEA844A4-DF01-604F-8591-05E04EC43EB9}" srcOrd="1" destOrd="0" presId="urn:microsoft.com/office/officeart/2005/8/layout/orgChart1"/>
    <dgm:cxn modelId="{4BA95106-7E68-4643-90EC-82B257AD2A7C}" type="presParOf" srcId="{77FAEDE2-8425-404C-B739-8015248203FC}" destId="{9F183BA7-EE90-4B45-BDB4-086DD22A6FC3}" srcOrd="1" destOrd="0" presId="urn:microsoft.com/office/officeart/2005/8/layout/orgChart1"/>
    <dgm:cxn modelId="{36B35749-1421-9441-89CB-2011B2518DBD}" type="presParOf" srcId="{9F183BA7-EE90-4B45-BDB4-086DD22A6FC3}" destId="{469D95A0-2CFE-394C-9A00-045E9FEE181C}" srcOrd="0" destOrd="0" presId="urn:microsoft.com/office/officeart/2005/8/layout/orgChart1"/>
    <dgm:cxn modelId="{06C71F1C-F9D4-9349-844F-29D03C01FC5A}" type="presParOf" srcId="{9F183BA7-EE90-4B45-BDB4-086DD22A6FC3}" destId="{5403CA6D-BC9F-384D-A28E-9F3F961C1E24}" srcOrd="1" destOrd="0" presId="urn:microsoft.com/office/officeart/2005/8/layout/orgChart1"/>
    <dgm:cxn modelId="{7B1C2983-07B9-9549-959C-ACDA82634159}" type="presParOf" srcId="{5403CA6D-BC9F-384D-A28E-9F3F961C1E24}" destId="{C0849571-EF81-9C42-AB1A-ABBB4E0BB0D1}" srcOrd="0" destOrd="0" presId="urn:microsoft.com/office/officeart/2005/8/layout/orgChart1"/>
    <dgm:cxn modelId="{9B6AD859-3DF7-114B-AA38-ECEAB01324C5}" type="presParOf" srcId="{C0849571-EF81-9C42-AB1A-ABBB4E0BB0D1}" destId="{BE86836F-24C9-924D-B14A-EC47D18C8985}" srcOrd="0" destOrd="0" presId="urn:microsoft.com/office/officeart/2005/8/layout/orgChart1"/>
    <dgm:cxn modelId="{C50584CD-A9C5-7E49-B610-C64A1BDB4B64}" type="presParOf" srcId="{C0849571-EF81-9C42-AB1A-ABBB4E0BB0D1}" destId="{1DC388CE-BCDB-6E43-B657-EB548896130F}" srcOrd="1" destOrd="0" presId="urn:microsoft.com/office/officeart/2005/8/layout/orgChart1"/>
    <dgm:cxn modelId="{0851BB0D-DA92-DE42-9D45-94EF8DA32E7B}" type="presParOf" srcId="{5403CA6D-BC9F-384D-A28E-9F3F961C1E24}" destId="{9C4AEBB3-9B07-9649-9758-F1C8B0AF6094}" srcOrd="1" destOrd="0" presId="urn:microsoft.com/office/officeart/2005/8/layout/orgChart1"/>
    <dgm:cxn modelId="{E1FEA2A2-D282-9143-9A4B-FB16BD7A90B4}" type="presParOf" srcId="{5403CA6D-BC9F-384D-A28E-9F3F961C1E24}" destId="{7E2FF1A3-BC7C-554F-949F-EA106DF80C1D}" srcOrd="2" destOrd="0" presId="urn:microsoft.com/office/officeart/2005/8/layout/orgChart1"/>
    <dgm:cxn modelId="{86E0B57F-FB4C-A64A-9A03-E8224736AF84}" type="presParOf" srcId="{9F183BA7-EE90-4B45-BDB4-086DD22A6FC3}" destId="{DF03C8A1-CEF6-8E40-8B75-C4E2BA97F9E3}" srcOrd="2" destOrd="0" presId="urn:microsoft.com/office/officeart/2005/8/layout/orgChart1"/>
    <dgm:cxn modelId="{151BBBAC-58F5-6845-85C0-C5CE7AF778F9}" type="presParOf" srcId="{9F183BA7-EE90-4B45-BDB4-086DD22A6FC3}" destId="{200A6130-2B14-9D4F-9BB7-BD4850D4809D}" srcOrd="3" destOrd="0" presId="urn:microsoft.com/office/officeart/2005/8/layout/orgChart1"/>
    <dgm:cxn modelId="{C7A2E14B-46BD-9346-8D1E-95C452CD3CED}" type="presParOf" srcId="{200A6130-2B14-9D4F-9BB7-BD4850D4809D}" destId="{1EB813E3-2FE5-1F43-8AA5-D51861FFF062}" srcOrd="0" destOrd="0" presId="urn:microsoft.com/office/officeart/2005/8/layout/orgChart1"/>
    <dgm:cxn modelId="{2B69A43F-F41B-9047-8C88-BD647E5CBD0F}" type="presParOf" srcId="{1EB813E3-2FE5-1F43-8AA5-D51861FFF062}" destId="{17D08E62-40FD-7346-898A-F329245ECDA0}" srcOrd="0" destOrd="0" presId="urn:microsoft.com/office/officeart/2005/8/layout/orgChart1"/>
    <dgm:cxn modelId="{5F1161FB-A58A-F347-8F83-9670ABBD6EC4}" type="presParOf" srcId="{1EB813E3-2FE5-1F43-8AA5-D51861FFF062}" destId="{2DA924E9-C016-0043-874E-9B9F2CB9BC2A}" srcOrd="1" destOrd="0" presId="urn:microsoft.com/office/officeart/2005/8/layout/orgChart1"/>
    <dgm:cxn modelId="{AE29D123-D30E-D24C-A958-C777B6D0E615}" type="presParOf" srcId="{200A6130-2B14-9D4F-9BB7-BD4850D4809D}" destId="{668280AF-1A31-064F-BD3F-6DEE0F77B792}" srcOrd="1" destOrd="0" presId="urn:microsoft.com/office/officeart/2005/8/layout/orgChart1"/>
    <dgm:cxn modelId="{265A268E-E08A-474A-B9A2-2B75324DDE7F}" type="presParOf" srcId="{200A6130-2B14-9D4F-9BB7-BD4850D4809D}" destId="{DD131492-E602-2247-BA19-44A5C6CC65C7}" srcOrd="2" destOrd="0" presId="urn:microsoft.com/office/officeart/2005/8/layout/orgChart1"/>
    <dgm:cxn modelId="{3C18B9C9-6DA9-1C4B-A63B-A28A5D8E6909}" type="presParOf" srcId="{77FAEDE2-8425-404C-B739-8015248203FC}" destId="{B70F26D1-68F6-554D-A46D-B72C84D5A60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E162064-CADB-48E0-931A-32D0E1A92CF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3909D1FF-C17C-4CD6-ABC5-56FBFA5FFB76}">
      <dgm:prSet/>
      <dgm:spPr/>
      <dgm:t>
        <a:bodyPr/>
        <a:lstStyle/>
        <a:p>
          <a:r>
            <a:rPr lang="en-US"/>
            <a:t>Employees will also work more efficiently , when they believe that the management is interested in their welfare.</a:t>
          </a:r>
        </a:p>
      </dgm:t>
    </dgm:pt>
    <dgm:pt modelId="{67EFC344-D875-4F6A-A73C-91D005AA827A}" type="parTrans" cxnId="{AF61FC7D-0DD5-40A0-847E-0C81BB7487C9}">
      <dgm:prSet/>
      <dgm:spPr/>
      <dgm:t>
        <a:bodyPr/>
        <a:lstStyle/>
        <a:p>
          <a:endParaRPr lang="en-US"/>
        </a:p>
      </dgm:t>
    </dgm:pt>
    <dgm:pt modelId="{A49D69A6-AA64-4B2A-A4D8-72E92F81C912}" type="sibTrans" cxnId="{AF61FC7D-0DD5-40A0-847E-0C81BB7487C9}">
      <dgm:prSet/>
      <dgm:spPr/>
      <dgm:t>
        <a:bodyPr/>
        <a:lstStyle/>
        <a:p>
          <a:endParaRPr lang="en-US"/>
        </a:p>
      </dgm:t>
    </dgm:pt>
    <dgm:pt modelId="{2EDD31AA-7862-4BF6-B0A6-C6FBA31BE80F}">
      <dgm:prSet/>
      <dgm:spPr/>
      <dgm:t>
        <a:bodyPr/>
        <a:lstStyle/>
        <a:p>
          <a:r>
            <a:rPr lang="en-US"/>
            <a:t>When employees are treated with respect and dignity, their performance will improve.</a:t>
          </a:r>
        </a:p>
      </dgm:t>
    </dgm:pt>
    <dgm:pt modelId="{9B2C4C07-9A37-4873-9FD4-CB6F39B3D73E}" type="parTrans" cxnId="{FB84A80E-CF81-43C3-95B8-5868BF93AB23}">
      <dgm:prSet/>
      <dgm:spPr/>
      <dgm:t>
        <a:bodyPr/>
        <a:lstStyle/>
        <a:p>
          <a:endParaRPr lang="en-US"/>
        </a:p>
      </dgm:t>
    </dgm:pt>
    <dgm:pt modelId="{BB2D5F19-6B36-4B83-8AD4-950B438E46AD}" type="sibTrans" cxnId="{FB84A80E-CF81-43C3-95B8-5868BF93AB23}">
      <dgm:prSet/>
      <dgm:spPr/>
      <dgm:t>
        <a:bodyPr/>
        <a:lstStyle/>
        <a:p>
          <a:endParaRPr lang="en-US"/>
        </a:p>
      </dgm:t>
    </dgm:pt>
    <dgm:pt modelId="{CA46DCA1-FE27-4F00-9363-6D74F5AD79F8}">
      <dgm:prSet/>
      <dgm:spPr/>
      <dgm:t>
        <a:bodyPr/>
        <a:lstStyle/>
        <a:p>
          <a:r>
            <a:rPr lang="en-US"/>
            <a:t>Financial incentives alone cannot increase the performance.</a:t>
          </a:r>
        </a:p>
      </dgm:t>
    </dgm:pt>
    <dgm:pt modelId="{2B18255E-10E7-4C57-92DA-B08621FD8F9B}" type="parTrans" cxnId="{05650E41-38AF-4F14-A1FE-6F1CA7B18FF8}">
      <dgm:prSet/>
      <dgm:spPr/>
      <dgm:t>
        <a:bodyPr/>
        <a:lstStyle/>
        <a:p>
          <a:endParaRPr lang="en-US"/>
        </a:p>
      </dgm:t>
    </dgm:pt>
    <dgm:pt modelId="{59F8DF99-AD47-4E00-B018-D157B7019DFB}" type="sibTrans" cxnId="{05650E41-38AF-4F14-A1FE-6F1CA7B18FF8}">
      <dgm:prSet/>
      <dgm:spPr/>
      <dgm:t>
        <a:bodyPr/>
        <a:lstStyle/>
        <a:p>
          <a:endParaRPr lang="en-US"/>
        </a:p>
      </dgm:t>
    </dgm:pt>
    <dgm:pt modelId="{C9CA5380-F002-4444-9FE7-DD58F76073B1}" type="pres">
      <dgm:prSet presAssocID="{CE162064-CADB-48E0-931A-32D0E1A92CF6}" presName="vert0" presStyleCnt="0">
        <dgm:presLayoutVars>
          <dgm:dir/>
          <dgm:animOne val="branch"/>
          <dgm:animLvl val="lvl"/>
        </dgm:presLayoutVars>
      </dgm:prSet>
      <dgm:spPr/>
    </dgm:pt>
    <dgm:pt modelId="{C00E9ECA-B9CF-45C3-9AD0-BC93F66C8E00}" type="pres">
      <dgm:prSet presAssocID="{3909D1FF-C17C-4CD6-ABC5-56FBFA5FFB76}" presName="thickLine" presStyleLbl="alignNode1" presStyleIdx="0" presStyleCnt="3"/>
      <dgm:spPr/>
    </dgm:pt>
    <dgm:pt modelId="{F2431C6E-1DFB-4779-B782-02164577465F}" type="pres">
      <dgm:prSet presAssocID="{3909D1FF-C17C-4CD6-ABC5-56FBFA5FFB76}" presName="horz1" presStyleCnt="0"/>
      <dgm:spPr/>
    </dgm:pt>
    <dgm:pt modelId="{EA474FE0-240D-4720-8337-4D61ACFACC05}" type="pres">
      <dgm:prSet presAssocID="{3909D1FF-C17C-4CD6-ABC5-56FBFA5FFB76}" presName="tx1" presStyleLbl="revTx" presStyleIdx="0" presStyleCnt="3"/>
      <dgm:spPr/>
    </dgm:pt>
    <dgm:pt modelId="{0C350716-1E54-4438-90B8-96465FB9205B}" type="pres">
      <dgm:prSet presAssocID="{3909D1FF-C17C-4CD6-ABC5-56FBFA5FFB76}" presName="vert1" presStyleCnt="0"/>
      <dgm:spPr/>
    </dgm:pt>
    <dgm:pt modelId="{D52563EB-1E0E-4CDA-A82B-2F141C3CC4EC}" type="pres">
      <dgm:prSet presAssocID="{2EDD31AA-7862-4BF6-B0A6-C6FBA31BE80F}" presName="thickLine" presStyleLbl="alignNode1" presStyleIdx="1" presStyleCnt="3"/>
      <dgm:spPr/>
    </dgm:pt>
    <dgm:pt modelId="{580C6711-8953-4CA4-8F61-373909ABAE11}" type="pres">
      <dgm:prSet presAssocID="{2EDD31AA-7862-4BF6-B0A6-C6FBA31BE80F}" presName="horz1" presStyleCnt="0"/>
      <dgm:spPr/>
    </dgm:pt>
    <dgm:pt modelId="{58C89F80-4411-4935-A13F-B4080F1AC024}" type="pres">
      <dgm:prSet presAssocID="{2EDD31AA-7862-4BF6-B0A6-C6FBA31BE80F}" presName="tx1" presStyleLbl="revTx" presStyleIdx="1" presStyleCnt="3"/>
      <dgm:spPr/>
    </dgm:pt>
    <dgm:pt modelId="{33BD1A18-E6F6-4175-B020-00528D139997}" type="pres">
      <dgm:prSet presAssocID="{2EDD31AA-7862-4BF6-B0A6-C6FBA31BE80F}" presName="vert1" presStyleCnt="0"/>
      <dgm:spPr/>
    </dgm:pt>
    <dgm:pt modelId="{E92401DB-167E-49B1-8914-C86690B5B2C7}" type="pres">
      <dgm:prSet presAssocID="{CA46DCA1-FE27-4F00-9363-6D74F5AD79F8}" presName="thickLine" presStyleLbl="alignNode1" presStyleIdx="2" presStyleCnt="3"/>
      <dgm:spPr/>
    </dgm:pt>
    <dgm:pt modelId="{084C21FA-4CBF-4FFC-A388-5AFA16307592}" type="pres">
      <dgm:prSet presAssocID="{CA46DCA1-FE27-4F00-9363-6D74F5AD79F8}" presName="horz1" presStyleCnt="0"/>
      <dgm:spPr/>
    </dgm:pt>
    <dgm:pt modelId="{DA712C61-ECB1-49F9-B8C4-1F5782B7F128}" type="pres">
      <dgm:prSet presAssocID="{CA46DCA1-FE27-4F00-9363-6D74F5AD79F8}" presName="tx1" presStyleLbl="revTx" presStyleIdx="2" presStyleCnt="3"/>
      <dgm:spPr/>
    </dgm:pt>
    <dgm:pt modelId="{139FA978-39FC-4CE5-9AE6-C2815E001625}" type="pres">
      <dgm:prSet presAssocID="{CA46DCA1-FE27-4F00-9363-6D74F5AD79F8}" presName="vert1" presStyleCnt="0"/>
      <dgm:spPr/>
    </dgm:pt>
  </dgm:ptLst>
  <dgm:cxnLst>
    <dgm:cxn modelId="{FB84A80E-CF81-43C3-95B8-5868BF93AB23}" srcId="{CE162064-CADB-48E0-931A-32D0E1A92CF6}" destId="{2EDD31AA-7862-4BF6-B0A6-C6FBA31BE80F}" srcOrd="1" destOrd="0" parTransId="{9B2C4C07-9A37-4873-9FD4-CB6F39B3D73E}" sibTransId="{BB2D5F19-6B36-4B83-8AD4-950B438E46AD}"/>
    <dgm:cxn modelId="{88EA1C1B-95B7-4E5D-B688-E81C982EEE90}" type="presOf" srcId="{CE162064-CADB-48E0-931A-32D0E1A92CF6}" destId="{C9CA5380-F002-4444-9FE7-DD58F76073B1}" srcOrd="0" destOrd="0" presId="urn:microsoft.com/office/officeart/2008/layout/LinedList"/>
    <dgm:cxn modelId="{2B2D6125-753B-42A9-9D2A-7409D3BCC4F8}" type="presOf" srcId="{3909D1FF-C17C-4CD6-ABC5-56FBFA5FFB76}" destId="{EA474FE0-240D-4720-8337-4D61ACFACC05}" srcOrd="0" destOrd="0" presId="urn:microsoft.com/office/officeart/2008/layout/LinedList"/>
    <dgm:cxn modelId="{A9B97927-B4DF-4618-8439-81DC218A486A}" type="presOf" srcId="{2EDD31AA-7862-4BF6-B0A6-C6FBA31BE80F}" destId="{58C89F80-4411-4935-A13F-B4080F1AC024}" srcOrd="0" destOrd="0" presId="urn:microsoft.com/office/officeart/2008/layout/LinedList"/>
    <dgm:cxn modelId="{05650E41-38AF-4F14-A1FE-6F1CA7B18FF8}" srcId="{CE162064-CADB-48E0-931A-32D0E1A92CF6}" destId="{CA46DCA1-FE27-4F00-9363-6D74F5AD79F8}" srcOrd="2" destOrd="0" parTransId="{2B18255E-10E7-4C57-92DA-B08621FD8F9B}" sibTransId="{59F8DF99-AD47-4E00-B018-D157B7019DFB}"/>
    <dgm:cxn modelId="{AF61FC7D-0DD5-40A0-847E-0C81BB7487C9}" srcId="{CE162064-CADB-48E0-931A-32D0E1A92CF6}" destId="{3909D1FF-C17C-4CD6-ABC5-56FBFA5FFB76}" srcOrd="0" destOrd="0" parTransId="{67EFC344-D875-4F6A-A73C-91D005AA827A}" sibTransId="{A49D69A6-AA64-4B2A-A4D8-72E92F81C912}"/>
    <dgm:cxn modelId="{BB5C8E94-B05F-48E8-9EB6-2E17C3E1D33A}" type="presOf" srcId="{CA46DCA1-FE27-4F00-9363-6D74F5AD79F8}" destId="{DA712C61-ECB1-49F9-B8C4-1F5782B7F128}" srcOrd="0" destOrd="0" presId="urn:microsoft.com/office/officeart/2008/layout/LinedList"/>
    <dgm:cxn modelId="{B339BE19-7AAD-44F9-9F96-D417A262D6F0}" type="presParOf" srcId="{C9CA5380-F002-4444-9FE7-DD58F76073B1}" destId="{C00E9ECA-B9CF-45C3-9AD0-BC93F66C8E00}" srcOrd="0" destOrd="0" presId="urn:microsoft.com/office/officeart/2008/layout/LinedList"/>
    <dgm:cxn modelId="{60AF8085-AF1C-4D4B-A04E-3E9BDF019990}" type="presParOf" srcId="{C9CA5380-F002-4444-9FE7-DD58F76073B1}" destId="{F2431C6E-1DFB-4779-B782-02164577465F}" srcOrd="1" destOrd="0" presId="urn:microsoft.com/office/officeart/2008/layout/LinedList"/>
    <dgm:cxn modelId="{E6F287E5-9303-4D59-A2A8-052C5A03FFFC}" type="presParOf" srcId="{F2431C6E-1DFB-4779-B782-02164577465F}" destId="{EA474FE0-240D-4720-8337-4D61ACFACC05}" srcOrd="0" destOrd="0" presId="urn:microsoft.com/office/officeart/2008/layout/LinedList"/>
    <dgm:cxn modelId="{06A8E3E9-E532-4199-8C99-DEABC08A4678}" type="presParOf" srcId="{F2431C6E-1DFB-4779-B782-02164577465F}" destId="{0C350716-1E54-4438-90B8-96465FB9205B}" srcOrd="1" destOrd="0" presId="urn:microsoft.com/office/officeart/2008/layout/LinedList"/>
    <dgm:cxn modelId="{FE931BA1-B922-497E-948C-0CC7D9E7C871}" type="presParOf" srcId="{C9CA5380-F002-4444-9FE7-DD58F76073B1}" destId="{D52563EB-1E0E-4CDA-A82B-2F141C3CC4EC}" srcOrd="2" destOrd="0" presId="urn:microsoft.com/office/officeart/2008/layout/LinedList"/>
    <dgm:cxn modelId="{A5F695DD-85F1-4717-968F-2BE5E00B73BE}" type="presParOf" srcId="{C9CA5380-F002-4444-9FE7-DD58F76073B1}" destId="{580C6711-8953-4CA4-8F61-373909ABAE11}" srcOrd="3" destOrd="0" presId="urn:microsoft.com/office/officeart/2008/layout/LinedList"/>
    <dgm:cxn modelId="{9778CA9E-8103-46AC-B839-FF37A30432CA}" type="presParOf" srcId="{580C6711-8953-4CA4-8F61-373909ABAE11}" destId="{58C89F80-4411-4935-A13F-B4080F1AC024}" srcOrd="0" destOrd="0" presId="urn:microsoft.com/office/officeart/2008/layout/LinedList"/>
    <dgm:cxn modelId="{E1BF08D5-BF8B-4026-BAFD-E4E74E9FF419}" type="presParOf" srcId="{580C6711-8953-4CA4-8F61-373909ABAE11}" destId="{33BD1A18-E6F6-4175-B020-00528D139997}" srcOrd="1" destOrd="0" presId="urn:microsoft.com/office/officeart/2008/layout/LinedList"/>
    <dgm:cxn modelId="{C84CFB49-FA3D-4B05-B305-063F0D9C1949}" type="presParOf" srcId="{C9CA5380-F002-4444-9FE7-DD58F76073B1}" destId="{E92401DB-167E-49B1-8914-C86690B5B2C7}" srcOrd="4" destOrd="0" presId="urn:microsoft.com/office/officeart/2008/layout/LinedList"/>
    <dgm:cxn modelId="{570296B1-1B8D-44FF-9B14-801285F47EC7}" type="presParOf" srcId="{C9CA5380-F002-4444-9FE7-DD58F76073B1}" destId="{084C21FA-4CBF-4FFC-A388-5AFA16307592}" srcOrd="5" destOrd="0" presId="urn:microsoft.com/office/officeart/2008/layout/LinedList"/>
    <dgm:cxn modelId="{D89BBF59-EFF4-4C20-93D7-47BAD53F0F00}" type="presParOf" srcId="{084C21FA-4CBF-4FFC-A388-5AFA16307592}" destId="{DA712C61-ECB1-49F9-B8C4-1F5782B7F128}" srcOrd="0" destOrd="0" presId="urn:microsoft.com/office/officeart/2008/layout/LinedList"/>
    <dgm:cxn modelId="{F22DE7EC-AB88-4F3F-A0E2-404B75A549A1}" type="presParOf" srcId="{084C21FA-4CBF-4FFC-A388-5AFA16307592}" destId="{139FA978-39FC-4CE5-9AE6-C2815E00162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E7FD0-9864-43F0-A2AF-F2F42E6C952C}">
      <dsp:nvSpPr>
        <dsp:cNvPr id="0" name=""/>
        <dsp:cNvSpPr/>
      </dsp:nvSpPr>
      <dsp:spPr>
        <a:xfrm>
          <a:off x="4326731" y="2231496"/>
          <a:ext cx="3061194" cy="531281"/>
        </a:xfrm>
        <a:custGeom>
          <a:avLst/>
          <a:gdLst/>
          <a:ahLst/>
          <a:cxnLst/>
          <a:rect l="0" t="0" r="0" b="0"/>
          <a:pathLst>
            <a:path>
              <a:moveTo>
                <a:pt x="0" y="0"/>
              </a:moveTo>
              <a:lnTo>
                <a:pt x="0" y="265640"/>
              </a:lnTo>
              <a:lnTo>
                <a:pt x="3061194" y="265640"/>
              </a:lnTo>
              <a:lnTo>
                <a:pt x="3061194" y="53128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122066-B3CB-4C7B-9D88-06EAF85126E7}">
      <dsp:nvSpPr>
        <dsp:cNvPr id="0" name=""/>
        <dsp:cNvSpPr/>
      </dsp:nvSpPr>
      <dsp:spPr>
        <a:xfrm>
          <a:off x="4281011" y="2231496"/>
          <a:ext cx="91440" cy="531281"/>
        </a:xfrm>
        <a:custGeom>
          <a:avLst/>
          <a:gdLst/>
          <a:ahLst/>
          <a:cxnLst/>
          <a:rect l="0" t="0" r="0" b="0"/>
          <a:pathLst>
            <a:path>
              <a:moveTo>
                <a:pt x="45720" y="0"/>
              </a:moveTo>
              <a:lnTo>
                <a:pt x="45720" y="53128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A477F3-BE01-47A1-8B21-E05B17D258CA}">
      <dsp:nvSpPr>
        <dsp:cNvPr id="0" name=""/>
        <dsp:cNvSpPr/>
      </dsp:nvSpPr>
      <dsp:spPr>
        <a:xfrm>
          <a:off x="1265537" y="2231496"/>
          <a:ext cx="3061194" cy="531281"/>
        </a:xfrm>
        <a:custGeom>
          <a:avLst/>
          <a:gdLst/>
          <a:ahLst/>
          <a:cxnLst/>
          <a:rect l="0" t="0" r="0" b="0"/>
          <a:pathLst>
            <a:path>
              <a:moveTo>
                <a:pt x="3061194" y="0"/>
              </a:moveTo>
              <a:lnTo>
                <a:pt x="3061194" y="265640"/>
              </a:lnTo>
              <a:lnTo>
                <a:pt x="0" y="265640"/>
              </a:lnTo>
              <a:lnTo>
                <a:pt x="0" y="53128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1B0486-A64C-40C0-8475-1D327FDD6320}">
      <dsp:nvSpPr>
        <dsp:cNvPr id="0" name=""/>
        <dsp:cNvSpPr/>
      </dsp:nvSpPr>
      <dsp:spPr>
        <a:xfrm>
          <a:off x="3061775" y="966540"/>
          <a:ext cx="2529912" cy="126495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Assumption: People are rational </a:t>
          </a:r>
        </a:p>
      </dsp:txBody>
      <dsp:txXfrm>
        <a:off x="3061775" y="966540"/>
        <a:ext cx="2529912" cy="1264956"/>
      </dsp:txXfrm>
    </dsp:sp>
    <dsp:sp modelId="{2680F5FC-6A3B-426C-8A78-C195F744CC82}">
      <dsp:nvSpPr>
        <dsp:cNvPr id="0" name=""/>
        <dsp:cNvSpPr/>
      </dsp:nvSpPr>
      <dsp:spPr>
        <a:xfrm>
          <a:off x="580" y="2762778"/>
          <a:ext cx="2529912" cy="126495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Scientific Management</a:t>
          </a:r>
        </a:p>
      </dsp:txBody>
      <dsp:txXfrm>
        <a:off x="580" y="2762778"/>
        <a:ext cx="2529912" cy="1264956"/>
      </dsp:txXfrm>
    </dsp:sp>
    <dsp:sp modelId="{76C7ED65-8014-4DC8-BBCF-BE4C31A50B68}">
      <dsp:nvSpPr>
        <dsp:cNvPr id="0" name=""/>
        <dsp:cNvSpPr/>
      </dsp:nvSpPr>
      <dsp:spPr>
        <a:xfrm>
          <a:off x="3061775" y="2762778"/>
          <a:ext cx="2529912" cy="126495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Administrative Principles</a:t>
          </a:r>
        </a:p>
      </dsp:txBody>
      <dsp:txXfrm>
        <a:off x="3061775" y="2762778"/>
        <a:ext cx="2529912" cy="1264956"/>
      </dsp:txXfrm>
    </dsp:sp>
    <dsp:sp modelId="{658C8042-FECF-4A02-90B2-F16179E79224}">
      <dsp:nvSpPr>
        <dsp:cNvPr id="0" name=""/>
        <dsp:cNvSpPr/>
      </dsp:nvSpPr>
      <dsp:spPr>
        <a:xfrm>
          <a:off x="6122969" y="2762778"/>
          <a:ext cx="2529912" cy="126495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Bureaucratic Organization</a:t>
          </a:r>
        </a:p>
      </dsp:txBody>
      <dsp:txXfrm>
        <a:off x="6122969" y="2762778"/>
        <a:ext cx="2529912" cy="12649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5D2522-3750-4E0B-83A3-FF64D22C3B3C}">
      <dsp:nvSpPr>
        <dsp:cNvPr id="0" name=""/>
        <dsp:cNvSpPr/>
      </dsp:nvSpPr>
      <dsp:spPr>
        <a:xfrm>
          <a:off x="1212569" y="815196"/>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C81478-1E49-4DC1-8EEF-36A4D6F6520E}">
      <dsp:nvSpPr>
        <dsp:cNvPr id="0" name=""/>
        <dsp:cNvSpPr/>
      </dsp:nvSpPr>
      <dsp:spPr>
        <a:xfrm>
          <a:off x="417971" y="2523641"/>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McDonalds has all of their operations down to a science. </a:t>
          </a:r>
        </a:p>
      </dsp:txBody>
      <dsp:txXfrm>
        <a:off x="417971" y="2523641"/>
        <a:ext cx="2889450" cy="1012500"/>
      </dsp:txXfrm>
    </dsp:sp>
    <dsp:sp modelId="{474DBE2C-5710-4001-8FBD-981968EBDC5E}">
      <dsp:nvSpPr>
        <dsp:cNvPr id="0" name=""/>
        <dsp:cNvSpPr/>
      </dsp:nvSpPr>
      <dsp:spPr>
        <a:xfrm>
          <a:off x="4607673" y="815196"/>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827C67-C1CF-423D-9F2C-51E6694E6C19}">
      <dsp:nvSpPr>
        <dsp:cNvPr id="0" name=""/>
        <dsp:cNvSpPr/>
      </dsp:nvSpPr>
      <dsp:spPr>
        <a:xfrm>
          <a:off x="3813075" y="2523641"/>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They are all about maximizing efficiency.</a:t>
          </a:r>
        </a:p>
      </dsp:txBody>
      <dsp:txXfrm>
        <a:off x="3813075" y="2523641"/>
        <a:ext cx="2889450" cy="1012500"/>
      </dsp:txXfrm>
    </dsp:sp>
    <dsp:sp modelId="{91C96DF9-F967-44A6-A3DD-E666F0CE4EF3}">
      <dsp:nvSpPr>
        <dsp:cNvPr id="0" name=""/>
        <dsp:cNvSpPr/>
      </dsp:nvSpPr>
      <dsp:spPr>
        <a:xfrm>
          <a:off x="8002777" y="815196"/>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708FEB-3C8B-4F85-A6AF-D0736527334B}">
      <dsp:nvSpPr>
        <dsp:cNvPr id="0" name=""/>
        <dsp:cNvSpPr/>
      </dsp:nvSpPr>
      <dsp:spPr>
        <a:xfrm>
          <a:off x="7208178" y="2523641"/>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McDonalds’ main focus is speed.</a:t>
          </a:r>
        </a:p>
      </dsp:txBody>
      <dsp:txXfrm>
        <a:off x="7208178" y="2523641"/>
        <a:ext cx="2889450" cy="1012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6F8B3-D275-6041-ACAD-36217A604EE7}">
      <dsp:nvSpPr>
        <dsp:cNvPr id="0" name=""/>
        <dsp:cNvSpPr/>
      </dsp:nvSpPr>
      <dsp:spPr>
        <a:xfrm>
          <a:off x="0" y="54032"/>
          <a:ext cx="6586489" cy="153971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If score is 8-10 ----------- formal company would be compatible with your style and wishes.</a:t>
          </a:r>
        </a:p>
      </dsp:txBody>
      <dsp:txXfrm>
        <a:off x="75163" y="129195"/>
        <a:ext cx="6436163" cy="1389393"/>
      </dsp:txXfrm>
    </dsp:sp>
    <dsp:sp modelId="{AD2C9A07-A891-D842-BD4F-D39140B8B47F}">
      <dsp:nvSpPr>
        <dsp:cNvPr id="0" name=""/>
        <dsp:cNvSpPr/>
      </dsp:nvSpPr>
      <dsp:spPr>
        <a:xfrm>
          <a:off x="0" y="1674392"/>
          <a:ext cx="6586489" cy="1539719"/>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4-7 ------------------ you would receive modest satisfaction from working within a bureaucratic organization.</a:t>
          </a:r>
        </a:p>
      </dsp:txBody>
      <dsp:txXfrm>
        <a:off x="75163" y="1749555"/>
        <a:ext cx="6436163" cy="1389393"/>
      </dsp:txXfrm>
    </dsp:sp>
    <dsp:sp modelId="{C9C98595-1BA0-794A-AE47-9E30AEBD04DA}">
      <dsp:nvSpPr>
        <dsp:cNvPr id="0" name=""/>
        <dsp:cNvSpPr/>
      </dsp:nvSpPr>
      <dsp:spPr>
        <a:xfrm>
          <a:off x="0" y="3294752"/>
          <a:ext cx="6586489" cy="1539719"/>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1-3---------------you would likely be frustrated by working in a large bureaucracy.</a:t>
          </a:r>
        </a:p>
      </dsp:txBody>
      <dsp:txXfrm>
        <a:off x="75163" y="3369915"/>
        <a:ext cx="6436163" cy="13893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143E0-51EF-4A1D-AEE6-970523ED684B}">
      <dsp:nvSpPr>
        <dsp:cNvPr id="0" name=""/>
        <dsp:cNvSpPr/>
      </dsp:nvSpPr>
      <dsp:spPr>
        <a:xfrm>
          <a:off x="792090" y="1073767"/>
          <a:ext cx="1069678" cy="10696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C2D1D5-40CF-461A-B1EC-55C52FFDB166}">
      <dsp:nvSpPr>
        <dsp:cNvPr id="0" name=""/>
        <dsp:cNvSpPr/>
      </dsp:nvSpPr>
      <dsp:spPr>
        <a:xfrm>
          <a:off x="138398" y="2687360"/>
          <a:ext cx="2377062" cy="2010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kern="1200" dirty="0"/>
            <a:t>This theory is built on the base of classical theory.</a:t>
          </a:r>
          <a:endParaRPr lang="en-US" sz="2400" kern="1200" dirty="0"/>
        </a:p>
      </dsp:txBody>
      <dsp:txXfrm>
        <a:off x="138398" y="2687360"/>
        <a:ext cx="2377062" cy="2010551"/>
      </dsp:txXfrm>
    </dsp:sp>
    <dsp:sp modelId="{6AF03261-751D-49C9-952E-CE46B5561F9F}">
      <dsp:nvSpPr>
        <dsp:cNvPr id="0" name=""/>
        <dsp:cNvSpPr/>
      </dsp:nvSpPr>
      <dsp:spPr>
        <a:xfrm>
          <a:off x="3585139" y="1073767"/>
          <a:ext cx="1069678" cy="10696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73C2C6-D7D9-488F-AA82-51552E2E69D2}">
      <dsp:nvSpPr>
        <dsp:cNvPr id="0" name=""/>
        <dsp:cNvSpPr/>
      </dsp:nvSpPr>
      <dsp:spPr>
        <a:xfrm>
          <a:off x="2931447" y="2687360"/>
          <a:ext cx="2377062" cy="2010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kern="1200"/>
            <a:t>Neo-classical theory gave greater emphasis to man behind the machine.</a:t>
          </a:r>
          <a:endParaRPr lang="en-US" sz="2400" kern="1200"/>
        </a:p>
      </dsp:txBody>
      <dsp:txXfrm>
        <a:off x="2931447" y="2687360"/>
        <a:ext cx="2377062" cy="2010551"/>
      </dsp:txXfrm>
    </dsp:sp>
    <dsp:sp modelId="{712CC504-E78E-4718-A325-E3AA64ED0831}">
      <dsp:nvSpPr>
        <dsp:cNvPr id="0" name=""/>
        <dsp:cNvSpPr/>
      </dsp:nvSpPr>
      <dsp:spPr>
        <a:xfrm>
          <a:off x="6378188" y="1073767"/>
          <a:ext cx="1069678" cy="10696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0069EC-A31A-46D7-B87F-274D41DA2C2A}">
      <dsp:nvSpPr>
        <dsp:cNvPr id="0" name=""/>
        <dsp:cNvSpPr/>
      </dsp:nvSpPr>
      <dsp:spPr>
        <a:xfrm>
          <a:off x="5724496" y="2687360"/>
          <a:ext cx="2377062" cy="2010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kern="1200"/>
            <a:t>It stressed the importance of individual as well as group  relationship in the workplace.</a:t>
          </a:r>
          <a:endParaRPr lang="en-US" sz="2400" kern="1200"/>
        </a:p>
      </dsp:txBody>
      <dsp:txXfrm>
        <a:off x="5724496" y="2687360"/>
        <a:ext cx="2377062" cy="2010551"/>
      </dsp:txXfrm>
    </dsp:sp>
    <dsp:sp modelId="{A25C27D6-5793-4A78-90E1-5369678D87B6}">
      <dsp:nvSpPr>
        <dsp:cNvPr id="0" name=""/>
        <dsp:cNvSpPr/>
      </dsp:nvSpPr>
      <dsp:spPr>
        <a:xfrm>
          <a:off x="9171237" y="1073767"/>
          <a:ext cx="1069678" cy="10696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98B2BD-3315-45CD-94FA-F4DA09C44E29}">
      <dsp:nvSpPr>
        <dsp:cNvPr id="0" name=""/>
        <dsp:cNvSpPr/>
      </dsp:nvSpPr>
      <dsp:spPr>
        <a:xfrm>
          <a:off x="8517545" y="2687360"/>
          <a:ext cx="2377062" cy="2010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kern="1200"/>
            <a:t>Also called as Human Relations and Behavioural Approach.</a:t>
          </a:r>
          <a:endParaRPr lang="en-US" sz="2400" kern="1200"/>
        </a:p>
      </dsp:txBody>
      <dsp:txXfrm>
        <a:off x="8517545" y="2687360"/>
        <a:ext cx="2377062" cy="20105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B77AD7-AE01-4FE4-9024-9477F8D3A7A9}">
      <dsp:nvSpPr>
        <dsp:cNvPr id="0" name=""/>
        <dsp:cNvSpPr/>
      </dsp:nvSpPr>
      <dsp:spPr>
        <a:xfrm>
          <a:off x="4422433" y="2099954"/>
          <a:ext cx="3376396" cy="267735"/>
        </a:xfrm>
        <a:custGeom>
          <a:avLst/>
          <a:gdLst/>
          <a:ahLst/>
          <a:cxnLst/>
          <a:rect l="0" t="0" r="0" b="0"/>
          <a:pathLst>
            <a:path>
              <a:moveTo>
                <a:pt x="0" y="0"/>
              </a:moveTo>
              <a:lnTo>
                <a:pt x="0" y="133867"/>
              </a:lnTo>
              <a:lnTo>
                <a:pt x="3376396" y="133867"/>
              </a:lnTo>
              <a:lnTo>
                <a:pt x="3376396" y="267735"/>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65D31BA4-8BB0-43D6-9F76-5A75734B8DB6}">
      <dsp:nvSpPr>
        <dsp:cNvPr id="0" name=""/>
        <dsp:cNvSpPr/>
      </dsp:nvSpPr>
      <dsp:spPr>
        <a:xfrm>
          <a:off x="4422433" y="2099954"/>
          <a:ext cx="1055010" cy="267735"/>
        </a:xfrm>
        <a:custGeom>
          <a:avLst/>
          <a:gdLst/>
          <a:ahLst/>
          <a:cxnLst/>
          <a:rect l="0" t="0" r="0" b="0"/>
          <a:pathLst>
            <a:path>
              <a:moveTo>
                <a:pt x="0" y="0"/>
              </a:moveTo>
              <a:lnTo>
                <a:pt x="0" y="133867"/>
              </a:lnTo>
              <a:lnTo>
                <a:pt x="1055010" y="133867"/>
              </a:lnTo>
              <a:lnTo>
                <a:pt x="1055010" y="267735"/>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F03BE6F-7DF8-4AD7-A0E0-C07FE8732038}">
      <dsp:nvSpPr>
        <dsp:cNvPr id="0" name=""/>
        <dsp:cNvSpPr/>
      </dsp:nvSpPr>
      <dsp:spPr>
        <a:xfrm>
          <a:off x="3218727" y="2099954"/>
          <a:ext cx="1203705" cy="267735"/>
        </a:xfrm>
        <a:custGeom>
          <a:avLst/>
          <a:gdLst/>
          <a:ahLst/>
          <a:cxnLst/>
          <a:rect l="0" t="0" r="0" b="0"/>
          <a:pathLst>
            <a:path>
              <a:moveTo>
                <a:pt x="1203705" y="0"/>
              </a:moveTo>
              <a:lnTo>
                <a:pt x="1203705" y="133867"/>
              </a:lnTo>
              <a:lnTo>
                <a:pt x="0" y="133867"/>
              </a:lnTo>
              <a:lnTo>
                <a:pt x="0" y="267735"/>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83B0DF1-B23D-4B13-91B9-C6970A509546}">
      <dsp:nvSpPr>
        <dsp:cNvPr id="0" name=""/>
        <dsp:cNvSpPr/>
      </dsp:nvSpPr>
      <dsp:spPr>
        <a:xfrm>
          <a:off x="983812" y="2099954"/>
          <a:ext cx="3438620" cy="267735"/>
        </a:xfrm>
        <a:custGeom>
          <a:avLst/>
          <a:gdLst/>
          <a:ahLst/>
          <a:cxnLst/>
          <a:rect l="0" t="0" r="0" b="0"/>
          <a:pathLst>
            <a:path>
              <a:moveTo>
                <a:pt x="3438620" y="0"/>
              </a:moveTo>
              <a:lnTo>
                <a:pt x="3438620" y="133867"/>
              </a:lnTo>
              <a:lnTo>
                <a:pt x="0" y="133867"/>
              </a:lnTo>
              <a:lnTo>
                <a:pt x="0" y="267735"/>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8E1F5BB-AD6A-48E4-BAC6-2B4C973956FE}">
      <dsp:nvSpPr>
        <dsp:cNvPr id="0" name=""/>
        <dsp:cNvSpPr/>
      </dsp:nvSpPr>
      <dsp:spPr>
        <a:xfrm>
          <a:off x="3438620" y="653011"/>
          <a:ext cx="1967624" cy="144694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50000"/>
            </a:lnSpc>
            <a:spcBef>
              <a:spcPct val="0"/>
            </a:spcBef>
            <a:spcAft>
              <a:spcPct val="35000"/>
            </a:spcAft>
            <a:buNone/>
          </a:pPr>
          <a:r>
            <a:rPr lang="en-IN" sz="1800" kern="1200" dirty="0"/>
            <a:t>Experiments</a:t>
          </a:r>
        </a:p>
      </dsp:txBody>
      <dsp:txXfrm>
        <a:off x="3438620" y="653011"/>
        <a:ext cx="1967624" cy="1446943"/>
      </dsp:txXfrm>
    </dsp:sp>
    <dsp:sp modelId="{628C9A46-B43D-48A9-8C25-6F8DD7957FF3}">
      <dsp:nvSpPr>
        <dsp:cNvPr id="0" name=""/>
        <dsp:cNvSpPr/>
      </dsp:nvSpPr>
      <dsp:spPr>
        <a:xfrm>
          <a:off x="0" y="2367689"/>
          <a:ext cx="1967624" cy="144694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50000"/>
            </a:lnSpc>
            <a:spcBef>
              <a:spcPct val="0"/>
            </a:spcBef>
            <a:spcAft>
              <a:spcPct val="35000"/>
            </a:spcAft>
            <a:buNone/>
          </a:pPr>
          <a:r>
            <a:rPr lang="en-IN" sz="1800" kern="1200" dirty="0"/>
            <a:t>Illumination Experiments</a:t>
          </a:r>
        </a:p>
      </dsp:txBody>
      <dsp:txXfrm>
        <a:off x="0" y="2367689"/>
        <a:ext cx="1967624" cy="1446943"/>
      </dsp:txXfrm>
    </dsp:sp>
    <dsp:sp modelId="{92C5A9CE-6618-4CD4-A615-287757BBBE86}">
      <dsp:nvSpPr>
        <dsp:cNvPr id="0" name=""/>
        <dsp:cNvSpPr/>
      </dsp:nvSpPr>
      <dsp:spPr>
        <a:xfrm>
          <a:off x="2234915" y="2367689"/>
          <a:ext cx="1967624" cy="144694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50000"/>
            </a:lnSpc>
            <a:spcBef>
              <a:spcPct val="0"/>
            </a:spcBef>
            <a:spcAft>
              <a:spcPct val="35000"/>
            </a:spcAft>
            <a:buNone/>
          </a:pPr>
          <a:r>
            <a:rPr lang="en-IN" sz="1800" kern="1200" dirty="0"/>
            <a:t>Relay Assembly Test Room Experiments</a:t>
          </a:r>
        </a:p>
      </dsp:txBody>
      <dsp:txXfrm>
        <a:off x="2234915" y="2367689"/>
        <a:ext cx="1967624" cy="1446943"/>
      </dsp:txXfrm>
    </dsp:sp>
    <dsp:sp modelId="{5D35F13C-8417-42C7-8CEF-2D0EE1433706}">
      <dsp:nvSpPr>
        <dsp:cNvPr id="0" name=""/>
        <dsp:cNvSpPr/>
      </dsp:nvSpPr>
      <dsp:spPr>
        <a:xfrm>
          <a:off x="4470274" y="2367689"/>
          <a:ext cx="2014337" cy="153252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50000"/>
            </a:lnSpc>
            <a:spcBef>
              <a:spcPct val="0"/>
            </a:spcBef>
            <a:spcAft>
              <a:spcPct val="35000"/>
            </a:spcAft>
            <a:buNone/>
          </a:pPr>
          <a:r>
            <a:rPr lang="en-IN" sz="1800" kern="1200" dirty="0"/>
            <a:t>Mass Interviewing Programme</a:t>
          </a:r>
        </a:p>
      </dsp:txBody>
      <dsp:txXfrm>
        <a:off x="4470274" y="2367689"/>
        <a:ext cx="2014337" cy="1532529"/>
      </dsp:txXfrm>
    </dsp:sp>
    <dsp:sp modelId="{C29BF12D-5574-4715-9023-FFC795962A48}">
      <dsp:nvSpPr>
        <dsp:cNvPr id="0" name=""/>
        <dsp:cNvSpPr/>
      </dsp:nvSpPr>
      <dsp:spPr>
        <a:xfrm>
          <a:off x="6752347" y="2367689"/>
          <a:ext cx="2092962" cy="150380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50000"/>
            </a:lnSpc>
            <a:spcBef>
              <a:spcPct val="0"/>
            </a:spcBef>
            <a:spcAft>
              <a:spcPct val="35000"/>
            </a:spcAft>
            <a:buNone/>
          </a:pPr>
          <a:r>
            <a:rPr lang="en-IN" sz="1800" kern="1200" dirty="0"/>
            <a:t>Bank Wiring Observation Room Experiment</a:t>
          </a:r>
        </a:p>
      </dsp:txBody>
      <dsp:txXfrm>
        <a:off x="6752347" y="2367689"/>
        <a:ext cx="2092962" cy="15038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980D41-EC12-CF4A-B265-4465B101FB76}">
      <dsp:nvSpPr>
        <dsp:cNvPr id="0" name=""/>
        <dsp:cNvSpPr/>
      </dsp:nvSpPr>
      <dsp:spPr>
        <a:xfrm>
          <a:off x="357277" y="0"/>
          <a:ext cx="5965371" cy="5965371"/>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654AF3B-EB54-EA44-AFA7-069A1EC2764A}">
      <dsp:nvSpPr>
        <dsp:cNvPr id="0" name=""/>
        <dsp:cNvSpPr/>
      </dsp:nvSpPr>
      <dsp:spPr>
        <a:xfrm>
          <a:off x="745026" y="387749"/>
          <a:ext cx="2386148" cy="238614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social and psychological factors are responsible for workers’ productivity and job satisfaction. </a:t>
          </a:r>
        </a:p>
      </dsp:txBody>
      <dsp:txXfrm>
        <a:off x="861508" y="504231"/>
        <a:ext cx="2153184" cy="2153184"/>
      </dsp:txXfrm>
    </dsp:sp>
    <dsp:sp modelId="{343DF27B-5FED-AF43-B1F8-B8F686D0381C}">
      <dsp:nvSpPr>
        <dsp:cNvPr id="0" name=""/>
        <dsp:cNvSpPr/>
      </dsp:nvSpPr>
      <dsp:spPr>
        <a:xfrm>
          <a:off x="3548750" y="387749"/>
          <a:ext cx="2386148" cy="238614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Only good physical working conditions are not enough to increase productivity.</a:t>
          </a:r>
        </a:p>
      </dsp:txBody>
      <dsp:txXfrm>
        <a:off x="3665232" y="504231"/>
        <a:ext cx="2153184" cy="2153184"/>
      </dsp:txXfrm>
    </dsp:sp>
    <dsp:sp modelId="{3E1FF0E4-40B0-A141-B9E6-DB1E3F127E32}">
      <dsp:nvSpPr>
        <dsp:cNvPr id="0" name=""/>
        <dsp:cNvSpPr/>
      </dsp:nvSpPr>
      <dsp:spPr>
        <a:xfrm>
          <a:off x="745026" y="3191473"/>
          <a:ext cx="2386148" cy="238614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The informal relations among workers influence the workers behavior and performance more than the formal relations in the organization.</a:t>
          </a:r>
        </a:p>
      </dsp:txBody>
      <dsp:txXfrm>
        <a:off x="861508" y="3307955"/>
        <a:ext cx="2153184" cy="2153184"/>
      </dsp:txXfrm>
    </dsp:sp>
    <dsp:sp modelId="{5465EAE6-1600-5F49-B594-65848241AA17}">
      <dsp:nvSpPr>
        <dsp:cNvPr id="0" name=""/>
        <dsp:cNvSpPr/>
      </dsp:nvSpPr>
      <dsp:spPr>
        <a:xfrm>
          <a:off x="3548750" y="3191473"/>
          <a:ext cx="2386148" cy="238614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Employees will perform better if they are allowed to participate in decision-making affecting their interests.</a:t>
          </a:r>
        </a:p>
      </dsp:txBody>
      <dsp:txXfrm>
        <a:off x="3665232" y="3307955"/>
        <a:ext cx="2153184" cy="21531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AA8EA7-EE24-7643-8DEB-47E0E9406559}">
      <dsp:nvSpPr>
        <dsp:cNvPr id="0" name=""/>
        <dsp:cNvSpPr/>
      </dsp:nvSpPr>
      <dsp:spPr>
        <a:xfrm>
          <a:off x="4742117" y="1261659"/>
          <a:ext cx="1525196" cy="529407"/>
        </a:xfrm>
        <a:custGeom>
          <a:avLst/>
          <a:gdLst/>
          <a:ahLst/>
          <a:cxnLst/>
          <a:rect l="0" t="0" r="0" b="0"/>
          <a:pathLst>
            <a:path>
              <a:moveTo>
                <a:pt x="0" y="0"/>
              </a:moveTo>
              <a:lnTo>
                <a:pt x="0" y="264703"/>
              </a:lnTo>
              <a:lnTo>
                <a:pt x="1525196" y="264703"/>
              </a:lnTo>
              <a:lnTo>
                <a:pt x="1525196" y="5294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2215BF-C11E-D249-9151-07299EE82D50}">
      <dsp:nvSpPr>
        <dsp:cNvPr id="0" name=""/>
        <dsp:cNvSpPr/>
      </dsp:nvSpPr>
      <dsp:spPr>
        <a:xfrm>
          <a:off x="3216920" y="1261659"/>
          <a:ext cx="1525196" cy="529407"/>
        </a:xfrm>
        <a:custGeom>
          <a:avLst/>
          <a:gdLst/>
          <a:ahLst/>
          <a:cxnLst/>
          <a:rect l="0" t="0" r="0" b="0"/>
          <a:pathLst>
            <a:path>
              <a:moveTo>
                <a:pt x="1525196" y="0"/>
              </a:moveTo>
              <a:lnTo>
                <a:pt x="1525196" y="264703"/>
              </a:lnTo>
              <a:lnTo>
                <a:pt x="0" y="264703"/>
              </a:lnTo>
              <a:lnTo>
                <a:pt x="0" y="5294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F04D80-DCE8-9E47-93A9-042320B8DF2D}">
      <dsp:nvSpPr>
        <dsp:cNvPr id="0" name=""/>
        <dsp:cNvSpPr/>
      </dsp:nvSpPr>
      <dsp:spPr>
        <a:xfrm>
          <a:off x="3481624" y="1166"/>
          <a:ext cx="2520986" cy="12604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IN" sz="3800" kern="1200" dirty="0"/>
            <a:t>Two theories</a:t>
          </a:r>
        </a:p>
      </dsp:txBody>
      <dsp:txXfrm>
        <a:off x="3481624" y="1166"/>
        <a:ext cx="2520986" cy="1260493"/>
      </dsp:txXfrm>
    </dsp:sp>
    <dsp:sp modelId="{C81A4039-6460-A045-A24B-C2093EF321DE}">
      <dsp:nvSpPr>
        <dsp:cNvPr id="0" name=""/>
        <dsp:cNvSpPr/>
      </dsp:nvSpPr>
      <dsp:spPr>
        <a:xfrm>
          <a:off x="1956427" y="1791066"/>
          <a:ext cx="2520986" cy="12604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IN" sz="3800" kern="1200" dirty="0"/>
            <a:t>Contingency Theory</a:t>
          </a:r>
        </a:p>
      </dsp:txBody>
      <dsp:txXfrm>
        <a:off x="1956427" y="1791066"/>
        <a:ext cx="2520986" cy="1260493"/>
      </dsp:txXfrm>
    </dsp:sp>
    <dsp:sp modelId="{FDE1BD1B-AD19-DB43-B7EA-31409CE734E1}">
      <dsp:nvSpPr>
        <dsp:cNvPr id="0" name=""/>
        <dsp:cNvSpPr/>
      </dsp:nvSpPr>
      <dsp:spPr>
        <a:xfrm>
          <a:off x="5006821" y="1791066"/>
          <a:ext cx="2520986" cy="12604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IN" sz="3800" kern="1200" dirty="0"/>
            <a:t>System Theory</a:t>
          </a:r>
        </a:p>
      </dsp:txBody>
      <dsp:txXfrm>
        <a:off x="5006821" y="1791066"/>
        <a:ext cx="2520986" cy="126049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45FCF-6149-4D3C-9516-A45A0445001A}">
      <dsp:nvSpPr>
        <dsp:cNvPr id="0" name=""/>
        <dsp:cNvSpPr/>
      </dsp:nvSpPr>
      <dsp:spPr>
        <a:xfrm>
          <a:off x="2586000" y="27262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62A37E-4702-47F1-914D-5779E03355AD}">
      <dsp:nvSpPr>
        <dsp:cNvPr id="0" name=""/>
        <dsp:cNvSpPr/>
      </dsp:nvSpPr>
      <dsp:spPr>
        <a:xfrm>
          <a:off x="1398000" y="2981165"/>
          <a:ext cx="4320000" cy="23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IN" sz="2800" kern="1200" dirty="0"/>
            <a:t>A management approach that recognizes organizations as different, which means they face different situations and require different ways of managing.</a:t>
          </a:r>
          <a:endParaRPr lang="en-US" sz="2800" kern="1200" dirty="0"/>
        </a:p>
      </dsp:txBody>
      <dsp:txXfrm>
        <a:off x="1398000" y="2981165"/>
        <a:ext cx="4320000" cy="2385000"/>
      </dsp:txXfrm>
    </dsp:sp>
    <dsp:sp modelId="{37607008-119F-4BCE-B8A7-BBE5C86D614B}">
      <dsp:nvSpPr>
        <dsp:cNvPr id="0" name=""/>
        <dsp:cNvSpPr/>
      </dsp:nvSpPr>
      <dsp:spPr>
        <a:xfrm>
          <a:off x="7662000" y="27262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A963F0-1D10-4D6A-88B6-2AF780BD35B4}">
      <dsp:nvSpPr>
        <dsp:cNvPr id="0" name=""/>
        <dsp:cNvSpPr/>
      </dsp:nvSpPr>
      <dsp:spPr>
        <a:xfrm>
          <a:off x="6474000" y="2981165"/>
          <a:ext cx="4320000" cy="23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IN" sz="2800" kern="1200" dirty="0"/>
            <a:t>There is no one universally applicable set of managerial principles by which to manage organizations.</a:t>
          </a:r>
          <a:endParaRPr lang="en-US" sz="2800" kern="1200" dirty="0"/>
        </a:p>
      </dsp:txBody>
      <dsp:txXfrm>
        <a:off x="6474000" y="2981165"/>
        <a:ext cx="4320000" cy="2385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ACF5E6-21A9-407C-8112-C557B573B04A}">
      <dsp:nvSpPr>
        <dsp:cNvPr id="0" name=""/>
        <dsp:cNvSpPr/>
      </dsp:nvSpPr>
      <dsp:spPr>
        <a:xfrm rot="16200000">
          <a:off x="838939" y="-838939"/>
          <a:ext cx="2015231" cy="369311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IN" sz="2500" kern="1200" dirty="0"/>
            <a:t>Organization Size</a:t>
          </a:r>
        </a:p>
      </dsp:txBody>
      <dsp:txXfrm rot="5400000">
        <a:off x="0" y="0"/>
        <a:ext cx="3693110" cy="1511423"/>
      </dsp:txXfrm>
    </dsp:sp>
    <dsp:sp modelId="{BD9C16E2-8BC4-4CA3-8587-03E9AD704D1D}">
      <dsp:nvSpPr>
        <dsp:cNvPr id="0" name=""/>
        <dsp:cNvSpPr/>
      </dsp:nvSpPr>
      <dsp:spPr>
        <a:xfrm>
          <a:off x="3693110" y="0"/>
          <a:ext cx="3693110" cy="2015231"/>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IN" sz="2500" kern="1200" dirty="0"/>
            <a:t>Routineness of Task Technology</a:t>
          </a:r>
        </a:p>
      </dsp:txBody>
      <dsp:txXfrm>
        <a:off x="3693110" y="0"/>
        <a:ext cx="3693110" cy="1511423"/>
      </dsp:txXfrm>
    </dsp:sp>
    <dsp:sp modelId="{B128F572-1ABC-415A-BC11-02B97B7E711D}">
      <dsp:nvSpPr>
        <dsp:cNvPr id="0" name=""/>
        <dsp:cNvSpPr/>
      </dsp:nvSpPr>
      <dsp:spPr>
        <a:xfrm rot="10800000">
          <a:off x="0" y="2015231"/>
          <a:ext cx="3693110" cy="2015231"/>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IN" sz="2500" kern="1200" dirty="0"/>
            <a:t>Environmental Uncertainty</a:t>
          </a:r>
        </a:p>
      </dsp:txBody>
      <dsp:txXfrm rot="10800000">
        <a:off x="0" y="2519038"/>
        <a:ext cx="3693110" cy="1511423"/>
      </dsp:txXfrm>
    </dsp:sp>
    <dsp:sp modelId="{AF32ADEE-D2F9-456B-A80A-E57BE62781D0}">
      <dsp:nvSpPr>
        <dsp:cNvPr id="0" name=""/>
        <dsp:cNvSpPr/>
      </dsp:nvSpPr>
      <dsp:spPr>
        <a:xfrm rot="5400000">
          <a:off x="4532050" y="1176291"/>
          <a:ext cx="2015231" cy="369311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IN" sz="2500" kern="1200" dirty="0"/>
            <a:t>Individual Differences</a:t>
          </a:r>
        </a:p>
      </dsp:txBody>
      <dsp:txXfrm rot="-5400000">
        <a:off x="3693111" y="2519038"/>
        <a:ext cx="3693110" cy="1511423"/>
      </dsp:txXfrm>
    </dsp:sp>
    <dsp:sp modelId="{D2F54870-FF71-47DB-8A11-149625D52320}">
      <dsp:nvSpPr>
        <dsp:cNvPr id="0" name=""/>
        <dsp:cNvSpPr/>
      </dsp:nvSpPr>
      <dsp:spPr>
        <a:xfrm>
          <a:off x="2585177" y="1511423"/>
          <a:ext cx="2215866" cy="1007615"/>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Popular Variables</a:t>
          </a:r>
        </a:p>
      </dsp:txBody>
      <dsp:txXfrm>
        <a:off x="2634365" y="1560611"/>
        <a:ext cx="2117490" cy="90923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2B250-4F74-4AFA-B8F5-B08D14C997F1}">
      <dsp:nvSpPr>
        <dsp:cNvPr id="0" name=""/>
        <dsp:cNvSpPr/>
      </dsp:nvSpPr>
      <dsp:spPr>
        <a:xfrm>
          <a:off x="1102724" y="871962"/>
          <a:ext cx="1490681" cy="14906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2D12DB-4941-4327-9999-A51857549F1B}">
      <dsp:nvSpPr>
        <dsp:cNvPr id="0" name=""/>
        <dsp:cNvSpPr/>
      </dsp:nvSpPr>
      <dsp:spPr>
        <a:xfrm>
          <a:off x="191753" y="2872524"/>
          <a:ext cx="3312624"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IN" sz="2000" kern="1200" dirty="0"/>
            <a:t>Manager will be able to identify and to solve problems under different situations.</a:t>
          </a:r>
          <a:endParaRPr lang="en-US" sz="2000" kern="1200" dirty="0"/>
        </a:p>
      </dsp:txBody>
      <dsp:txXfrm>
        <a:off x="191753" y="2872524"/>
        <a:ext cx="3312624" cy="1398559"/>
      </dsp:txXfrm>
    </dsp:sp>
    <dsp:sp modelId="{B772B60A-2FF1-4CBF-B64F-5A7C0755F0E4}">
      <dsp:nvSpPr>
        <dsp:cNvPr id="0" name=""/>
        <dsp:cNvSpPr/>
      </dsp:nvSpPr>
      <dsp:spPr>
        <a:xfrm>
          <a:off x="4995059" y="871962"/>
          <a:ext cx="1490681" cy="14906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F8A085-C446-4DF0-9B21-A484EF102A83}">
      <dsp:nvSpPr>
        <dsp:cNvPr id="0" name=""/>
        <dsp:cNvSpPr/>
      </dsp:nvSpPr>
      <dsp:spPr>
        <a:xfrm>
          <a:off x="4084087" y="2872524"/>
          <a:ext cx="3312624"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IN" sz="2000" kern="1200" dirty="0"/>
            <a:t>Manager will be able to recognize that the successful application of a technique in one situation does not guarantee success in another.</a:t>
          </a:r>
          <a:endParaRPr lang="en-US" sz="2000" kern="1200" dirty="0"/>
        </a:p>
      </dsp:txBody>
      <dsp:txXfrm>
        <a:off x="4084087" y="2872524"/>
        <a:ext cx="3312624" cy="1398559"/>
      </dsp:txXfrm>
    </dsp:sp>
    <dsp:sp modelId="{4922CB0B-356F-483E-B9C4-990A9E6B6CB5}">
      <dsp:nvSpPr>
        <dsp:cNvPr id="0" name=""/>
        <dsp:cNvSpPr/>
      </dsp:nvSpPr>
      <dsp:spPr>
        <a:xfrm>
          <a:off x="8887393" y="871962"/>
          <a:ext cx="1490681" cy="14906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F61D35-360C-46BB-9C0C-A2C1D43C1428}">
      <dsp:nvSpPr>
        <dsp:cNvPr id="0" name=""/>
        <dsp:cNvSpPr/>
      </dsp:nvSpPr>
      <dsp:spPr>
        <a:xfrm>
          <a:off x="7976421" y="2872524"/>
          <a:ext cx="3312624"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IN" sz="2000" kern="1200" dirty="0"/>
            <a:t>Manager will be able to examine each situation in terms of how it is affected by the contextual, organizational and human dimensions.</a:t>
          </a:r>
          <a:endParaRPr lang="en-US" sz="2000" kern="1200" dirty="0"/>
        </a:p>
      </dsp:txBody>
      <dsp:txXfrm>
        <a:off x="7976421" y="2872524"/>
        <a:ext cx="3312624" cy="13985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8ECBC-8C62-314C-B990-AE05BC512BA9}">
      <dsp:nvSpPr>
        <dsp:cNvPr id="0" name=""/>
        <dsp:cNvSpPr/>
      </dsp:nvSpPr>
      <dsp:spPr>
        <a:xfrm>
          <a:off x="0" y="2284700"/>
          <a:ext cx="6586489" cy="149901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t>It is a set of different interdependent parts working together in interrelated manner to accomplish a set of objectives.</a:t>
          </a:r>
          <a:endParaRPr lang="en-US" sz="2600" kern="1200"/>
        </a:p>
      </dsp:txBody>
      <dsp:txXfrm>
        <a:off x="0" y="2284700"/>
        <a:ext cx="6586489" cy="1499011"/>
      </dsp:txXfrm>
    </dsp:sp>
    <dsp:sp modelId="{B562D92D-360A-C44D-AFC6-D8C908575A7A}">
      <dsp:nvSpPr>
        <dsp:cNvPr id="0" name=""/>
        <dsp:cNvSpPr/>
      </dsp:nvSpPr>
      <dsp:spPr>
        <a:xfrm rot="10800000">
          <a:off x="0" y="1706"/>
          <a:ext cx="6586489" cy="2305479"/>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t>Let’s start with understanding of System</a:t>
          </a:r>
          <a:endParaRPr lang="en-US" sz="2600" kern="1200"/>
        </a:p>
      </dsp:txBody>
      <dsp:txXfrm rot="10800000">
        <a:off x="0" y="1706"/>
        <a:ext cx="6586489" cy="149803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03C8A1-CEF6-8E40-8B75-C4E2BA97F9E3}">
      <dsp:nvSpPr>
        <dsp:cNvPr id="0" name=""/>
        <dsp:cNvSpPr/>
      </dsp:nvSpPr>
      <dsp:spPr>
        <a:xfrm>
          <a:off x="5452533" y="1816105"/>
          <a:ext cx="2194624" cy="761770"/>
        </a:xfrm>
        <a:custGeom>
          <a:avLst/>
          <a:gdLst/>
          <a:ahLst/>
          <a:cxnLst/>
          <a:rect l="0" t="0" r="0" b="0"/>
          <a:pathLst>
            <a:path>
              <a:moveTo>
                <a:pt x="0" y="0"/>
              </a:moveTo>
              <a:lnTo>
                <a:pt x="0" y="380885"/>
              </a:lnTo>
              <a:lnTo>
                <a:pt x="2194624" y="380885"/>
              </a:lnTo>
              <a:lnTo>
                <a:pt x="2194624" y="761770"/>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69D95A0-2CFE-394C-9A00-045E9FEE181C}">
      <dsp:nvSpPr>
        <dsp:cNvPr id="0" name=""/>
        <dsp:cNvSpPr/>
      </dsp:nvSpPr>
      <dsp:spPr>
        <a:xfrm>
          <a:off x="3257908" y="1816105"/>
          <a:ext cx="2194624" cy="761770"/>
        </a:xfrm>
        <a:custGeom>
          <a:avLst/>
          <a:gdLst/>
          <a:ahLst/>
          <a:cxnLst/>
          <a:rect l="0" t="0" r="0" b="0"/>
          <a:pathLst>
            <a:path>
              <a:moveTo>
                <a:pt x="2194624" y="0"/>
              </a:moveTo>
              <a:lnTo>
                <a:pt x="2194624" y="380885"/>
              </a:lnTo>
              <a:lnTo>
                <a:pt x="0" y="380885"/>
              </a:lnTo>
              <a:lnTo>
                <a:pt x="0" y="761770"/>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5A36F4F-CDB0-E549-AE3A-408767FF9BE6}">
      <dsp:nvSpPr>
        <dsp:cNvPr id="0" name=""/>
        <dsp:cNvSpPr/>
      </dsp:nvSpPr>
      <dsp:spPr>
        <a:xfrm>
          <a:off x="3638793" y="2366"/>
          <a:ext cx="3627478" cy="181373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2755900">
            <a:lnSpc>
              <a:spcPct val="90000"/>
            </a:lnSpc>
            <a:spcBef>
              <a:spcPct val="0"/>
            </a:spcBef>
            <a:spcAft>
              <a:spcPct val="35000"/>
            </a:spcAft>
            <a:buNone/>
          </a:pPr>
          <a:r>
            <a:rPr lang="en-IN" sz="6200" kern="1200" dirty="0"/>
            <a:t>System</a:t>
          </a:r>
        </a:p>
      </dsp:txBody>
      <dsp:txXfrm>
        <a:off x="3638793" y="2366"/>
        <a:ext cx="3627478" cy="1813739"/>
      </dsp:txXfrm>
    </dsp:sp>
    <dsp:sp modelId="{BE86836F-24C9-924D-B14A-EC47D18C8985}">
      <dsp:nvSpPr>
        <dsp:cNvPr id="0" name=""/>
        <dsp:cNvSpPr/>
      </dsp:nvSpPr>
      <dsp:spPr>
        <a:xfrm>
          <a:off x="1444169" y="2577876"/>
          <a:ext cx="3627478" cy="181373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2755900">
            <a:lnSpc>
              <a:spcPct val="90000"/>
            </a:lnSpc>
            <a:spcBef>
              <a:spcPct val="0"/>
            </a:spcBef>
            <a:spcAft>
              <a:spcPct val="35000"/>
            </a:spcAft>
            <a:buNone/>
          </a:pPr>
          <a:r>
            <a:rPr lang="en-IN" sz="6200" kern="1200" dirty="0"/>
            <a:t>Open System</a:t>
          </a:r>
        </a:p>
      </dsp:txBody>
      <dsp:txXfrm>
        <a:off x="1444169" y="2577876"/>
        <a:ext cx="3627478" cy="1813739"/>
      </dsp:txXfrm>
    </dsp:sp>
    <dsp:sp modelId="{17D08E62-40FD-7346-898A-F329245ECDA0}">
      <dsp:nvSpPr>
        <dsp:cNvPr id="0" name=""/>
        <dsp:cNvSpPr/>
      </dsp:nvSpPr>
      <dsp:spPr>
        <a:xfrm>
          <a:off x="5833418" y="2577876"/>
          <a:ext cx="3627478" cy="181373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2755900">
            <a:lnSpc>
              <a:spcPct val="90000"/>
            </a:lnSpc>
            <a:spcBef>
              <a:spcPct val="0"/>
            </a:spcBef>
            <a:spcAft>
              <a:spcPct val="35000"/>
            </a:spcAft>
            <a:buNone/>
          </a:pPr>
          <a:r>
            <a:rPr lang="en-IN" sz="6200" kern="1200" dirty="0"/>
            <a:t>Closed System</a:t>
          </a:r>
        </a:p>
      </dsp:txBody>
      <dsp:txXfrm>
        <a:off x="5833418" y="2577876"/>
        <a:ext cx="3627478" cy="181373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0E9ECA-B9CF-45C3-9AD0-BC93F66C8E00}">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474FE0-240D-4720-8337-4D61ACFACC05}">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Employees will also work more efficiently , when they believe that the management is interested in their welfare.</a:t>
          </a:r>
        </a:p>
      </dsp:txBody>
      <dsp:txXfrm>
        <a:off x="0" y="2703"/>
        <a:ext cx="6900512" cy="1843578"/>
      </dsp:txXfrm>
    </dsp:sp>
    <dsp:sp modelId="{D52563EB-1E0E-4CDA-A82B-2F141C3CC4EC}">
      <dsp:nvSpPr>
        <dsp:cNvPr id="0" name=""/>
        <dsp:cNvSpPr/>
      </dsp:nvSpPr>
      <dsp:spPr>
        <a:xfrm>
          <a:off x="0" y="18462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C89F80-4411-4935-A13F-B4080F1AC024}">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When employees are treated with respect and dignity, their performance will improve.</a:t>
          </a:r>
        </a:p>
      </dsp:txBody>
      <dsp:txXfrm>
        <a:off x="0" y="1846281"/>
        <a:ext cx="6900512" cy="1843578"/>
      </dsp:txXfrm>
    </dsp:sp>
    <dsp:sp modelId="{E92401DB-167E-49B1-8914-C86690B5B2C7}">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712C61-ECB1-49F9-B8C4-1F5782B7F128}">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Financial incentives alone cannot increase the performance.</a:t>
          </a:r>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AAFE76-2D0F-FD46-9052-D5B0B68EDE9E}" type="datetimeFigureOut">
              <a:rPr lang="en-US" smtClean="0"/>
              <a:t>8/10/22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C3C7D-ED15-B047-AB9E-DB6E4E28431D}" type="slidenum">
              <a:rPr lang="en-US" smtClean="0"/>
              <a:t>‹#›</a:t>
            </a:fld>
            <a:endParaRPr lang="en-US"/>
          </a:p>
        </p:txBody>
      </p:sp>
    </p:spTree>
    <p:extLst>
      <p:ext uri="{BB962C8B-B14F-4D97-AF65-F5344CB8AC3E}">
        <p14:creationId xmlns:p14="http://schemas.microsoft.com/office/powerpoint/2010/main" val="3428055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1" i="0" dirty="0">
                <a:solidFill>
                  <a:srgbClr val="202124"/>
                </a:solidFill>
                <a:effectLst/>
                <a:latin typeface="arial" panose="020B0604020202020204" pitchFamily="34" charset="0"/>
              </a:rPr>
              <a:t>there should not be any conflict between the managers and the workers</a:t>
            </a:r>
            <a:r>
              <a:rPr lang="en-IN" b="0" i="0" dirty="0">
                <a:solidFill>
                  <a:srgbClr val="202124"/>
                </a:solidFill>
                <a:effectLst/>
                <a:latin typeface="arial" panose="020B0604020202020204" pitchFamily="34" charset="0"/>
              </a:rPr>
              <a:t>. He emphasised that there should be complete harmony between the managers and the workers.</a:t>
            </a:r>
            <a:endParaRPr lang="en-US" dirty="0"/>
          </a:p>
        </p:txBody>
      </p:sp>
      <p:sp>
        <p:nvSpPr>
          <p:cNvPr id="4" name="Slide Number Placeholder 3"/>
          <p:cNvSpPr>
            <a:spLocks noGrp="1"/>
          </p:cNvSpPr>
          <p:nvPr>
            <p:ph type="sldNum" sz="quarter" idx="5"/>
          </p:nvPr>
        </p:nvSpPr>
        <p:spPr/>
        <p:txBody>
          <a:bodyPr/>
          <a:lstStyle/>
          <a:p>
            <a:fld id="{B23C3C7D-ED15-B047-AB9E-DB6E4E28431D}" type="slidenum">
              <a:rPr lang="en-US" smtClean="0"/>
              <a:t>6</a:t>
            </a:fld>
            <a:endParaRPr lang="en-US"/>
          </a:p>
        </p:txBody>
      </p:sp>
    </p:spTree>
    <p:extLst>
      <p:ext uri="{BB962C8B-B14F-4D97-AF65-F5344CB8AC3E}">
        <p14:creationId xmlns:p14="http://schemas.microsoft.com/office/powerpoint/2010/main" val="2320419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i="0" dirty="0">
                <a:solidFill>
                  <a:srgbClr val="202124"/>
                </a:solidFill>
                <a:effectLst/>
                <a:latin typeface="arial" panose="020B0604020202020204" pitchFamily="34" charset="0"/>
              </a:rPr>
              <a:t>One unit and one plan' for the group of activities having the same objective</a:t>
            </a:r>
            <a:r>
              <a:rPr lang="en-IN" b="0" i="0" dirty="0">
                <a:solidFill>
                  <a:srgbClr val="202124"/>
                </a:solidFill>
                <a:effectLst/>
                <a:latin typeface="arial" panose="020B0604020202020204" pitchFamily="34" charset="0"/>
              </a:rPr>
              <a:t> is the essence of this principle</a:t>
            </a:r>
            <a:endParaRPr lang="en-US" dirty="0"/>
          </a:p>
        </p:txBody>
      </p:sp>
      <p:sp>
        <p:nvSpPr>
          <p:cNvPr id="4" name="Slide Number Placeholder 3"/>
          <p:cNvSpPr>
            <a:spLocks noGrp="1"/>
          </p:cNvSpPr>
          <p:nvPr>
            <p:ph type="sldNum" sz="quarter" idx="5"/>
          </p:nvPr>
        </p:nvSpPr>
        <p:spPr/>
        <p:txBody>
          <a:bodyPr/>
          <a:lstStyle/>
          <a:p>
            <a:fld id="{B23C3C7D-ED15-B047-AB9E-DB6E4E28431D}" type="slidenum">
              <a:rPr lang="en-US" smtClean="0"/>
              <a:t>17</a:t>
            </a:fld>
            <a:endParaRPr lang="en-US"/>
          </a:p>
        </p:txBody>
      </p:sp>
    </p:spTree>
    <p:extLst>
      <p:ext uri="{BB962C8B-B14F-4D97-AF65-F5344CB8AC3E}">
        <p14:creationId xmlns:p14="http://schemas.microsoft.com/office/powerpoint/2010/main" val="3473207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02124"/>
                </a:solidFill>
                <a:effectLst/>
                <a:latin typeface="arial" panose="020B0604020202020204" pitchFamily="34" charset="0"/>
              </a:rPr>
              <a:t>A clear line of communication is very important for any organisation to achieve its objectives. The communication has to flow in an order for it to be effective. Scale chain identifies that path.</a:t>
            </a:r>
            <a:endParaRPr lang="en-US" dirty="0"/>
          </a:p>
        </p:txBody>
      </p:sp>
      <p:sp>
        <p:nvSpPr>
          <p:cNvPr id="4" name="Slide Number Placeholder 3"/>
          <p:cNvSpPr>
            <a:spLocks noGrp="1"/>
          </p:cNvSpPr>
          <p:nvPr>
            <p:ph type="sldNum" sz="quarter" idx="5"/>
          </p:nvPr>
        </p:nvSpPr>
        <p:spPr/>
        <p:txBody>
          <a:bodyPr/>
          <a:lstStyle/>
          <a:p>
            <a:fld id="{B23C3C7D-ED15-B047-AB9E-DB6E4E28431D}" type="slidenum">
              <a:rPr lang="en-US" smtClean="0"/>
              <a:t>21</a:t>
            </a:fld>
            <a:endParaRPr lang="en-US"/>
          </a:p>
        </p:txBody>
      </p:sp>
    </p:spTree>
    <p:extLst>
      <p:ext uri="{BB962C8B-B14F-4D97-AF65-F5344CB8AC3E}">
        <p14:creationId xmlns:p14="http://schemas.microsoft.com/office/powerpoint/2010/main" val="263154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i="0" dirty="0">
                <a:solidFill>
                  <a:srgbClr val="202124"/>
                </a:solidFill>
                <a:effectLst/>
                <a:latin typeface="arial" panose="020B0604020202020204" pitchFamily="34" charset="0"/>
              </a:rPr>
              <a:t>a place should be fixed for everything and everyone and everything and everyone should be in its place</a:t>
            </a:r>
            <a:endParaRPr lang="en-US" dirty="0"/>
          </a:p>
        </p:txBody>
      </p:sp>
      <p:sp>
        <p:nvSpPr>
          <p:cNvPr id="4" name="Slide Number Placeholder 3"/>
          <p:cNvSpPr>
            <a:spLocks noGrp="1"/>
          </p:cNvSpPr>
          <p:nvPr>
            <p:ph type="sldNum" sz="quarter" idx="5"/>
          </p:nvPr>
        </p:nvSpPr>
        <p:spPr/>
        <p:txBody>
          <a:bodyPr/>
          <a:lstStyle/>
          <a:p>
            <a:fld id="{B23C3C7D-ED15-B047-AB9E-DB6E4E28431D}" type="slidenum">
              <a:rPr lang="en-US" smtClean="0"/>
              <a:t>22</a:t>
            </a:fld>
            <a:endParaRPr lang="en-US"/>
          </a:p>
        </p:txBody>
      </p:sp>
    </p:spTree>
    <p:extLst>
      <p:ext uri="{BB962C8B-B14F-4D97-AF65-F5344CB8AC3E}">
        <p14:creationId xmlns:p14="http://schemas.microsoft.com/office/powerpoint/2010/main" val="4062382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i="0" dirty="0">
                <a:solidFill>
                  <a:srgbClr val="202124"/>
                </a:solidFill>
                <a:effectLst/>
                <a:latin typeface="arial" panose="020B0604020202020204" pitchFamily="34" charset="0"/>
              </a:rPr>
              <a:t>union is strength</a:t>
            </a:r>
            <a:endParaRPr lang="en-US" dirty="0"/>
          </a:p>
        </p:txBody>
      </p:sp>
      <p:sp>
        <p:nvSpPr>
          <p:cNvPr id="4" name="Slide Number Placeholder 3"/>
          <p:cNvSpPr>
            <a:spLocks noGrp="1"/>
          </p:cNvSpPr>
          <p:nvPr>
            <p:ph type="sldNum" sz="quarter" idx="5"/>
          </p:nvPr>
        </p:nvSpPr>
        <p:spPr/>
        <p:txBody>
          <a:bodyPr/>
          <a:lstStyle/>
          <a:p>
            <a:fld id="{B23C3C7D-ED15-B047-AB9E-DB6E4E28431D}" type="slidenum">
              <a:rPr lang="en-US" smtClean="0"/>
              <a:t>26</a:t>
            </a:fld>
            <a:endParaRPr lang="en-US"/>
          </a:p>
        </p:txBody>
      </p:sp>
    </p:spTree>
    <p:extLst>
      <p:ext uri="{BB962C8B-B14F-4D97-AF65-F5344CB8AC3E}">
        <p14:creationId xmlns:p14="http://schemas.microsoft.com/office/powerpoint/2010/main" val="4130436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15B0-F1C7-D00E-DD1F-D7A6A2EE91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524D4E-01BF-980C-B884-9DCB00461F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A9D299-7967-C10A-4616-B1E301AE8F6C}"/>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ACF6700F-0109-9A7B-0C7B-315344EDE2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9C7D8B-6A00-B034-0CC3-04600E6A30F2}"/>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171134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63E71-133A-84AF-A8EF-AB1FCAB1B6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6E69D5-5477-4D1C-ECCF-CB987E9CD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5068AD-300C-96DF-359B-B820B9164ADE}"/>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4473019F-AEFD-3960-0171-1BE9B8D8A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13188-63D7-BC65-55FF-90340BAAD4CE}"/>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2757883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CF3B-83A7-0386-8362-FD9F86667A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3DEB7D-A3FF-A6C8-522E-456BFE15D7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F9EDDF-7A4D-97E1-3E67-63AECAE6E60F}"/>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469123FD-D724-A84B-90AE-DC5439D41E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90FE02-907B-8B79-AAD8-FF38A748C51A}"/>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1836702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ADEF-128D-E466-0088-3B2B4B36B8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73C65E-B890-C1FB-E80A-ABD9EACF05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D1BB9B-2D13-0AD0-B18D-9DF9679E50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B724D8-D48A-F367-149C-F0DC0EF618EA}"/>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6" name="Footer Placeholder 5">
            <a:extLst>
              <a:ext uri="{FF2B5EF4-FFF2-40B4-BE49-F238E27FC236}">
                <a16:creationId xmlns:a16="http://schemas.microsoft.com/office/drawing/2014/main" id="{AD92AE06-F433-C826-858C-DF29A707D5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26D943-1155-4DDA-5BF0-2027E0E6CBEB}"/>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1774800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1E88-6CFC-24B1-411D-D16E0F5DBD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D15064-358E-869C-9B65-6991ECB1E1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25FAE9-8645-15DA-80DE-80087DD703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58AD3A-DA07-304B-7CE7-D70489E59F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475EBC-F4B5-673F-311B-2DDE3ED95A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6B02D6-6A75-EE07-93FE-7B182582C8BC}"/>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8" name="Footer Placeholder 7">
            <a:extLst>
              <a:ext uri="{FF2B5EF4-FFF2-40B4-BE49-F238E27FC236}">
                <a16:creationId xmlns:a16="http://schemas.microsoft.com/office/drawing/2014/main" id="{072F7EC4-6B02-C0E8-2DDB-574EDC5D8C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CC0305-6725-C918-3A48-E016F867165B}"/>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1950440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97F78-5F29-8676-C86F-64023B3ED8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AE1603-D2AB-399E-31DE-13A424533645}"/>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4" name="Footer Placeholder 3">
            <a:extLst>
              <a:ext uri="{FF2B5EF4-FFF2-40B4-BE49-F238E27FC236}">
                <a16:creationId xmlns:a16="http://schemas.microsoft.com/office/drawing/2014/main" id="{732F406E-136C-E4B0-6783-997F29DE2E4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545696-909A-7B21-AE69-DBF4B797B3BB}"/>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305270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B9871D-ED24-5425-B169-BE466D3D34E8}"/>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3" name="Footer Placeholder 2">
            <a:extLst>
              <a:ext uri="{FF2B5EF4-FFF2-40B4-BE49-F238E27FC236}">
                <a16:creationId xmlns:a16="http://schemas.microsoft.com/office/drawing/2014/main" id="{41E2224B-06BF-9E7B-5B8A-0E28C2DE80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8CD552-BFBF-642C-56F1-DAD4CBA87432}"/>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3332217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56FC-14F7-D170-93E3-60EF72AB0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30F009-C9CC-684F-590A-D7A400A690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40C138-6003-B5D6-99B9-88A578EF0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365C6-1D92-BEA2-5D64-4CDD4957E606}"/>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6" name="Footer Placeholder 5">
            <a:extLst>
              <a:ext uri="{FF2B5EF4-FFF2-40B4-BE49-F238E27FC236}">
                <a16:creationId xmlns:a16="http://schemas.microsoft.com/office/drawing/2014/main" id="{1858A933-846E-8B70-6003-BB9A94D81F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1E850-C878-97DA-CE19-710BD5C67475}"/>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82023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9762-16F5-8290-6FE4-4E15964A72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491341-1F4F-0571-331E-32BF546525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7073DE-7B47-C936-5758-960A06AB56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395E22-40BA-D906-9592-906567931EB5}"/>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6" name="Footer Placeholder 5">
            <a:extLst>
              <a:ext uri="{FF2B5EF4-FFF2-40B4-BE49-F238E27FC236}">
                <a16:creationId xmlns:a16="http://schemas.microsoft.com/office/drawing/2014/main" id="{65250247-8375-4499-D3EA-81273DD9C1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7D7FBA-CB9E-CA59-A708-7EE58ECAE19B}"/>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163363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11A7C-051E-297B-4D5E-29BE6B231B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3CCE81-2BB0-5C83-4442-960AFAAC92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A344D1-9A7B-89BB-A2CB-12B2E9CEF6EF}"/>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D6E0FC1B-34FC-5073-3885-40826B28CB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505C59-F6BE-1EE3-DCE6-9B7EF8FD265C}"/>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2356767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AEBCC4-A256-1FBB-6176-950AB21F27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12F970-1C73-335E-016A-032E694FE1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4CB7EC-AD03-ED78-5054-81D02E078065}"/>
              </a:ext>
            </a:extLst>
          </p:cNvPr>
          <p:cNvSpPr>
            <a:spLocks noGrp="1"/>
          </p:cNvSpPr>
          <p:nvPr>
            <p:ph type="dt" sz="half" idx="10"/>
          </p:nvPr>
        </p:nvSpPr>
        <p:spPr/>
        <p:txBody>
          <a:body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9247214F-5FCE-EBBA-5607-B90557BCE2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F6DC9F-C66A-4839-35F3-B8DA7590B2F6}"/>
              </a:ext>
            </a:extLst>
          </p:cNvPr>
          <p:cNvSpPr>
            <a:spLocks noGrp="1"/>
          </p:cNvSpPr>
          <p:nvPr>
            <p:ph type="sldNum" sz="quarter" idx="12"/>
          </p:nvPr>
        </p:nvSpPr>
        <p:spPr/>
        <p:txBody>
          <a:bodyPr/>
          <a:lstStyle/>
          <a:p>
            <a:fld id="{EF376A97-E6EA-4F6B-9875-E6C33A8588DC}" type="slidenum">
              <a:rPr lang="en-IN" smtClean="0"/>
              <a:t>‹#›</a:t>
            </a:fld>
            <a:endParaRPr lang="en-IN"/>
          </a:p>
        </p:txBody>
      </p:sp>
    </p:spTree>
    <p:extLst>
      <p:ext uri="{BB962C8B-B14F-4D97-AF65-F5344CB8AC3E}">
        <p14:creationId xmlns:p14="http://schemas.microsoft.com/office/powerpoint/2010/main" val="794700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B069FE-EA5F-613B-C093-66ECD6E47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5D4B5D-6C2E-27AD-5D86-E2A1EA41E4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F41AB-B056-0314-C70B-D077C1369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7ED82-F435-44FB-9F34-CCAC8E00EEDA}" type="datetimeFigureOut">
              <a:rPr lang="en-IN" smtClean="0"/>
              <a:t>10/08/22</a:t>
            </a:fld>
            <a:endParaRPr lang="en-IN"/>
          </a:p>
        </p:txBody>
      </p:sp>
      <p:sp>
        <p:nvSpPr>
          <p:cNvPr id="5" name="Footer Placeholder 4">
            <a:extLst>
              <a:ext uri="{FF2B5EF4-FFF2-40B4-BE49-F238E27FC236}">
                <a16:creationId xmlns:a16="http://schemas.microsoft.com/office/drawing/2014/main" id="{5999ED91-A955-D0D2-FBEE-0B195CFEE6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BF81C1-52A8-2036-8889-B9651E1F0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376A97-E6EA-4F6B-9875-E6C33A8588DC}" type="slidenum">
              <a:rPr lang="en-IN" smtClean="0"/>
              <a:t>‹#›</a:t>
            </a:fld>
            <a:endParaRPr lang="en-IN"/>
          </a:p>
        </p:txBody>
      </p:sp>
    </p:spTree>
    <p:extLst>
      <p:ext uri="{BB962C8B-B14F-4D97-AF65-F5344CB8AC3E}">
        <p14:creationId xmlns:p14="http://schemas.microsoft.com/office/powerpoint/2010/main" val="766587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67B0DE-36D5-B054-37FE-8E41F0A0F8A3}"/>
              </a:ext>
            </a:extLst>
          </p:cNvPr>
          <p:cNvPicPr>
            <a:picLocks noChangeAspect="1"/>
          </p:cNvPicPr>
          <p:nvPr/>
        </p:nvPicPr>
        <p:blipFill rotWithShape="1">
          <a:blip r:embed="rId2"/>
          <a:srcRect t="15414"/>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ED30FA-1E59-C003-0C0C-333605CA6266}"/>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IN" sz="5200">
                <a:solidFill>
                  <a:srgbClr val="FFFFFF"/>
                </a:solidFill>
              </a:rPr>
              <a:t>EVOLUTION OF MANAGEMENT THOUGHT</a:t>
            </a:r>
          </a:p>
        </p:txBody>
      </p:sp>
      <p:sp>
        <p:nvSpPr>
          <p:cNvPr id="3" name="Subtitle 2">
            <a:extLst>
              <a:ext uri="{FF2B5EF4-FFF2-40B4-BE49-F238E27FC236}">
                <a16:creationId xmlns:a16="http://schemas.microsoft.com/office/drawing/2014/main" id="{2AE316DA-92A0-229E-5993-0B0E5138FBE2}"/>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IN">
                <a:solidFill>
                  <a:srgbClr val="FFFFFF"/>
                </a:solidFill>
              </a:rPr>
              <a:t>Jaskiran Kaur</a:t>
            </a:r>
          </a:p>
        </p:txBody>
      </p:sp>
    </p:spTree>
    <p:extLst>
      <p:ext uri="{BB962C8B-B14F-4D97-AF65-F5344CB8AC3E}">
        <p14:creationId xmlns:p14="http://schemas.microsoft.com/office/powerpoint/2010/main" val="284694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AD71BA-289D-4CA5-9B30-171616785DDB}"/>
              </a:ext>
            </a:extLst>
          </p:cNvPr>
          <p:cNvSpPr>
            <a:spLocks noGrp="1"/>
          </p:cNvSpPr>
          <p:nvPr>
            <p:ph type="title"/>
          </p:nvPr>
        </p:nvSpPr>
        <p:spPr>
          <a:xfrm>
            <a:off x="5297762" y="329184"/>
            <a:ext cx="6251110" cy="1783080"/>
          </a:xfrm>
        </p:spPr>
        <p:txBody>
          <a:bodyPr anchor="b">
            <a:normAutofit/>
          </a:bodyPr>
          <a:lstStyle/>
          <a:p>
            <a:r>
              <a:rPr lang="en-IN" sz="5400"/>
              <a:t>Classical Approach</a:t>
            </a:r>
          </a:p>
        </p:txBody>
      </p:sp>
      <p:pic>
        <p:nvPicPr>
          <p:cNvPr id="5" name="Picture 4" descr="Red toy person in front of two lines of white figures">
            <a:extLst>
              <a:ext uri="{FF2B5EF4-FFF2-40B4-BE49-F238E27FC236}">
                <a16:creationId xmlns:a16="http://schemas.microsoft.com/office/drawing/2014/main" id="{E3B551B8-E62A-8DFF-FFAE-6EEEF6C6BF1B}"/>
              </a:ext>
            </a:extLst>
          </p:cNvPr>
          <p:cNvPicPr>
            <a:picLocks noChangeAspect="1"/>
          </p:cNvPicPr>
          <p:nvPr/>
        </p:nvPicPr>
        <p:blipFill rotWithShape="1">
          <a:blip r:embed="rId2"/>
          <a:srcRect l="29602" r="25746"/>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D36726-508F-4EB3-917E-B23EC8C9AF62}"/>
              </a:ext>
            </a:extLst>
          </p:cNvPr>
          <p:cNvSpPr>
            <a:spLocks noGrp="1"/>
          </p:cNvSpPr>
          <p:nvPr>
            <p:ph idx="1"/>
          </p:nvPr>
        </p:nvSpPr>
        <p:spPr>
          <a:xfrm>
            <a:off x="5297762" y="2706624"/>
            <a:ext cx="6251110" cy="3483864"/>
          </a:xfrm>
        </p:spPr>
        <p:txBody>
          <a:bodyPr>
            <a:normAutofit/>
          </a:bodyPr>
          <a:lstStyle/>
          <a:p>
            <a:r>
              <a:rPr lang="en-IN" sz="2200"/>
              <a:t>First study of management.</a:t>
            </a:r>
          </a:p>
          <a:p>
            <a:r>
              <a:rPr lang="en-IN" sz="2200"/>
              <a:t>Emphasized rationality </a:t>
            </a:r>
          </a:p>
          <a:p>
            <a:r>
              <a:rPr lang="en-IN" sz="2200"/>
              <a:t>Making organizations and workers as efficient as possible.</a:t>
            </a:r>
          </a:p>
          <a:p>
            <a:pPr marL="0" indent="0">
              <a:buNone/>
            </a:pPr>
            <a:endParaRPr lang="en-IN" sz="2200"/>
          </a:p>
        </p:txBody>
      </p:sp>
    </p:spTree>
    <p:extLst>
      <p:ext uri="{BB962C8B-B14F-4D97-AF65-F5344CB8AC3E}">
        <p14:creationId xmlns:p14="http://schemas.microsoft.com/office/powerpoint/2010/main" val="4179877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6295E7F-EA66-480B-B001-C8BE7CD61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0040" y="4892040"/>
            <a:ext cx="11548872" cy="1645920"/>
          </a:xfrm>
          <a:prstGeom prst="rect">
            <a:avLst/>
          </a:prstGeom>
          <a:solidFill>
            <a:srgbClr val="262626"/>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B5CE808-2FFA-45BB-B8B9-EC92C16366E6}"/>
              </a:ext>
            </a:extLst>
          </p:cNvPr>
          <p:cNvSpPr>
            <a:spLocks noGrp="1"/>
          </p:cNvSpPr>
          <p:nvPr>
            <p:ph type="title"/>
          </p:nvPr>
        </p:nvSpPr>
        <p:spPr>
          <a:xfrm>
            <a:off x="718686" y="5091762"/>
            <a:ext cx="7484787" cy="1264588"/>
          </a:xfrm>
        </p:spPr>
        <p:txBody>
          <a:bodyPr vert="horz" lIns="91440" tIns="45720" rIns="91440" bIns="45720" rtlCol="0" anchor="ctr">
            <a:normAutofit/>
          </a:bodyPr>
          <a:lstStyle/>
          <a:p>
            <a:pPr algn="r"/>
            <a:r>
              <a:rPr lang="en-US" sz="4800">
                <a:solidFill>
                  <a:srgbClr val="FFFFFF"/>
                </a:solidFill>
              </a:rPr>
              <a:t>Contributors</a:t>
            </a:r>
          </a:p>
        </p:txBody>
      </p:sp>
      <p:pic>
        <p:nvPicPr>
          <p:cNvPr id="5" name="Content Placeholder 4">
            <a:extLst>
              <a:ext uri="{FF2B5EF4-FFF2-40B4-BE49-F238E27FC236}">
                <a16:creationId xmlns:a16="http://schemas.microsoft.com/office/drawing/2014/main" id="{7C912C24-A127-43E1-AC53-C49A8D657851}"/>
              </a:ext>
            </a:extLst>
          </p:cNvPr>
          <p:cNvPicPr>
            <a:picLocks noGrp="1" noChangeAspect="1"/>
          </p:cNvPicPr>
          <p:nvPr>
            <p:ph idx="1"/>
          </p:nvPr>
        </p:nvPicPr>
        <p:blipFill rotWithShape="1">
          <a:blip r:embed="rId2"/>
          <a:srcRect t="2157" r="1" b="16593"/>
          <a:stretch/>
        </p:blipFill>
        <p:spPr>
          <a:xfrm>
            <a:off x="320040" y="320040"/>
            <a:ext cx="11548872" cy="4462272"/>
          </a:xfrm>
          <a:prstGeom prst="rect">
            <a:avLst/>
          </a:prstGeom>
        </p:spPr>
      </p:pic>
      <p:cxnSp>
        <p:nvCxnSpPr>
          <p:cNvPr id="21" name="Straight Connector 20">
            <a:extLst>
              <a:ext uri="{FF2B5EF4-FFF2-40B4-BE49-F238E27FC236}">
                <a16:creationId xmlns:a16="http://schemas.microsoft.com/office/drawing/2014/main" id="{E126E481-B945-4179-BD79-05E96E9B29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076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BCD138-5BE2-4B14-8413-5A28598A0C54}"/>
              </a:ext>
            </a:extLst>
          </p:cNvPr>
          <p:cNvSpPr>
            <a:spLocks noGrp="1"/>
          </p:cNvSpPr>
          <p:nvPr>
            <p:ph type="title"/>
          </p:nvPr>
        </p:nvSpPr>
        <p:spPr/>
        <p:txBody>
          <a:bodyPr/>
          <a:lstStyle/>
          <a:p>
            <a:r>
              <a:rPr lang="en-IN" dirty="0"/>
              <a:t>Theories under Classical Approach</a:t>
            </a:r>
          </a:p>
        </p:txBody>
      </p:sp>
      <p:graphicFrame>
        <p:nvGraphicFramePr>
          <p:cNvPr id="5" name="Content Placeholder 4">
            <a:extLst>
              <a:ext uri="{FF2B5EF4-FFF2-40B4-BE49-F238E27FC236}">
                <a16:creationId xmlns:a16="http://schemas.microsoft.com/office/drawing/2014/main" id="{46737C83-C5B5-4FE4-99BC-8912C665F035}"/>
              </a:ext>
            </a:extLst>
          </p:cNvPr>
          <p:cNvGraphicFramePr>
            <a:graphicFrameLocks noGrp="1"/>
          </p:cNvGraphicFramePr>
          <p:nvPr>
            <p:ph idx="1"/>
          </p:nvPr>
        </p:nvGraphicFramePr>
        <p:xfrm>
          <a:off x="1793876" y="1362076"/>
          <a:ext cx="8653463" cy="4994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828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7717A2-E2B1-40D8-B4A3-C192CAEBDA64}"/>
              </a:ext>
            </a:extLst>
          </p:cNvPr>
          <p:cNvPicPr>
            <a:picLocks noChangeAspect="1"/>
          </p:cNvPicPr>
          <p:nvPr/>
        </p:nvPicPr>
        <p:blipFill rotWithShape="1">
          <a:blip r:embed="rId2"/>
          <a:srcRect l="1357" r="2418" b="-1"/>
          <a:stretch/>
        </p:blipFill>
        <p:spPr>
          <a:xfrm>
            <a:off x="-1" y="10"/>
            <a:ext cx="12192000" cy="6857990"/>
          </a:xfrm>
          <a:prstGeom prst="rect">
            <a:avLst/>
          </a:prstGeom>
        </p:spPr>
      </p:pic>
      <p:sp>
        <p:nvSpPr>
          <p:cNvPr id="10"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17963EAF-2647-4827-AC64-67DD57D25A66}"/>
              </a:ext>
            </a:extLst>
          </p:cNvPr>
          <p:cNvSpPr>
            <a:spLocks noGrp="1"/>
          </p:cNvSpPr>
          <p:nvPr>
            <p:ph type="title"/>
          </p:nvPr>
        </p:nvSpPr>
        <p:spPr>
          <a:xfrm>
            <a:off x="719957" y="1456063"/>
            <a:ext cx="4204137" cy="1342754"/>
          </a:xfrm>
        </p:spPr>
        <p:txBody>
          <a:bodyPr>
            <a:normAutofit/>
          </a:bodyPr>
          <a:lstStyle/>
          <a:p>
            <a:pPr algn="ctr"/>
            <a:r>
              <a:rPr lang="en-IN" sz="3600" dirty="0"/>
              <a:t>I. Scientific Management</a:t>
            </a:r>
          </a:p>
        </p:txBody>
      </p:sp>
      <p:cxnSp>
        <p:nvCxnSpPr>
          <p:cNvPr id="12" name="Straight Connector 11">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991C4A1-9332-4AFD-863F-07576D4311CB}"/>
              </a:ext>
            </a:extLst>
          </p:cNvPr>
          <p:cNvSpPr>
            <a:spLocks noGrp="1"/>
          </p:cNvSpPr>
          <p:nvPr>
            <p:ph idx="1"/>
          </p:nvPr>
        </p:nvSpPr>
        <p:spPr>
          <a:xfrm>
            <a:off x="525514" y="3384310"/>
            <a:ext cx="4593021" cy="3219690"/>
          </a:xfrm>
        </p:spPr>
        <p:txBody>
          <a:bodyPr anchor="ctr">
            <a:normAutofit/>
          </a:bodyPr>
          <a:lstStyle/>
          <a:p>
            <a:pPr>
              <a:buFont typeface="Wingdings" panose="05000000000000000000" pitchFamily="2" charset="2"/>
              <a:buChar char="Ø"/>
            </a:pPr>
            <a:r>
              <a:rPr lang="en-IN" dirty="0"/>
              <a:t>Fredrick Winslow Taylor is known as father of Scientific Management.</a:t>
            </a:r>
          </a:p>
          <a:p>
            <a:pPr>
              <a:buFont typeface="Wingdings" panose="05000000000000000000" pitchFamily="2" charset="2"/>
              <a:buChar char="Ø"/>
            </a:pPr>
            <a:r>
              <a:rPr lang="en-IN" dirty="0"/>
              <a:t>An approach that involves using the scientific method to find the “ ONE BEST WAY” for a job to be done.</a:t>
            </a:r>
          </a:p>
        </p:txBody>
      </p:sp>
    </p:spTree>
    <p:extLst>
      <p:ext uri="{BB962C8B-B14F-4D97-AF65-F5344CB8AC3E}">
        <p14:creationId xmlns:p14="http://schemas.microsoft.com/office/powerpoint/2010/main" val="53766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F02C-0EEF-4805-8211-8B6C6C504BE6}"/>
              </a:ext>
            </a:extLst>
          </p:cNvPr>
          <p:cNvSpPr>
            <a:spLocks noGrp="1"/>
          </p:cNvSpPr>
          <p:nvPr>
            <p:ph type="title"/>
          </p:nvPr>
        </p:nvSpPr>
        <p:spPr/>
        <p:txBody>
          <a:bodyPr/>
          <a:lstStyle/>
          <a:p>
            <a:r>
              <a:rPr lang="en-IN" dirty="0"/>
              <a:t>Principles of Scientific Management</a:t>
            </a:r>
          </a:p>
        </p:txBody>
      </p:sp>
      <p:pic>
        <p:nvPicPr>
          <p:cNvPr id="7" name="Content Placeholder 6">
            <a:extLst>
              <a:ext uri="{FF2B5EF4-FFF2-40B4-BE49-F238E27FC236}">
                <a16:creationId xmlns:a16="http://schemas.microsoft.com/office/drawing/2014/main" id="{46EE12B0-D539-4E45-94BB-188EB70A282D}"/>
              </a:ext>
            </a:extLst>
          </p:cNvPr>
          <p:cNvPicPr>
            <a:picLocks noGrp="1" noChangeAspect="1"/>
          </p:cNvPicPr>
          <p:nvPr>
            <p:ph idx="1"/>
          </p:nvPr>
        </p:nvPicPr>
        <p:blipFill rotWithShape="1">
          <a:blip r:embed="rId3"/>
          <a:srcRect l="-3875" r="-1"/>
          <a:stretch/>
        </p:blipFill>
        <p:spPr>
          <a:xfrm>
            <a:off x="2722487" y="1397649"/>
            <a:ext cx="6569475" cy="523307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2096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24BFD8-1724-4103-BDA8-F3EF5D67C66B}"/>
              </a:ext>
            </a:extLst>
          </p:cNvPr>
          <p:cNvSpPr>
            <a:spLocks noGrp="1"/>
          </p:cNvSpPr>
          <p:nvPr>
            <p:ph type="title"/>
          </p:nvPr>
        </p:nvSpPr>
        <p:spPr>
          <a:xfrm>
            <a:off x="1102368" y="1877492"/>
            <a:ext cx="4030132" cy="3215373"/>
          </a:xfrm>
        </p:spPr>
        <p:txBody>
          <a:bodyPr>
            <a:normAutofit/>
          </a:bodyPr>
          <a:lstStyle/>
          <a:p>
            <a:pPr algn="ctr"/>
            <a:r>
              <a:rPr lang="en-IN" dirty="0">
                <a:solidFill>
                  <a:schemeClr val="bg1"/>
                </a:solidFill>
              </a:rPr>
              <a:t>How today’s Managers use Scientific Management???</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E21DA1A6-3ABD-479B-AC24-8DEC072DB41C}"/>
              </a:ext>
            </a:extLst>
          </p:cNvPr>
          <p:cNvSpPr>
            <a:spLocks noGrp="1"/>
          </p:cNvSpPr>
          <p:nvPr>
            <p:ph idx="1"/>
          </p:nvPr>
        </p:nvSpPr>
        <p:spPr>
          <a:xfrm>
            <a:off x="6234868" y="457812"/>
            <a:ext cx="5217173" cy="5681652"/>
          </a:xfrm>
        </p:spPr>
        <p:txBody>
          <a:bodyPr>
            <a:normAutofit fontScale="92500" lnSpcReduction="20000"/>
          </a:bodyPr>
          <a:lstStyle/>
          <a:p>
            <a:pPr algn="just">
              <a:lnSpc>
                <a:spcPct val="150000"/>
              </a:lnSpc>
              <a:buFont typeface="Wingdings" pitchFamily="2" charset="2"/>
              <a:buChar char="Ø"/>
            </a:pPr>
            <a:r>
              <a:rPr lang="en-US" sz="2600" dirty="0">
                <a:solidFill>
                  <a:schemeClr val="bg1"/>
                </a:solidFill>
              </a:rPr>
              <a:t>Managers should develop standard methods for doing each job.</a:t>
            </a:r>
          </a:p>
          <a:p>
            <a:pPr algn="just">
              <a:lnSpc>
                <a:spcPct val="150000"/>
              </a:lnSpc>
              <a:buFont typeface="Wingdings" pitchFamily="2" charset="2"/>
              <a:buChar char="Ø"/>
            </a:pPr>
            <a:r>
              <a:rPr lang="en-US" sz="2600" dirty="0">
                <a:solidFill>
                  <a:schemeClr val="bg1"/>
                </a:solidFill>
              </a:rPr>
              <a:t>Select workers with the appropriate abilities.</a:t>
            </a:r>
          </a:p>
          <a:p>
            <a:pPr algn="just">
              <a:lnSpc>
                <a:spcPct val="150000"/>
              </a:lnSpc>
              <a:buFont typeface="Wingdings" pitchFamily="2" charset="2"/>
              <a:buChar char="Ø"/>
            </a:pPr>
            <a:r>
              <a:rPr lang="en-US" sz="2600" dirty="0">
                <a:solidFill>
                  <a:schemeClr val="bg1"/>
                </a:solidFill>
              </a:rPr>
              <a:t>Train workers in the standard methods.</a:t>
            </a:r>
          </a:p>
          <a:p>
            <a:pPr algn="just">
              <a:lnSpc>
                <a:spcPct val="150000"/>
              </a:lnSpc>
              <a:buFont typeface="Wingdings" pitchFamily="2" charset="2"/>
              <a:buChar char="Ø"/>
            </a:pPr>
            <a:r>
              <a:rPr lang="en-US" sz="2600" dirty="0">
                <a:solidFill>
                  <a:schemeClr val="bg1"/>
                </a:solidFill>
              </a:rPr>
              <a:t>Support workers by planning their work and eliminate interruptions.</a:t>
            </a:r>
          </a:p>
          <a:p>
            <a:pPr algn="just">
              <a:lnSpc>
                <a:spcPct val="150000"/>
              </a:lnSpc>
              <a:buFont typeface="Wingdings" pitchFamily="2" charset="2"/>
              <a:buChar char="Ø"/>
            </a:pPr>
            <a:r>
              <a:rPr lang="en-US" sz="2600" dirty="0">
                <a:solidFill>
                  <a:schemeClr val="bg1"/>
                </a:solidFill>
              </a:rPr>
              <a:t>Provide wage incentives to workers for increased output.</a:t>
            </a:r>
          </a:p>
          <a:p>
            <a:pPr marL="0" indent="0" algn="just">
              <a:lnSpc>
                <a:spcPct val="150000"/>
              </a:lnSpc>
              <a:buNone/>
            </a:pPr>
            <a:endParaRPr lang="en-IN" sz="2600" dirty="0">
              <a:solidFill>
                <a:schemeClr val="bg1"/>
              </a:solidFill>
            </a:endParaRP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31697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2048-4DE8-4C74-BE81-5E9E5AE52988}"/>
              </a:ext>
            </a:extLst>
          </p:cNvPr>
          <p:cNvSpPr>
            <a:spLocks noGrp="1"/>
          </p:cNvSpPr>
          <p:nvPr>
            <p:ph type="title"/>
          </p:nvPr>
        </p:nvSpPr>
        <p:spPr/>
        <p:txBody>
          <a:bodyPr/>
          <a:lstStyle/>
          <a:p>
            <a:r>
              <a:rPr lang="en-IN" dirty="0"/>
              <a:t>Application </a:t>
            </a:r>
          </a:p>
        </p:txBody>
      </p:sp>
      <p:pic>
        <p:nvPicPr>
          <p:cNvPr id="5" name="Content Placeholder 4">
            <a:extLst>
              <a:ext uri="{FF2B5EF4-FFF2-40B4-BE49-F238E27FC236}">
                <a16:creationId xmlns:a16="http://schemas.microsoft.com/office/drawing/2014/main" id="{E50FB550-2BB6-4F68-AB0D-E42CA0F5A4C7}"/>
              </a:ext>
            </a:extLst>
          </p:cNvPr>
          <p:cNvPicPr>
            <a:picLocks noGrp="1" noChangeAspect="1"/>
          </p:cNvPicPr>
          <p:nvPr>
            <p:ph idx="1"/>
          </p:nvPr>
        </p:nvPicPr>
        <p:blipFill>
          <a:blip r:embed="rId2"/>
          <a:stretch>
            <a:fillRect/>
          </a:stretch>
        </p:blipFill>
        <p:spPr>
          <a:xfrm>
            <a:off x="2882283" y="1567526"/>
            <a:ext cx="6294268" cy="48588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13556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CD32D0F-EA1D-F6FB-F4DC-113CF067B8C5}"/>
              </a:ext>
            </a:extLst>
          </p:cNvPr>
          <p:cNvGraphicFramePr>
            <a:graphicFrameLocks noGrp="1"/>
          </p:cNvGraphicFramePr>
          <p:nvPr>
            <p:ph idx="1"/>
            <p:extLst>
              <p:ext uri="{D42A27DB-BD31-4B8C-83A1-F6EECF244321}">
                <p14:modId xmlns:p14="http://schemas.microsoft.com/office/powerpoint/2010/main" val="1120601072"/>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7875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0D4E48B-5B36-4FF6-B4ED-1BF75CEF586A}"/>
              </a:ext>
            </a:extLst>
          </p:cNvPr>
          <p:cNvSpPr>
            <a:spLocks noGrp="1"/>
          </p:cNvSpPr>
          <p:nvPr>
            <p:ph idx="1"/>
          </p:nvPr>
        </p:nvSpPr>
        <p:spPr>
          <a:xfrm>
            <a:off x="838200" y="477998"/>
            <a:ext cx="5558489" cy="5698965"/>
          </a:xfrm>
        </p:spPr>
        <p:txBody>
          <a:bodyPr>
            <a:noAutofit/>
          </a:bodyPr>
          <a:lstStyle/>
          <a:p>
            <a:pPr algn="just">
              <a:lnSpc>
                <a:spcPct val="170000"/>
              </a:lnSpc>
            </a:pPr>
            <a:r>
              <a:rPr lang="en-US" sz="2100" dirty="0"/>
              <a:t>They are not like typical restaurants where you can small chat with your waiter or waitress.</a:t>
            </a:r>
          </a:p>
          <a:p>
            <a:pPr algn="just">
              <a:lnSpc>
                <a:spcPct val="170000"/>
              </a:lnSpc>
            </a:pPr>
            <a:r>
              <a:rPr lang="en-US" sz="2100" dirty="0"/>
              <a:t>They want you in and out of the store or drive through as fast as humanly possible.</a:t>
            </a:r>
          </a:p>
          <a:p>
            <a:pPr algn="just">
              <a:lnSpc>
                <a:spcPct val="170000"/>
              </a:lnSpc>
            </a:pPr>
            <a:r>
              <a:rPr lang="en-US" sz="2100" dirty="0"/>
              <a:t> They make sure that they keep up to these standards by constantly monitoring operations and analyzing how they can be more efficient, productive, and make and sell the most amount of burgers and  sandwiches possible during the day.</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2303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8B87D1-416A-4BCF-A68C-7465C5C71C7B}"/>
              </a:ext>
            </a:extLst>
          </p:cNvPr>
          <p:cNvSpPr>
            <a:spLocks noGrp="1"/>
          </p:cNvSpPr>
          <p:nvPr>
            <p:ph type="title"/>
          </p:nvPr>
        </p:nvSpPr>
        <p:spPr>
          <a:xfrm>
            <a:off x="1102368" y="1877492"/>
            <a:ext cx="4030132" cy="3215373"/>
          </a:xfrm>
        </p:spPr>
        <p:txBody>
          <a:bodyPr>
            <a:normAutofit/>
          </a:bodyPr>
          <a:lstStyle/>
          <a:p>
            <a:pPr algn="ctr"/>
            <a:r>
              <a:rPr lang="en-IN">
                <a:solidFill>
                  <a:schemeClr val="bg1"/>
                </a:solidFill>
              </a:rPr>
              <a:t>II. General Administrative </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0A245BFB-7B83-46E3-BBAC-979E23BD9C3B}"/>
              </a:ext>
            </a:extLst>
          </p:cNvPr>
          <p:cNvSpPr>
            <a:spLocks noGrp="1"/>
          </p:cNvSpPr>
          <p:nvPr>
            <p:ph idx="1"/>
          </p:nvPr>
        </p:nvSpPr>
        <p:spPr>
          <a:xfrm>
            <a:off x="6234868" y="1877492"/>
            <a:ext cx="5217173" cy="3604692"/>
          </a:xfrm>
        </p:spPr>
        <p:txBody>
          <a:bodyPr>
            <a:normAutofit/>
          </a:bodyPr>
          <a:lstStyle/>
          <a:p>
            <a:pPr algn="just">
              <a:lnSpc>
                <a:spcPct val="150000"/>
              </a:lnSpc>
            </a:pPr>
            <a:r>
              <a:rPr lang="en-IN" sz="3200" dirty="0">
                <a:solidFill>
                  <a:schemeClr val="bg1"/>
                </a:solidFill>
              </a:rPr>
              <a:t>Contributor of this approach is Henry Fayol.</a:t>
            </a:r>
          </a:p>
          <a:p>
            <a:pPr algn="just">
              <a:lnSpc>
                <a:spcPct val="150000"/>
              </a:lnSpc>
            </a:pPr>
            <a:r>
              <a:rPr lang="en-IN" sz="3200" dirty="0">
                <a:solidFill>
                  <a:schemeClr val="bg1"/>
                </a:solidFill>
              </a:rPr>
              <a:t>Focused on the productivity of total organization.</a:t>
            </a:r>
          </a:p>
          <a:p>
            <a:pPr algn="just">
              <a:lnSpc>
                <a:spcPct val="150000"/>
              </a:lnSpc>
            </a:pPr>
            <a:endParaRPr lang="en-IN" sz="3200" dirty="0">
              <a:solidFill>
                <a:schemeClr val="bg1"/>
              </a:solidFill>
            </a:endParaRP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04501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0036-9B66-47CD-A526-61021019CAE7}"/>
              </a:ext>
            </a:extLst>
          </p:cNvPr>
          <p:cNvSpPr>
            <a:spLocks noGrp="1"/>
          </p:cNvSpPr>
          <p:nvPr>
            <p:ph type="title"/>
          </p:nvPr>
        </p:nvSpPr>
        <p:spPr/>
        <p:txBody>
          <a:bodyPr/>
          <a:lstStyle/>
          <a:p>
            <a:r>
              <a:rPr lang="en-IN" dirty="0"/>
              <a:t>14 Principles of Management</a:t>
            </a:r>
          </a:p>
        </p:txBody>
      </p:sp>
      <p:pic>
        <p:nvPicPr>
          <p:cNvPr id="5" name="Content Placeholder 4">
            <a:extLst>
              <a:ext uri="{FF2B5EF4-FFF2-40B4-BE49-F238E27FC236}">
                <a16:creationId xmlns:a16="http://schemas.microsoft.com/office/drawing/2014/main" id="{FFADE2C0-AEBD-43DD-81D7-58580DE675AE}"/>
              </a:ext>
            </a:extLst>
          </p:cNvPr>
          <p:cNvPicPr>
            <a:picLocks noGrp="1" noChangeAspect="1"/>
          </p:cNvPicPr>
          <p:nvPr>
            <p:ph idx="1"/>
          </p:nvPr>
        </p:nvPicPr>
        <p:blipFill>
          <a:blip r:embed="rId2"/>
          <a:stretch>
            <a:fillRect/>
          </a:stretch>
        </p:blipFill>
        <p:spPr>
          <a:xfrm>
            <a:off x="1658465" y="1695636"/>
            <a:ext cx="8867492" cy="409260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371011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D75B-6E8F-4784-8C00-62ECA7FC876F}"/>
              </a:ext>
            </a:extLst>
          </p:cNvPr>
          <p:cNvSpPr>
            <a:spLocks noGrp="1"/>
          </p:cNvSpPr>
          <p:nvPr>
            <p:ph type="title"/>
          </p:nvPr>
        </p:nvSpPr>
        <p:spPr/>
        <p:txBody>
          <a:bodyPr/>
          <a:lstStyle/>
          <a:p>
            <a:r>
              <a:rPr lang="en-IN" dirty="0"/>
              <a:t>1. Division of Work</a:t>
            </a:r>
          </a:p>
        </p:txBody>
      </p:sp>
      <p:pic>
        <p:nvPicPr>
          <p:cNvPr id="5" name="Content Placeholder 4">
            <a:extLst>
              <a:ext uri="{FF2B5EF4-FFF2-40B4-BE49-F238E27FC236}">
                <a16:creationId xmlns:a16="http://schemas.microsoft.com/office/drawing/2014/main" id="{9DF51428-5406-4E7E-BB77-978844D06A5D}"/>
              </a:ext>
            </a:extLst>
          </p:cNvPr>
          <p:cNvPicPr>
            <a:picLocks noGrp="1" noChangeAspect="1"/>
          </p:cNvPicPr>
          <p:nvPr>
            <p:ph idx="1"/>
          </p:nvPr>
        </p:nvPicPr>
        <p:blipFill>
          <a:blip r:embed="rId2"/>
          <a:stretch>
            <a:fillRect/>
          </a:stretch>
        </p:blipFill>
        <p:spPr>
          <a:xfrm>
            <a:off x="2886510" y="1694632"/>
            <a:ext cx="6418981" cy="45445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4726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F7CC-A593-4ED3-9987-D6B89D7F555E}"/>
              </a:ext>
            </a:extLst>
          </p:cNvPr>
          <p:cNvSpPr>
            <a:spLocks noGrp="1"/>
          </p:cNvSpPr>
          <p:nvPr>
            <p:ph type="title"/>
          </p:nvPr>
        </p:nvSpPr>
        <p:spPr/>
        <p:txBody>
          <a:bodyPr/>
          <a:lstStyle/>
          <a:p>
            <a:r>
              <a:rPr lang="en-IN" dirty="0"/>
              <a:t>2. Authority and Responsibility</a:t>
            </a:r>
          </a:p>
        </p:txBody>
      </p:sp>
      <p:pic>
        <p:nvPicPr>
          <p:cNvPr id="4" name="Content Placeholder 3">
            <a:extLst>
              <a:ext uri="{FF2B5EF4-FFF2-40B4-BE49-F238E27FC236}">
                <a16:creationId xmlns:a16="http://schemas.microsoft.com/office/drawing/2014/main" id="{5E4082CD-3984-4DFC-B578-5CCE43457CC1}"/>
              </a:ext>
            </a:extLst>
          </p:cNvPr>
          <p:cNvPicPr>
            <a:picLocks noGrp="1" noChangeAspect="1"/>
          </p:cNvPicPr>
          <p:nvPr>
            <p:ph idx="1"/>
          </p:nvPr>
        </p:nvPicPr>
        <p:blipFill rotWithShape="1">
          <a:blip r:embed="rId2"/>
          <a:srcRect b="6963"/>
          <a:stretch/>
        </p:blipFill>
        <p:spPr>
          <a:xfrm>
            <a:off x="2598198" y="1913153"/>
            <a:ext cx="6995604" cy="39445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523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5F652-B6DF-41D1-8F0A-6078B0F598B9}"/>
              </a:ext>
            </a:extLst>
          </p:cNvPr>
          <p:cNvSpPr>
            <a:spLocks noGrp="1"/>
          </p:cNvSpPr>
          <p:nvPr>
            <p:ph type="title"/>
          </p:nvPr>
        </p:nvSpPr>
        <p:spPr/>
        <p:txBody>
          <a:bodyPr/>
          <a:lstStyle/>
          <a:p>
            <a:r>
              <a:rPr lang="en-IN" dirty="0"/>
              <a:t>3.Discipline</a:t>
            </a:r>
          </a:p>
        </p:txBody>
      </p:sp>
      <p:pic>
        <p:nvPicPr>
          <p:cNvPr id="4" name="Content Placeholder 3">
            <a:extLst>
              <a:ext uri="{FF2B5EF4-FFF2-40B4-BE49-F238E27FC236}">
                <a16:creationId xmlns:a16="http://schemas.microsoft.com/office/drawing/2014/main" id="{E0079434-BE9B-440C-8240-F2C07FCAC75A}"/>
              </a:ext>
            </a:extLst>
          </p:cNvPr>
          <p:cNvPicPr>
            <a:picLocks noGrp="1" noChangeAspect="1"/>
          </p:cNvPicPr>
          <p:nvPr>
            <p:ph idx="1"/>
          </p:nvPr>
        </p:nvPicPr>
        <p:blipFill>
          <a:blip r:embed="rId2"/>
          <a:stretch>
            <a:fillRect/>
          </a:stretch>
        </p:blipFill>
        <p:spPr>
          <a:xfrm>
            <a:off x="2372908" y="1566262"/>
            <a:ext cx="7496097" cy="49942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79354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47AC1-C33A-4CE1-A141-EBC8CB2D36CB}"/>
              </a:ext>
            </a:extLst>
          </p:cNvPr>
          <p:cNvSpPr>
            <a:spLocks noGrp="1"/>
          </p:cNvSpPr>
          <p:nvPr>
            <p:ph type="title"/>
          </p:nvPr>
        </p:nvSpPr>
        <p:spPr/>
        <p:txBody>
          <a:bodyPr/>
          <a:lstStyle/>
          <a:p>
            <a:r>
              <a:rPr lang="en-IN" dirty="0"/>
              <a:t>4. Unity of Command</a:t>
            </a:r>
          </a:p>
        </p:txBody>
      </p:sp>
      <p:pic>
        <p:nvPicPr>
          <p:cNvPr id="4" name="Content Placeholder 3">
            <a:extLst>
              <a:ext uri="{FF2B5EF4-FFF2-40B4-BE49-F238E27FC236}">
                <a16:creationId xmlns:a16="http://schemas.microsoft.com/office/drawing/2014/main" id="{FB268ECD-FEC6-45CE-906A-BCF1032AF972}"/>
              </a:ext>
            </a:extLst>
          </p:cNvPr>
          <p:cNvPicPr>
            <a:picLocks noGrp="1" noChangeAspect="1"/>
          </p:cNvPicPr>
          <p:nvPr>
            <p:ph idx="1"/>
          </p:nvPr>
        </p:nvPicPr>
        <p:blipFill rotWithShape="1">
          <a:blip r:embed="rId2"/>
          <a:srcRect l="20815" t="31518" r="18412" b="14619"/>
          <a:stretch/>
        </p:blipFill>
        <p:spPr>
          <a:xfrm>
            <a:off x="2323749" y="1873189"/>
            <a:ext cx="7544502" cy="3808521"/>
          </a:xfrm>
          <a:prstGeom prst="rect">
            <a:avLst/>
          </a:prstGeom>
        </p:spPr>
      </p:pic>
    </p:spTree>
    <p:extLst>
      <p:ext uri="{BB962C8B-B14F-4D97-AF65-F5344CB8AC3E}">
        <p14:creationId xmlns:p14="http://schemas.microsoft.com/office/powerpoint/2010/main" val="115329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670E3-4F25-4EF1-9481-112B0C493DDE}"/>
              </a:ext>
            </a:extLst>
          </p:cNvPr>
          <p:cNvSpPr>
            <a:spLocks noGrp="1"/>
          </p:cNvSpPr>
          <p:nvPr>
            <p:ph type="title"/>
          </p:nvPr>
        </p:nvSpPr>
        <p:spPr/>
        <p:txBody>
          <a:bodyPr/>
          <a:lstStyle/>
          <a:p>
            <a:r>
              <a:rPr lang="en-IN" dirty="0"/>
              <a:t>5. Unity of Direction</a:t>
            </a:r>
          </a:p>
        </p:txBody>
      </p:sp>
      <p:pic>
        <p:nvPicPr>
          <p:cNvPr id="4098" name="Picture 2">
            <a:extLst>
              <a:ext uri="{FF2B5EF4-FFF2-40B4-BE49-F238E27FC236}">
                <a16:creationId xmlns:a16="http://schemas.microsoft.com/office/drawing/2014/main" id="{8E58A7D0-356D-4B07-81FC-D756B6800C9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47277" y="1944210"/>
            <a:ext cx="7297446" cy="36487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6561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7074-CA5F-4411-BE6C-06637C737D4E}"/>
              </a:ext>
            </a:extLst>
          </p:cNvPr>
          <p:cNvSpPr>
            <a:spLocks noGrp="1"/>
          </p:cNvSpPr>
          <p:nvPr>
            <p:ph type="title"/>
          </p:nvPr>
        </p:nvSpPr>
        <p:spPr/>
        <p:txBody>
          <a:bodyPr/>
          <a:lstStyle/>
          <a:p>
            <a:r>
              <a:rPr lang="en-IN" dirty="0"/>
              <a:t>6. Subordination of Individual Interests to the general interest</a:t>
            </a:r>
          </a:p>
        </p:txBody>
      </p:sp>
      <p:pic>
        <p:nvPicPr>
          <p:cNvPr id="5" name="Content Placeholder 4">
            <a:extLst>
              <a:ext uri="{FF2B5EF4-FFF2-40B4-BE49-F238E27FC236}">
                <a16:creationId xmlns:a16="http://schemas.microsoft.com/office/drawing/2014/main" id="{ED1411A1-CB3A-4C76-8AC9-C0FC9B49C6CC}"/>
              </a:ext>
            </a:extLst>
          </p:cNvPr>
          <p:cNvPicPr>
            <a:picLocks noGrp="1" noChangeAspect="1"/>
          </p:cNvPicPr>
          <p:nvPr>
            <p:ph idx="1"/>
          </p:nvPr>
        </p:nvPicPr>
        <p:blipFill>
          <a:blip r:embed="rId2"/>
          <a:stretch>
            <a:fillRect/>
          </a:stretch>
        </p:blipFill>
        <p:spPr>
          <a:xfrm>
            <a:off x="2226918" y="1760198"/>
            <a:ext cx="7899544" cy="44688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09494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47BF3-1476-43DE-931A-C3BF138A7763}"/>
              </a:ext>
            </a:extLst>
          </p:cNvPr>
          <p:cNvSpPr>
            <a:spLocks noGrp="1"/>
          </p:cNvSpPr>
          <p:nvPr>
            <p:ph type="title"/>
          </p:nvPr>
        </p:nvSpPr>
        <p:spPr/>
        <p:txBody>
          <a:bodyPr/>
          <a:lstStyle/>
          <a:p>
            <a:r>
              <a:rPr lang="en-IN" dirty="0"/>
              <a:t>7. Remuneration</a:t>
            </a:r>
          </a:p>
        </p:txBody>
      </p:sp>
      <p:pic>
        <p:nvPicPr>
          <p:cNvPr id="6146" name="Picture 2">
            <a:extLst>
              <a:ext uri="{FF2B5EF4-FFF2-40B4-BE49-F238E27FC236}">
                <a16:creationId xmlns:a16="http://schemas.microsoft.com/office/drawing/2014/main" id="{05F28335-3A19-446E-AB3D-429C074470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7618" y="1674014"/>
            <a:ext cx="7996765" cy="45048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372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E0145-9A33-444C-A01A-0A8F90E90807}"/>
              </a:ext>
            </a:extLst>
          </p:cNvPr>
          <p:cNvSpPr>
            <a:spLocks noGrp="1"/>
          </p:cNvSpPr>
          <p:nvPr>
            <p:ph type="title"/>
          </p:nvPr>
        </p:nvSpPr>
        <p:spPr/>
        <p:txBody>
          <a:bodyPr/>
          <a:lstStyle/>
          <a:p>
            <a:r>
              <a:rPr lang="en-IN" dirty="0"/>
              <a:t>8. Centralization</a:t>
            </a:r>
          </a:p>
        </p:txBody>
      </p:sp>
      <p:pic>
        <p:nvPicPr>
          <p:cNvPr id="8194" name="Picture 2" descr="Six Reasons Why Centralization Is Bad">
            <a:extLst>
              <a:ext uri="{FF2B5EF4-FFF2-40B4-BE49-F238E27FC236}">
                <a16:creationId xmlns:a16="http://schemas.microsoft.com/office/drawing/2014/main" id="{3CBA0B40-6B82-4862-8120-877F2A0714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5033" y="1531405"/>
            <a:ext cx="7261934" cy="47928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473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75D64-BEF2-4CDE-8345-E553F3892551}"/>
              </a:ext>
            </a:extLst>
          </p:cNvPr>
          <p:cNvSpPr>
            <a:spLocks noGrp="1"/>
          </p:cNvSpPr>
          <p:nvPr>
            <p:ph type="title"/>
          </p:nvPr>
        </p:nvSpPr>
        <p:spPr/>
        <p:txBody>
          <a:bodyPr/>
          <a:lstStyle/>
          <a:p>
            <a:r>
              <a:rPr lang="en-IN" dirty="0"/>
              <a:t>9. Scalar Chain</a:t>
            </a:r>
          </a:p>
        </p:txBody>
      </p:sp>
      <p:pic>
        <p:nvPicPr>
          <p:cNvPr id="7170" name="Picture 2">
            <a:extLst>
              <a:ext uri="{FF2B5EF4-FFF2-40B4-BE49-F238E27FC236}">
                <a16:creationId xmlns:a16="http://schemas.microsoft.com/office/drawing/2014/main" id="{8C72620E-F13A-45A1-AF69-70DD6BA16C6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90313" y="1828801"/>
            <a:ext cx="7758596" cy="45808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53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B4B2-F7FE-4688-A3C4-FCA3D9D77812}"/>
              </a:ext>
            </a:extLst>
          </p:cNvPr>
          <p:cNvSpPr>
            <a:spLocks noGrp="1"/>
          </p:cNvSpPr>
          <p:nvPr>
            <p:ph type="title"/>
          </p:nvPr>
        </p:nvSpPr>
        <p:spPr/>
        <p:txBody>
          <a:bodyPr/>
          <a:lstStyle/>
          <a:p>
            <a:r>
              <a:rPr lang="en-IN" dirty="0"/>
              <a:t>10. Order</a:t>
            </a:r>
          </a:p>
        </p:txBody>
      </p:sp>
      <p:pic>
        <p:nvPicPr>
          <p:cNvPr id="9218" name="Picture 2" descr="Henry fayols priciple of management- image ppt">
            <a:extLst>
              <a:ext uri="{FF2B5EF4-FFF2-40B4-BE49-F238E27FC236}">
                <a16:creationId xmlns:a16="http://schemas.microsoft.com/office/drawing/2014/main" id="{E85EC9F8-4C1B-452D-A53C-7239145EA4FB}"/>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4468" t="24891" r="28492" b="13838"/>
          <a:stretch/>
        </p:blipFill>
        <p:spPr bwMode="auto">
          <a:xfrm>
            <a:off x="2083294" y="1722269"/>
            <a:ext cx="7936636" cy="45772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56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FA07-86EC-4918-9CA2-C843BA3FD3A5}"/>
              </a:ext>
            </a:extLst>
          </p:cNvPr>
          <p:cNvSpPr>
            <a:spLocks noGrp="1"/>
          </p:cNvSpPr>
          <p:nvPr>
            <p:ph type="title"/>
          </p:nvPr>
        </p:nvSpPr>
        <p:spPr/>
        <p:txBody>
          <a:bodyPr/>
          <a:lstStyle/>
          <a:p>
            <a:r>
              <a:rPr lang="en-IN" dirty="0"/>
              <a:t>11. Equity</a:t>
            </a:r>
          </a:p>
        </p:txBody>
      </p:sp>
      <p:pic>
        <p:nvPicPr>
          <p:cNvPr id="5" name="Content Placeholder 4">
            <a:extLst>
              <a:ext uri="{FF2B5EF4-FFF2-40B4-BE49-F238E27FC236}">
                <a16:creationId xmlns:a16="http://schemas.microsoft.com/office/drawing/2014/main" id="{7349527E-02E3-409B-9712-539949D15794}"/>
              </a:ext>
            </a:extLst>
          </p:cNvPr>
          <p:cNvPicPr>
            <a:picLocks noGrp="1" noChangeAspect="1"/>
          </p:cNvPicPr>
          <p:nvPr>
            <p:ph idx="1"/>
          </p:nvPr>
        </p:nvPicPr>
        <p:blipFill>
          <a:blip r:embed="rId2"/>
          <a:stretch>
            <a:fillRect/>
          </a:stretch>
        </p:blipFill>
        <p:spPr>
          <a:xfrm>
            <a:off x="2751987" y="1573147"/>
            <a:ext cx="6688026" cy="48241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53894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2B6D-748F-4F30-979B-0A8D520C6B4B}"/>
              </a:ext>
            </a:extLst>
          </p:cNvPr>
          <p:cNvSpPr>
            <a:spLocks noGrp="1"/>
          </p:cNvSpPr>
          <p:nvPr>
            <p:ph type="title"/>
          </p:nvPr>
        </p:nvSpPr>
        <p:spPr/>
        <p:txBody>
          <a:bodyPr/>
          <a:lstStyle/>
          <a:p>
            <a:r>
              <a:rPr lang="en-IN" dirty="0"/>
              <a:t>12. Stability of tenure of personnel</a:t>
            </a:r>
          </a:p>
        </p:txBody>
      </p:sp>
      <p:pic>
        <p:nvPicPr>
          <p:cNvPr id="10242" name="Picture 2" descr="14 Principles of management for better business operations -  MyVenturePad.com">
            <a:extLst>
              <a:ext uri="{FF2B5EF4-FFF2-40B4-BE49-F238E27FC236}">
                <a16:creationId xmlns:a16="http://schemas.microsoft.com/office/drawing/2014/main" id="{787DC666-CCF2-4249-95FB-686C0403B3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6560" y="1534614"/>
            <a:ext cx="7945515" cy="48573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370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B9F1-72DA-4BCE-9340-282E1C145CCF}"/>
              </a:ext>
            </a:extLst>
          </p:cNvPr>
          <p:cNvSpPr>
            <a:spLocks noGrp="1"/>
          </p:cNvSpPr>
          <p:nvPr>
            <p:ph type="title"/>
          </p:nvPr>
        </p:nvSpPr>
        <p:spPr/>
        <p:txBody>
          <a:bodyPr/>
          <a:lstStyle/>
          <a:p>
            <a:r>
              <a:rPr lang="en-IN" dirty="0"/>
              <a:t>13. Initiative</a:t>
            </a:r>
          </a:p>
        </p:txBody>
      </p:sp>
      <p:pic>
        <p:nvPicPr>
          <p:cNvPr id="11266" name="Picture 2">
            <a:extLst>
              <a:ext uri="{FF2B5EF4-FFF2-40B4-BE49-F238E27FC236}">
                <a16:creationId xmlns:a16="http://schemas.microsoft.com/office/drawing/2014/main" id="{5A6C723E-19EF-441D-9451-A8BCFD22999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72606" y="1830387"/>
            <a:ext cx="6096000" cy="4057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431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B841-093A-45C5-AC86-3A3AE6EA9E91}"/>
              </a:ext>
            </a:extLst>
          </p:cNvPr>
          <p:cNvSpPr>
            <a:spLocks noGrp="1"/>
          </p:cNvSpPr>
          <p:nvPr>
            <p:ph type="title"/>
          </p:nvPr>
        </p:nvSpPr>
        <p:spPr/>
        <p:txBody>
          <a:bodyPr/>
          <a:lstStyle/>
          <a:p>
            <a:r>
              <a:rPr lang="en-IN" dirty="0"/>
              <a:t>14. Esprit de Corps</a:t>
            </a:r>
          </a:p>
        </p:txBody>
      </p:sp>
      <p:pic>
        <p:nvPicPr>
          <p:cNvPr id="12290" name="Picture 2">
            <a:extLst>
              <a:ext uri="{FF2B5EF4-FFF2-40B4-BE49-F238E27FC236}">
                <a16:creationId xmlns:a16="http://schemas.microsoft.com/office/drawing/2014/main" id="{960237EC-4A25-4F24-80B2-FB2A607B58F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72606" y="1573212"/>
            <a:ext cx="6096000" cy="4572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846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7EA1-1ACD-4BD3-8547-65F3B8DEBCB3}"/>
              </a:ext>
            </a:extLst>
          </p:cNvPr>
          <p:cNvSpPr>
            <a:spLocks noGrp="1"/>
          </p:cNvSpPr>
          <p:nvPr>
            <p:ph type="title"/>
          </p:nvPr>
        </p:nvSpPr>
        <p:spPr/>
        <p:txBody>
          <a:bodyPr/>
          <a:lstStyle/>
          <a:p>
            <a:r>
              <a:rPr lang="en-IN" dirty="0"/>
              <a:t>III. Bureaucratic Organization</a:t>
            </a:r>
          </a:p>
        </p:txBody>
      </p:sp>
      <p:sp>
        <p:nvSpPr>
          <p:cNvPr id="3" name="Content Placeholder 2">
            <a:extLst>
              <a:ext uri="{FF2B5EF4-FFF2-40B4-BE49-F238E27FC236}">
                <a16:creationId xmlns:a16="http://schemas.microsoft.com/office/drawing/2014/main" id="{A792FD7D-CDDC-450B-BF8D-0B55A805C3FA}"/>
              </a:ext>
            </a:extLst>
          </p:cNvPr>
          <p:cNvSpPr>
            <a:spLocks noGrp="1"/>
          </p:cNvSpPr>
          <p:nvPr>
            <p:ph idx="1"/>
          </p:nvPr>
        </p:nvSpPr>
        <p:spPr/>
        <p:txBody>
          <a:bodyPr>
            <a:normAutofit/>
          </a:bodyPr>
          <a:lstStyle/>
          <a:p>
            <a:pPr algn="just">
              <a:lnSpc>
                <a:spcPct val="150000"/>
              </a:lnSpc>
            </a:pPr>
            <a:r>
              <a:rPr lang="en-IN" dirty="0"/>
              <a:t>Max Weber introduced the concept of Bureaucratic Organization.</a:t>
            </a:r>
          </a:p>
          <a:p>
            <a:pPr algn="just">
              <a:lnSpc>
                <a:spcPct val="150000"/>
              </a:lnSpc>
            </a:pPr>
            <a:r>
              <a:rPr lang="en-IN" dirty="0"/>
              <a:t>Bureaucracy is a form of organization characterized by division of labour, a clearly defined hierarchy, detailed rules and regulations, and impersonal relations.</a:t>
            </a:r>
          </a:p>
          <a:p>
            <a:pPr algn="just">
              <a:lnSpc>
                <a:spcPct val="150000"/>
              </a:lnSpc>
            </a:pPr>
            <a:r>
              <a:rPr lang="en-US" dirty="0"/>
              <a:t>A systematic approach that look at the organization as a whole is bureaucratic organization approach</a:t>
            </a:r>
            <a:endParaRPr lang="en-IN" dirty="0"/>
          </a:p>
        </p:txBody>
      </p:sp>
    </p:spTree>
    <p:extLst>
      <p:ext uri="{BB962C8B-B14F-4D97-AF65-F5344CB8AC3E}">
        <p14:creationId xmlns:p14="http://schemas.microsoft.com/office/powerpoint/2010/main" val="51289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042" name="Group 104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043" name="Freeform: Shape 104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4" name="Freeform: Shape 104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5" name="Freeform: Shape 104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6" name="Freeform: Shape 104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81E41A5-EA24-4E60-9E73-665DE591D65C}"/>
              </a:ext>
            </a:extLst>
          </p:cNvPr>
          <p:cNvSpPr>
            <a:spLocks noGrp="1"/>
          </p:cNvSpPr>
          <p:nvPr>
            <p:ph type="title"/>
          </p:nvPr>
        </p:nvSpPr>
        <p:spPr>
          <a:xfrm>
            <a:off x="640080" y="1243013"/>
            <a:ext cx="3855720" cy="4371974"/>
          </a:xfrm>
          <a:prstGeom prst="ellipse">
            <a:avLst/>
          </a:prstGeom>
        </p:spPr>
        <p:txBody>
          <a:bodyPr vert="horz" lIns="91440" tIns="45720" rIns="91440" bIns="45720" rtlCol="0">
            <a:normAutofit/>
          </a:bodyPr>
          <a:lstStyle/>
          <a:p>
            <a:r>
              <a:rPr lang="en-US" sz="3300" kern="1200">
                <a:solidFill>
                  <a:schemeClr val="tx2"/>
                </a:solidFill>
                <a:latin typeface="+mj-lt"/>
                <a:ea typeface="+mj-ea"/>
                <a:cs typeface="+mj-cs"/>
              </a:rPr>
              <a:t>Characteristics of Weber’s Bureaucracy </a:t>
            </a:r>
          </a:p>
        </p:txBody>
      </p:sp>
      <p:sp>
        <p:nvSpPr>
          <p:cNvPr id="9" name="Content Placeholder 8">
            <a:extLst>
              <a:ext uri="{FF2B5EF4-FFF2-40B4-BE49-F238E27FC236}">
                <a16:creationId xmlns:a16="http://schemas.microsoft.com/office/drawing/2014/main" id="{D1110B94-823E-CFB0-22AC-7DB8514C649A}"/>
              </a:ext>
            </a:extLst>
          </p:cNvPr>
          <p:cNvSpPr>
            <a:spLocks noGrp="1"/>
          </p:cNvSpPr>
          <p:nvPr>
            <p:ph idx="1"/>
          </p:nvPr>
        </p:nvSpPr>
        <p:spPr>
          <a:xfrm>
            <a:off x="6172200" y="804672"/>
            <a:ext cx="5221224" cy="5230368"/>
          </a:xfrm>
        </p:spPr>
        <p:txBody>
          <a:bodyPr anchor="ctr">
            <a:normAutofit/>
          </a:bodyPr>
          <a:lstStyle/>
          <a:p>
            <a:pPr marL="285750" indent="-285750" algn="just">
              <a:buFont typeface="Arial" panose="020B0604020202020204" pitchFamily="34" charset="0"/>
              <a:buChar char="•"/>
            </a:pPr>
            <a:r>
              <a:rPr lang="en-US" sz="3600" dirty="0"/>
              <a:t>Impersonal Position</a:t>
            </a:r>
          </a:p>
          <a:p>
            <a:pPr marL="285750" indent="-285750" algn="just">
              <a:buFont typeface="Arial" panose="020B0604020202020204" pitchFamily="34" charset="0"/>
              <a:buChar char="•"/>
            </a:pPr>
            <a:r>
              <a:rPr lang="en-US" sz="3600" dirty="0"/>
              <a:t>Rule governed decision making</a:t>
            </a:r>
          </a:p>
          <a:p>
            <a:pPr marL="285750" indent="-285750" algn="just">
              <a:buFont typeface="Arial" panose="020B0604020202020204" pitchFamily="34" charset="0"/>
              <a:buChar char="•"/>
            </a:pPr>
            <a:r>
              <a:rPr lang="en-US" sz="3600" dirty="0"/>
              <a:t>Professionalism</a:t>
            </a:r>
          </a:p>
          <a:p>
            <a:pPr marL="285750" indent="-285750" algn="just">
              <a:buFont typeface="Arial" panose="020B0604020202020204" pitchFamily="34" charset="0"/>
              <a:buChar char="•"/>
            </a:pPr>
            <a:r>
              <a:rPr lang="en-US" sz="3600" dirty="0"/>
              <a:t>Chain of command</a:t>
            </a:r>
          </a:p>
          <a:p>
            <a:pPr marL="285750" indent="-285750" algn="just">
              <a:buFont typeface="Arial" panose="020B0604020202020204" pitchFamily="34" charset="0"/>
              <a:buChar char="•"/>
            </a:pPr>
            <a:r>
              <a:rPr lang="en-US" sz="3600" dirty="0"/>
              <a:t>Defined responsibility</a:t>
            </a:r>
          </a:p>
          <a:p>
            <a:pPr marL="285750" indent="-285750" algn="just">
              <a:buFont typeface="Arial" panose="020B0604020202020204" pitchFamily="34" charset="0"/>
              <a:buChar char="•"/>
            </a:pPr>
            <a:r>
              <a:rPr lang="en-US" sz="3600" dirty="0"/>
              <a:t>Bounded authority</a:t>
            </a:r>
          </a:p>
          <a:p>
            <a:pPr algn="just"/>
            <a:endParaRPr lang="en-US" sz="3600" dirty="0"/>
          </a:p>
        </p:txBody>
      </p:sp>
    </p:spTree>
    <p:extLst>
      <p:ext uri="{BB962C8B-B14F-4D97-AF65-F5344CB8AC3E}">
        <p14:creationId xmlns:p14="http://schemas.microsoft.com/office/powerpoint/2010/main" val="1371648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6D0B-B714-493B-AF58-F716E6382A65}"/>
              </a:ext>
            </a:extLst>
          </p:cNvPr>
          <p:cNvSpPr>
            <a:spLocks noGrp="1"/>
          </p:cNvSpPr>
          <p:nvPr>
            <p:ph type="title"/>
          </p:nvPr>
        </p:nvSpPr>
        <p:spPr/>
        <p:txBody>
          <a:bodyPr/>
          <a:lstStyle/>
          <a:p>
            <a:r>
              <a:rPr lang="en-IN" dirty="0"/>
              <a:t>EXPERENTIAL EXERCISE</a:t>
            </a:r>
          </a:p>
        </p:txBody>
      </p:sp>
      <p:sp>
        <p:nvSpPr>
          <p:cNvPr id="3" name="Content Placeholder 2">
            <a:extLst>
              <a:ext uri="{FF2B5EF4-FFF2-40B4-BE49-F238E27FC236}">
                <a16:creationId xmlns:a16="http://schemas.microsoft.com/office/drawing/2014/main" id="{0F51C0DE-0CF5-4DD9-AB16-BBE2D4EF0E0B}"/>
              </a:ext>
            </a:extLst>
          </p:cNvPr>
          <p:cNvSpPr>
            <a:spLocks noGrp="1"/>
          </p:cNvSpPr>
          <p:nvPr>
            <p:ph idx="1"/>
          </p:nvPr>
        </p:nvSpPr>
        <p:spPr/>
        <p:txBody>
          <a:bodyPr/>
          <a:lstStyle/>
          <a:p>
            <a:pPr marL="0" indent="0" algn="ctr">
              <a:buNone/>
            </a:pPr>
            <a:endParaRPr lang="en-IN" b="1" dirty="0"/>
          </a:p>
          <a:p>
            <a:pPr marL="0" indent="0" algn="ctr">
              <a:buNone/>
            </a:pPr>
            <a:endParaRPr lang="en-IN" b="1" dirty="0"/>
          </a:p>
          <a:p>
            <a:pPr marL="0" indent="0" algn="ctr">
              <a:buNone/>
            </a:pPr>
            <a:endParaRPr lang="en-IN" b="1"/>
          </a:p>
          <a:p>
            <a:pPr marL="0" indent="0" algn="ctr">
              <a:buNone/>
            </a:pPr>
            <a:r>
              <a:rPr lang="en-IN" b="1"/>
              <a:t>LET’S </a:t>
            </a:r>
            <a:r>
              <a:rPr lang="en-IN" b="1" dirty="0"/>
              <a:t>CHECK BUREAUCRACY LEVEL</a:t>
            </a:r>
          </a:p>
        </p:txBody>
      </p:sp>
    </p:spTree>
    <p:extLst>
      <p:ext uri="{BB962C8B-B14F-4D97-AF65-F5344CB8AC3E}">
        <p14:creationId xmlns:p14="http://schemas.microsoft.com/office/powerpoint/2010/main" val="3889589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92DF-ACFA-4A11-9403-1463613BB2B0}"/>
              </a:ext>
            </a:extLst>
          </p:cNvPr>
          <p:cNvSpPr>
            <a:spLocks noGrp="1"/>
          </p:cNvSpPr>
          <p:nvPr>
            <p:ph type="title"/>
          </p:nvPr>
        </p:nvSpPr>
        <p:spPr/>
        <p:txBody>
          <a:bodyPr/>
          <a:lstStyle/>
          <a:p>
            <a:r>
              <a:rPr lang="en-IN" dirty="0"/>
              <a:t>Exercise</a:t>
            </a:r>
          </a:p>
        </p:txBody>
      </p:sp>
      <p:graphicFrame>
        <p:nvGraphicFramePr>
          <p:cNvPr id="4" name="Table 4">
            <a:extLst>
              <a:ext uri="{FF2B5EF4-FFF2-40B4-BE49-F238E27FC236}">
                <a16:creationId xmlns:a16="http://schemas.microsoft.com/office/drawing/2014/main" id="{4B293CDF-7830-47C0-9945-DCB54D2987BF}"/>
              </a:ext>
            </a:extLst>
          </p:cNvPr>
          <p:cNvGraphicFramePr>
            <a:graphicFrameLocks noGrp="1"/>
          </p:cNvGraphicFramePr>
          <p:nvPr>
            <p:ph idx="1"/>
            <p:extLst>
              <p:ext uri="{D42A27DB-BD31-4B8C-83A1-F6EECF244321}">
                <p14:modId xmlns:p14="http://schemas.microsoft.com/office/powerpoint/2010/main" val="2963268745"/>
              </p:ext>
            </p:extLst>
          </p:nvPr>
        </p:nvGraphicFramePr>
        <p:xfrm>
          <a:off x="551543" y="1306287"/>
          <a:ext cx="11364684" cy="4995814"/>
        </p:xfrm>
        <a:graphic>
          <a:graphicData uri="http://schemas.openxmlformats.org/drawingml/2006/table">
            <a:tbl>
              <a:tblPr firstRow="1" bandRow="1">
                <a:tableStyleId>{5C22544A-7EE6-4342-B048-85BDC9FD1C3A}</a:tableStyleId>
              </a:tblPr>
              <a:tblGrid>
                <a:gridCol w="769257">
                  <a:extLst>
                    <a:ext uri="{9D8B030D-6E8A-4147-A177-3AD203B41FA5}">
                      <a16:colId xmlns:a16="http://schemas.microsoft.com/office/drawing/2014/main" val="1386542283"/>
                    </a:ext>
                  </a:extLst>
                </a:gridCol>
                <a:gridCol w="8258629">
                  <a:extLst>
                    <a:ext uri="{9D8B030D-6E8A-4147-A177-3AD203B41FA5}">
                      <a16:colId xmlns:a16="http://schemas.microsoft.com/office/drawing/2014/main" val="3823392072"/>
                    </a:ext>
                  </a:extLst>
                </a:gridCol>
                <a:gridCol w="1175657">
                  <a:extLst>
                    <a:ext uri="{9D8B030D-6E8A-4147-A177-3AD203B41FA5}">
                      <a16:colId xmlns:a16="http://schemas.microsoft.com/office/drawing/2014/main" val="2678962107"/>
                    </a:ext>
                  </a:extLst>
                </a:gridCol>
                <a:gridCol w="1161141">
                  <a:extLst>
                    <a:ext uri="{9D8B030D-6E8A-4147-A177-3AD203B41FA5}">
                      <a16:colId xmlns:a16="http://schemas.microsoft.com/office/drawing/2014/main" val="3529443417"/>
                    </a:ext>
                  </a:extLst>
                </a:gridCol>
              </a:tblGrid>
              <a:tr h="304797">
                <a:tc>
                  <a:txBody>
                    <a:bodyPr/>
                    <a:lstStyle/>
                    <a:p>
                      <a:pPr algn="ctr"/>
                      <a:r>
                        <a:rPr lang="en-IN" dirty="0" err="1"/>
                        <a:t>S.No</a:t>
                      </a:r>
                      <a:r>
                        <a:rPr lang="en-IN"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Statement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Mostly Agree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Mostly Disagree</a:t>
                      </a:r>
                    </a:p>
                  </a:txBody>
                  <a:tcPr/>
                </a:tc>
                <a:extLst>
                  <a:ext uri="{0D108BD9-81ED-4DB2-BD59-A6C34878D82A}">
                    <a16:rowId xmlns:a16="http://schemas.microsoft.com/office/drawing/2014/main" val="3836593614"/>
                  </a:ext>
                </a:extLst>
              </a:tr>
              <a:tr h="359953">
                <a:tc>
                  <a:txBody>
                    <a:bodyPr/>
                    <a:lstStyle/>
                    <a:p>
                      <a:r>
                        <a:rPr lang="en-IN" dirty="0"/>
                        <a:t>1. </a:t>
                      </a:r>
                    </a:p>
                  </a:txBody>
                  <a:tcPr/>
                </a:tc>
                <a:tc>
                  <a:txBody>
                    <a:bodyPr/>
                    <a:lstStyle/>
                    <a:p>
                      <a:r>
                        <a:rPr lang="en-IN" dirty="0"/>
                        <a:t>I value stability in my job.</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86869307"/>
                  </a:ext>
                </a:extLst>
              </a:tr>
              <a:tr h="415107">
                <a:tc>
                  <a:txBody>
                    <a:bodyPr/>
                    <a:lstStyle/>
                    <a:p>
                      <a:r>
                        <a:rPr lang="en-IN" dirty="0"/>
                        <a:t>2.</a:t>
                      </a:r>
                    </a:p>
                  </a:txBody>
                  <a:tcPr/>
                </a:tc>
                <a:tc>
                  <a:txBody>
                    <a:bodyPr/>
                    <a:lstStyle/>
                    <a:p>
                      <a:r>
                        <a:rPr lang="en-IN" dirty="0"/>
                        <a:t>Rules, policies and procedures generally frustrate me.</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299881788"/>
                  </a:ext>
                </a:extLst>
              </a:tr>
              <a:tr h="407852">
                <a:tc>
                  <a:txBody>
                    <a:bodyPr/>
                    <a:lstStyle/>
                    <a:p>
                      <a:r>
                        <a:rPr lang="en-IN" dirty="0"/>
                        <a:t>3.</a:t>
                      </a:r>
                    </a:p>
                  </a:txBody>
                  <a:tcPr/>
                </a:tc>
                <a:tc>
                  <a:txBody>
                    <a:bodyPr/>
                    <a:lstStyle/>
                    <a:p>
                      <a:r>
                        <a:rPr lang="en-IN" dirty="0"/>
                        <a:t>I enjoy working for a firm that promotes employees based heavily on seniority.</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520088232"/>
                  </a:ext>
                </a:extLst>
              </a:tr>
              <a:tr h="377371">
                <a:tc>
                  <a:txBody>
                    <a:bodyPr/>
                    <a:lstStyle/>
                    <a:p>
                      <a:r>
                        <a:rPr lang="en-IN" dirty="0"/>
                        <a:t>4.</a:t>
                      </a:r>
                    </a:p>
                  </a:txBody>
                  <a:tcPr/>
                </a:tc>
                <a:tc>
                  <a:txBody>
                    <a:bodyPr/>
                    <a:lstStyle/>
                    <a:p>
                      <a:r>
                        <a:rPr lang="en-IN" dirty="0"/>
                        <a:t>I would prefer some kind of freelance job to working for the government.</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716210671"/>
                  </a:ext>
                </a:extLst>
              </a:tr>
              <a:tr h="377371">
                <a:tc>
                  <a:txBody>
                    <a:bodyPr/>
                    <a:lstStyle/>
                    <a:p>
                      <a:r>
                        <a:rPr lang="en-IN" dirty="0"/>
                        <a:t>5.</a:t>
                      </a:r>
                    </a:p>
                  </a:txBody>
                  <a:tcPr/>
                </a:tc>
                <a:tc>
                  <a:txBody>
                    <a:bodyPr/>
                    <a:lstStyle/>
                    <a:p>
                      <a:r>
                        <a:rPr lang="en-IN" dirty="0"/>
                        <a:t>I would be proud to work for the largest and most successful company in its field.</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89330449"/>
                  </a:ext>
                </a:extLst>
              </a:tr>
              <a:tr h="377371">
                <a:tc>
                  <a:txBody>
                    <a:bodyPr/>
                    <a:lstStyle/>
                    <a:p>
                      <a:r>
                        <a:rPr lang="en-IN" dirty="0"/>
                        <a:t>6.</a:t>
                      </a:r>
                    </a:p>
                  </a:txBody>
                  <a:tcPr/>
                </a:tc>
                <a:tc>
                  <a:txBody>
                    <a:bodyPr/>
                    <a:lstStyle/>
                    <a:p>
                      <a:r>
                        <a:rPr lang="en-IN" dirty="0"/>
                        <a:t>Given a choice, I would rather make $90,000 a year as a VP in a small company then $100,000 a year as a middle manager in a large company.</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612775164"/>
                  </a:ext>
                </a:extLst>
              </a:tr>
              <a:tr h="377371">
                <a:tc>
                  <a:txBody>
                    <a:bodyPr/>
                    <a:lstStyle/>
                    <a:p>
                      <a:r>
                        <a:rPr lang="en-IN" dirty="0"/>
                        <a:t>7.</a:t>
                      </a:r>
                    </a:p>
                  </a:txBody>
                  <a:tcPr/>
                </a:tc>
                <a:tc>
                  <a:txBody>
                    <a:bodyPr/>
                    <a:lstStyle/>
                    <a:p>
                      <a:r>
                        <a:rPr lang="en-IN" dirty="0"/>
                        <a:t>I would rather work directly for a single manager than on a team with shared responsibilities.</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02095155"/>
                  </a:ext>
                </a:extLst>
              </a:tr>
              <a:tr h="377371">
                <a:tc>
                  <a:txBody>
                    <a:bodyPr/>
                    <a:lstStyle/>
                    <a:p>
                      <a:r>
                        <a:rPr lang="en-IN" dirty="0"/>
                        <a:t>8.</a:t>
                      </a:r>
                    </a:p>
                  </a:txBody>
                  <a:tcPr/>
                </a:tc>
                <a:tc>
                  <a:txBody>
                    <a:bodyPr/>
                    <a:lstStyle/>
                    <a:p>
                      <a:r>
                        <a:rPr lang="en-IN" dirty="0"/>
                        <a:t>I generally prefer to multitask and be involved in multiple projects.</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45744225"/>
                  </a:ext>
                </a:extLst>
              </a:tr>
              <a:tr h="377371">
                <a:tc>
                  <a:txBody>
                    <a:bodyPr/>
                    <a:lstStyle/>
                    <a:p>
                      <a:r>
                        <a:rPr lang="en-IN" dirty="0"/>
                        <a:t>9.</a:t>
                      </a:r>
                    </a:p>
                  </a:txBody>
                  <a:tcPr/>
                </a:tc>
                <a:tc>
                  <a:txBody>
                    <a:bodyPr/>
                    <a:lstStyle/>
                    <a:p>
                      <a:r>
                        <a:rPr lang="en-IN" dirty="0"/>
                        <a:t>Good employee benefits are important to me.</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63716509"/>
                  </a:ext>
                </a:extLst>
              </a:tr>
              <a:tr h="377371">
                <a:tc>
                  <a:txBody>
                    <a:bodyPr/>
                    <a:lstStyle/>
                    <a:p>
                      <a:r>
                        <a:rPr lang="en-IN" dirty="0"/>
                        <a:t>10.</a:t>
                      </a:r>
                    </a:p>
                  </a:txBody>
                  <a:tcPr/>
                </a:tc>
                <a:tc>
                  <a:txBody>
                    <a:bodyPr/>
                    <a:lstStyle/>
                    <a:p>
                      <a:r>
                        <a:rPr lang="en-IN" dirty="0"/>
                        <a:t>Rules are made to be broken.</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936943408"/>
                  </a:ext>
                </a:extLst>
              </a:tr>
            </a:tbl>
          </a:graphicData>
        </a:graphic>
      </p:graphicFrame>
    </p:spTree>
    <p:extLst>
      <p:ext uri="{BB962C8B-B14F-4D97-AF65-F5344CB8AC3E}">
        <p14:creationId xmlns:p14="http://schemas.microsoft.com/office/powerpoint/2010/main" val="375119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FBF9EE9F-26BD-4011-84F0-472CE5D15CD2}"/>
              </a:ext>
            </a:extLst>
          </p:cNvPr>
          <p:cNvSpPr>
            <a:spLocks noGrp="1"/>
          </p:cNvSpPr>
          <p:nvPr>
            <p:ph type="title"/>
          </p:nvPr>
        </p:nvSpPr>
        <p:spPr>
          <a:xfrm>
            <a:off x="3033466" y="991261"/>
            <a:ext cx="5754696" cy="1837349"/>
          </a:xfrm>
        </p:spPr>
        <p:txBody>
          <a:bodyPr anchor="ctr">
            <a:normAutofit/>
          </a:bodyPr>
          <a:lstStyle/>
          <a:p>
            <a:pPr algn="ctr"/>
            <a:r>
              <a:rPr lang="en-IN" sz="3600">
                <a:solidFill>
                  <a:schemeClr val="tx2"/>
                </a:solidFill>
              </a:rPr>
              <a:t>Scoring</a:t>
            </a:r>
          </a:p>
        </p:txBody>
      </p:sp>
      <p:sp>
        <p:nvSpPr>
          <p:cNvPr id="3" name="Content Placeholder 2">
            <a:extLst>
              <a:ext uri="{FF2B5EF4-FFF2-40B4-BE49-F238E27FC236}">
                <a16:creationId xmlns:a16="http://schemas.microsoft.com/office/drawing/2014/main" id="{C3AA85A9-BEA4-42B8-985C-A57EC750912F}"/>
              </a:ext>
            </a:extLst>
          </p:cNvPr>
          <p:cNvSpPr>
            <a:spLocks noGrp="1"/>
          </p:cNvSpPr>
          <p:nvPr>
            <p:ph idx="1"/>
          </p:nvPr>
        </p:nvSpPr>
        <p:spPr>
          <a:xfrm>
            <a:off x="2002972" y="2979336"/>
            <a:ext cx="8862734" cy="2430864"/>
          </a:xfrm>
        </p:spPr>
        <p:txBody>
          <a:bodyPr anchor="t">
            <a:noAutofit/>
          </a:bodyPr>
          <a:lstStyle/>
          <a:p>
            <a:pPr marL="0" indent="0">
              <a:buNone/>
            </a:pPr>
            <a:r>
              <a:rPr lang="en-IN" sz="3600" dirty="0">
                <a:solidFill>
                  <a:schemeClr val="tx2"/>
                </a:solidFill>
              </a:rPr>
              <a:t>Give:</a:t>
            </a:r>
          </a:p>
          <a:p>
            <a:r>
              <a:rPr lang="en-US" sz="3600" dirty="0">
                <a:solidFill>
                  <a:schemeClr val="tx2"/>
                </a:solidFill>
              </a:rPr>
              <a:t>One point for each answer of Mostly agree to the odd numbered questions .</a:t>
            </a:r>
          </a:p>
          <a:p>
            <a:r>
              <a:rPr lang="en-US" sz="3600" dirty="0">
                <a:solidFill>
                  <a:schemeClr val="tx2"/>
                </a:solidFill>
              </a:rPr>
              <a:t>One point for each Mostly Disagree to the even numbered questions.</a:t>
            </a:r>
          </a:p>
          <a:p>
            <a:endParaRPr lang="en-IN" sz="3600" dirty="0">
              <a:solidFill>
                <a:schemeClr val="tx2"/>
              </a:solidFill>
            </a:endParaRPr>
          </a:p>
        </p:txBody>
      </p:sp>
    </p:spTree>
    <p:extLst>
      <p:ext uri="{BB962C8B-B14F-4D97-AF65-F5344CB8AC3E}">
        <p14:creationId xmlns:p14="http://schemas.microsoft.com/office/powerpoint/2010/main" val="2731649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3AA96-1B0C-4CD1-83C0-2098D8F14985}"/>
              </a:ext>
            </a:extLst>
          </p:cNvPr>
          <p:cNvSpPr>
            <a:spLocks noGrp="1"/>
          </p:cNvSpPr>
          <p:nvPr>
            <p:ph type="title"/>
          </p:nvPr>
        </p:nvSpPr>
        <p:spPr>
          <a:xfrm>
            <a:off x="4965429" y="68125"/>
            <a:ext cx="6586491" cy="1267190"/>
          </a:xfrm>
        </p:spPr>
        <p:txBody>
          <a:bodyPr>
            <a:normAutofit/>
          </a:bodyPr>
          <a:lstStyle/>
          <a:p>
            <a:r>
              <a:rPr lang="en-IN" sz="5400" b="1" dirty="0"/>
              <a:t>Interpretation</a:t>
            </a:r>
          </a:p>
        </p:txBody>
      </p:sp>
      <p:pic>
        <p:nvPicPr>
          <p:cNvPr id="6" name="Picture 5">
            <a:extLst>
              <a:ext uri="{FF2B5EF4-FFF2-40B4-BE49-F238E27FC236}">
                <a16:creationId xmlns:a16="http://schemas.microsoft.com/office/drawing/2014/main" id="{ECB673EF-442E-A9D9-CC58-1C373DA5034A}"/>
              </a:ext>
            </a:extLst>
          </p:cNvPr>
          <p:cNvPicPr>
            <a:picLocks noChangeAspect="1"/>
          </p:cNvPicPr>
          <p:nvPr/>
        </p:nvPicPr>
        <p:blipFill rotWithShape="1">
          <a:blip r:embed="rId2"/>
          <a:srcRect l="4022" r="50858" b="-1"/>
          <a:stretch/>
        </p:blipFill>
        <p:spPr>
          <a:xfrm>
            <a:off x="20" y="10"/>
            <a:ext cx="4635571" cy="6857990"/>
          </a:xfrm>
          <a:prstGeom prst="rect">
            <a:avLst/>
          </a:prstGeom>
          <a:effectLst/>
        </p:spPr>
      </p:pic>
      <p:graphicFrame>
        <p:nvGraphicFramePr>
          <p:cNvPr id="5" name="Content Placeholder 2">
            <a:extLst>
              <a:ext uri="{FF2B5EF4-FFF2-40B4-BE49-F238E27FC236}">
                <a16:creationId xmlns:a16="http://schemas.microsoft.com/office/drawing/2014/main" id="{A0CE2BEA-3B1C-6CDA-9183-1E0F58B87ADD}"/>
              </a:ext>
            </a:extLst>
          </p:cNvPr>
          <p:cNvGraphicFramePr>
            <a:graphicFrameLocks noGrp="1"/>
          </p:cNvGraphicFramePr>
          <p:nvPr>
            <p:ph idx="1"/>
            <p:extLst>
              <p:ext uri="{D42A27DB-BD31-4B8C-83A1-F6EECF244321}">
                <p14:modId xmlns:p14="http://schemas.microsoft.com/office/powerpoint/2010/main" val="4115815738"/>
              </p:ext>
            </p:extLst>
          </p:nvPr>
        </p:nvGraphicFramePr>
        <p:xfrm>
          <a:off x="4965431" y="1335316"/>
          <a:ext cx="6586489" cy="4888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8134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AD71BA-289D-4CA5-9B30-171616785DDB}"/>
              </a:ext>
            </a:extLst>
          </p:cNvPr>
          <p:cNvSpPr>
            <a:spLocks noGrp="1"/>
          </p:cNvSpPr>
          <p:nvPr>
            <p:ph type="title"/>
          </p:nvPr>
        </p:nvSpPr>
        <p:spPr>
          <a:xfrm>
            <a:off x="838200" y="459863"/>
            <a:ext cx="10515600" cy="1004594"/>
          </a:xfrm>
        </p:spPr>
        <p:txBody>
          <a:bodyPr>
            <a:normAutofit/>
          </a:bodyPr>
          <a:lstStyle/>
          <a:p>
            <a:pPr algn="ctr"/>
            <a:r>
              <a:rPr lang="en-IN" b="1" dirty="0">
                <a:solidFill>
                  <a:srgbClr val="FFFFFF"/>
                </a:solidFill>
              </a:rPr>
              <a:t>Neo-Classical Approach</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15A23FC-9D7A-200A-2AE4-3B3E4E840CF7}"/>
              </a:ext>
            </a:extLst>
          </p:cNvPr>
          <p:cNvGraphicFramePr>
            <a:graphicFrameLocks noGrp="1"/>
          </p:cNvGraphicFramePr>
          <p:nvPr>
            <p:ph idx="1"/>
            <p:extLst>
              <p:ext uri="{D42A27DB-BD31-4B8C-83A1-F6EECF244321}">
                <p14:modId xmlns:p14="http://schemas.microsoft.com/office/powerpoint/2010/main" val="1071457272"/>
              </p:ext>
            </p:extLst>
          </p:nvPr>
        </p:nvGraphicFramePr>
        <p:xfrm>
          <a:off x="579495" y="1086320"/>
          <a:ext cx="11033007" cy="577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92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B486EAD-5FB0-4804-9C9B-47E6E058E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F97994D4-82A6-4497-A008-523C6535BA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6" name="Freeform 5">
              <a:extLst>
                <a:ext uri="{FF2B5EF4-FFF2-40B4-BE49-F238E27FC236}">
                  <a16:creationId xmlns:a16="http://schemas.microsoft.com/office/drawing/2014/main" id="{FCFC57EF-1896-4DF2-9961-827413A80F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0A8DCB3B-0DFB-4E57-BC37-AF4DDB9C53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90CF7BAB-0B9A-4DE7-B51C-E5C38D1F05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12FF5020-C21B-4356-8226-5E63EFED2E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4B1F20A-CA2F-4272-BC96-EFF6411504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F8A7B651-F1DD-472E-9648-01CBC6442B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57A112E9-C7DF-41D9-AB34-2A57CFCF57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F1002F06-78D9-4E05-8D4A-DC37784656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93646C90-203E-47E4-B9F7-D71C6CF0F5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3DD876C9-6011-4DC6-B120-861286B8BD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18B065AD-CF9B-48A0-8B2E-EECF5509A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E171CA00-2B4A-4CE1-8813-06D399ABA6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25AFC3EA-49AB-4D32-8CD7-EF5109CFB4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25AA3FF3-79F4-4E28-B1FC-7C65A76EE0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83D0E37-CDD3-4E06-A69B-927B4F4240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0">
              <a:extLst>
                <a:ext uri="{FF2B5EF4-FFF2-40B4-BE49-F238E27FC236}">
                  <a16:creationId xmlns:a16="http://schemas.microsoft.com/office/drawing/2014/main" id="{4CC6B186-44C3-4BEB-B48E-B0A96693B4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6E892143-A65F-4075-ABC7-606C60EA0C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E03A1150-7001-4F8E-9DBD-BC5871EFF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693691C8-2594-4D88-B8BF-C39A01D004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4" name="Picture 2" descr="American psychologist and sociologist Mayo Elton: biography, contribution  to science. The Hawthorne experiment">
            <a:extLst>
              <a:ext uri="{FF2B5EF4-FFF2-40B4-BE49-F238E27FC236}">
                <a16:creationId xmlns:a16="http://schemas.microsoft.com/office/drawing/2014/main" id="{CE4B97E9-DFB0-41B1-9ACA-1415B5A2DA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6182" b="14128"/>
          <a:stretch/>
        </p:blipFill>
        <p:spPr bwMode="auto">
          <a:xfrm>
            <a:off x="20" y="10"/>
            <a:ext cx="6054528" cy="4120995"/>
          </a:xfrm>
          <a:prstGeom prst="rect">
            <a:avLst/>
          </a:prstGeom>
          <a:noFill/>
          <a:ln w="12700">
            <a:noFill/>
          </a:ln>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id="{28919D57-A69F-4F84-A715-8D4F6F5587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37" name="Isosceles Triangle 39">
              <a:extLst>
                <a:ext uri="{FF2B5EF4-FFF2-40B4-BE49-F238E27FC236}">
                  <a16:creationId xmlns:a16="http://schemas.microsoft.com/office/drawing/2014/main" id="{F12B9C60-0B52-41AF-A8D7-1CC57DE0F2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3B17761-953A-4DC3-BDD0-1C4ACE7F0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B2FEE78-D704-40A6-8C12-667C8F314021}"/>
              </a:ext>
            </a:extLst>
          </p:cNvPr>
          <p:cNvSpPr>
            <a:spLocks noGrp="1"/>
          </p:cNvSpPr>
          <p:nvPr>
            <p:ph type="title"/>
          </p:nvPr>
        </p:nvSpPr>
        <p:spPr>
          <a:xfrm>
            <a:off x="1683982" y="4293388"/>
            <a:ext cx="8833655" cy="727748"/>
          </a:xfrm>
        </p:spPr>
        <p:txBody>
          <a:bodyPr vert="horz" lIns="91440" tIns="45720" rIns="91440" bIns="45720" rtlCol="0" anchor="b">
            <a:normAutofit/>
          </a:bodyPr>
          <a:lstStyle/>
          <a:p>
            <a:pPr algn="ctr"/>
            <a:r>
              <a:rPr lang="en-US" sz="4000" kern="1200">
                <a:solidFill>
                  <a:srgbClr val="FFFFFF"/>
                </a:solidFill>
                <a:latin typeface="+mj-lt"/>
                <a:ea typeface="+mj-ea"/>
                <a:cs typeface="+mj-cs"/>
              </a:rPr>
              <a:t>Contributor</a:t>
            </a:r>
          </a:p>
        </p:txBody>
      </p:sp>
      <p:sp>
        <p:nvSpPr>
          <p:cNvPr id="10" name="Content Placeholder 9">
            <a:extLst>
              <a:ext uri="{FF2B5EF4-FFF2-40B4-BE49-F238E27FC236}">
                <a16:creationId xmlns:a16="http://schemas.microsoft.com/office/drawing/2014/main" id="{7629C49D-79CE-4A6E-1BE7-B13D511AD90A}"/>
              </a:ext>
            </a:extLst>
          </p:cNvPr>
          <p:cNvSpPr>
            <a:spLocks noGrp="1"/>
          </p:cNvSpPr>
          <p:nvPr>
            <p:ph idx="1"/>
          </p:nvPr>
        </p:nvSpPr>
        <p:spPr>
          <a:xfrm>
            <a:off x="1683983" y="5021137"/>
            <a:ext cx="8833654" cy="522636"/>
          </a:xfrm>
        </p:spPr>
        <p:txBody>
          <a:bodyPr vert="horz" lIns="91440" tIns="45720" rIns="91440" bIns="45720" rtlCol="0">
            <a:normAutofit/>
          </a:bodyPr>
          <a:lstStyle/>
          <a:p>
            <a:pPr marL="0" indent="0" algn="ctr">
              <a:buNone/>
            </a:pPr>
            <a:r>
              <a:rPr lang="en-US" sz="1600" b="1" kern="1200">
                <a:solidFill>
                  <a:srgbClr val="FFFFFF"/>
                </a:solidFill>
                <a:latin typeface="+mn-lt"/>
                <a:ea typeface="+mn-ea"/>
                <a:cs typeface="+mn-cs"/>
              </a:rPr>
              <a:t>ELTO MAYO</a:t>
            </a:r>
          </a:p>
        </p:txBody>
      </p:sp>
    </p:spTree>
    <p:extLst>
      <p:ext uri="{BB962C8B-B14F-4D97-AF65-F5344CB8AC3E}">
        <p14:creationId xmlns:p14="http://schemas.microsoft.com/office/powerpoint/2010/main" val="549795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A43BE1-5188-4363-99E6-DF4968650A3F}"/>
              </a:ext>
            </a:extLst>
          </p:cNvPr>
          <p:cNvSpPr>
            <a:spLocks noGrp="1"/>
          </p:cNvSpPr>
          <p:nvPr>
            <p:ph type="title"/>
          </p:nvPr>
        </p:nvSpPr>
        <p:spPr>
          <a:xfrm>
            <a:off x="640080" y="325369"/>
            <a:ext cx="4368602" cy="1956841"/>
          </a:xfrm>
        </p:spPr>
        <p:txBody>
          <a:bodyPr anchor="b">
            <a:normAutofit/>
          </a:bodyPr>
          <a:lstStyle/>
          <a:p>
            <a:r>
              <a:rPr lang="en-IN" sz="5400"/>
              <a:t>Hawthorne Study</a:t>
            </a:r>
          </a:p>
        </p:txBody>
      </p:sp>
      <p:sp>
        <p:nvSpPr>
          <p:cNvPr id="205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5EB81B-9E23-4DE0-8B7E-261B971BDD9A}"/>
              </a:ext>
            </a:extLst>
          </p:cNvPr>
          <p:cNvSpPr>
            <a:spLocks noGrp="1"/>
          </p:cNvSpPr>
          <p:nvPr>
            <p:ph idx="1"/>
          </p:nvPr>
        </p:nvSpPr>
        <p:spPr>
          <a:xfrm>
            <a:off x="640080" y="2872899"/>
            <a:ext cx="4243589" cy="3320668"/>
          </a:xfrm>
        </p:spPr>
        <p:txBody>
          <a:bodyPr>
            <a:noAutofit/>
          </a:bodyPr>
          <a:lstStyle/>
          <a:p>
            <a:pPr algn="just">
              <a:lnSpc>
                <a:spcPct val="150000"/>
              </a:lnSpc>
            </a:pPr>
            <a:r>
              <a:rPr lang="en-IN" sz="2400" dirty="0"/>
              <a:t>A series of studies during the 1920s and 1930s that provided new insights into individual and group behaviour.</a:t>
            </a:r>
          </a:p>
          <a:p>
            <a:pPr algn="just">
              <a:lnSpc>
                <a:spcPct val="150000"/>
              </a:lnSpc>
            </a:pPr>
            <a:r>
              <a:rPr lang="en-IN" sz="2400" dirty="0"/>
              <a:t>Conducted at Western Electric Company Works in Cicero, Illinois.</a:t>
            </a:r>
          </a:p>
        </p:txBody>
      </p:sp>
      <p:pic>
        <p:nvPicPr>
          <p:cNvPr id="2052" name="Picture 4" descr="The Hawthorne studies and their relevance to HCI research | ACM Interactions">
            <a:extLst>
              <a:ext uri="{FF2B5EF4-FFF2-40B4-BE49-F238E27FC236}">
                <a16:creationId xmlns:a16="http://schemas.microsoft.com/office/drawing/2014/main" id="{FAA7A6C6-9CBC-40DA-A6AF-EE43B5E497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066"/>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343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9CBE72-D9CF-4FF8-8B02-EF01CB8FD924}"/>
              </a:ext>
            </a:extLst>
          </p:cNvPr>
          <p:cNvSpPr>
            <a:spLocks noGrp="1"/>
          </p:cNvSpPr>
          <p:nvPr>
            <p:ph type="title"/>
          </p:nvPr>
        </p:nvSpPr>
        <p:spPr>
          <a:xfrm>
            <a:off x="630936" y="639520"/>
            <a:ext cx="3429000" cy="1719072"/>
          </a:xfrm>
        </p:spPr>
        <p:txBody>
          <a:bodyPr anchor="b">
            <a:normAutofit/>
          </a:bodyPr>
          <a:lstStyle/>
          <a:p>
            <a:r>
              <a:rPr lang="en-IN" sz="5400"/>
              <a:t>Hawthorne Study</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100601-885E-4E4E-BAB0-A5AD679F2E65}"/>
              </a:ext>
            </a:extLst>
          </p:cNvPr>
          <p:cNvSpPr>
            <a:spLocks noGrp="1"/>
          </p:cNvSpPr>
          <p:nvPr>
            <p:ph idx="1"/>
          </p:nvPr>
        </p:nvSpPr>
        <p:spPr>
          <a:xfrm>
            <a:off x="630936" y="2807208"/>
            <a:ext cx="3429000" cy="3410712"/>
          </a:xfrm>
        </p:spPr>
        <p:txBody>
          <a:bodyPr anchor="t">
            <a:normAutofit/>
          </a:bodyPr>
          <a:lstStyle/>
          <a:p>
            <a:pPr marL="0" indent="0" algn="just">
              <a:lnSpc>
                <a:spcPct val="150000"/>
              </a:lnSpc>
              <a:buNone/>
            </a:pPr>
            <a:r>
              <a:rPr lang="en-US" sz="2200" dirty="0"/>
              <a:t>Based on the idea that truly effective control comes from within the individual worker rather than from strict, authoritarian control.</a:t>
            </a:r>
          </a:p>
          <a:p>
            <a:pPr marL="0" indent="0" algn="just">
              <a:lnSpc>
                <a:spcPct val="150000"/>
              </a:lnSpc>
              <a:buNone/>
            </a:pPr>
            <a:endParaRPr lang="en-IN" sz="2200" dirty="0"/>
          </a:p>
        </p:txBody>
      </p:sp>
      <p:pic>
        <p:nvPicPr>
          <p:cNvPr id="4" name="Picture 3" descr="A person in a suit&#10;&#10;Description automatically generated with low confidence">
            <a:extLst>
              <a:ext uri="{FF2B5EF4-FFF2-40B4-BE49-F238E27FC236}">
                <a16:creationId xmlns:a16="http://schemas.microsoft.com/office/drawing/2014/main" id="{3F0969DB-3AB6-4AC2-9388-E20FE3881064}"/>
              </a:ext>
            </a:extLst>
          </p:cNvPr>
          <p:cNvPicPr>
            <a:picLocks noChangeAspect="1"/>
          </p:cNvPicPr>
          <p:nvPr/>
        </p:nvPicPr>
        <p:blipFill rotWithShape="1">
          <a:blip r:embed="rId2"/>
          <a:srcRect l="5159" t="2881" r="8187" b="27881"/>
          <a:stretch/>
        </p:blipFill>
        <p:spPr>
          <a:xfrm>
            <a:off x="4654296" y="1208734"/>
            <a:ext cx="6903720" cy="4440531"/>
          </a:xfrm>
          <a:prstGeom prst="rect">
            <a:avLst/>
          </a:prstGeom>
        </p:spPr>
      </p:pic>
    </p:spTree>
    <p:extLst>
      <p:ext uri="{BB962C8B-B14F-4D97-AF65-F5344CB8AC3E}">
        <p14:creationId xmlns:p14="http://schemas.microsoft.com/office/powerpoint/2010/main" val="3467940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394AA-E4F2-484E-AD34-DF505D5ACB50}"/>
              </a:ext>
            </a:extLst>
          </p:cNvPr>
          <p:cNvSpPr>
            <a:spLocks noGrp="1"/>
          </p:cNvSpPr>
          <p:nvPr>
            <p:ph type="title"/>
          </p:nvPr>
        </p:nvSpPr>
        <p:spPr/>
        <p:txBody>
          <a:bodyPr/>
          <a:lstStyle/>
          <a:p>
            <a:r>
              <a:rPr lang="en-IN" dirty="0"/>
              <a:t>4 Phases of Hawthorne Experiment</a:t>
            </a:r>
          </a:p>
        </p:txBody>
      </p:sp>
      <p:graphicFrame>
        <p:nvGraphicFramePr>
          <p:cNvPr id="4" name="Content Placeholder 3">
            <a:extLst>
              <a:ext uri="{FF2B5EF4-FFF2-40B4-BE49-F238E27FC236}">
                <a16:creationId xmlns:a16="http://schemas.microsoft.com/office/drawing/2014/main" id="{3FA25938-3769-4F04-8DF0-43DEB5820955}"/>
              </a:ext>
            </a:extLst>
          </p:cNvPr>
          <p:cNvGraphicFramePr>
            <a:graphicFrameLocks noGrp="1"/>
          </p:cNvGraphicFramePr>
          <p:nvPr>
            <p:ph idx="1"/>
            <p:extLst>
              <p:ext uri="{D42A27DB-BD31-4B8C-83A1-F6EECF244321}">
                <p14:modId xmlns:p14="http://schemas.microsoft.com/office/powerpoint/2010/main" val="2687195686"/>
              </p:ext>
            </p:extLst>
          </p:nvPr>
        </p:nvGraphicFramePr>
        <p:xfrm>
          <a:off x="1728187" y="1296141"/>
          <a:ext cx="8851037" cy="52200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a:extLst>
              <a:ext uri="{FF2B5EF4-FFF2-40B4-BE49-F238E27FC236}">
                <a16:creationId xmlns:a16="http://schemas.microsoft.com/office/drawing/2014/main" id="{3E90B03E-0354-4A07-A0F1-7E8BE7B2BA31}"/>
              </a:ext>
            </a:extLst>
          </p:cNvPr>
          <p:cNvSpPr/>
          <p:nvPr/>
        </p:nvSpPr>
        <p:spPr>
          <a:xfrm>
            <a:off x="3711412" y="3244789"/>
            <a:ext cx="5237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a:solidFill>
                    <a:schemeClr val="bg1"/>
                  </a:solidFill>
                </a:ln>
              </a:rPr>
              <a:t>2</a:t>
            </a:r>
          </a:p>
        </p:txBody>
      </p:sp>
      <p:sp>
        <p:nvSpPr>
          <p:cNvPr id="6" name="Oval 5">
            <a:extLst>
              <a:ext uri="{FF2B5EF4-FFF2-40B4-BE49-F238E27FC236}">
                <a16:creationId xmlns:a16="http://schemas.microsoft.com/office/drawing/2014/main" id="{AC836CF4-563A-4D5A-B2E3-A6D993CBA719}"/>
              </a:ext>
            </a:extLst>
          </p:cNvPr>
          <p:cNvSpPr/>
          <p:nvPr/>
        </p:nvSpPr>
        <p:spPr>
          <a:xfrm>
            <a:off x="1693220" y="3244788"/>
            <a:ext cx="5237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a:solidFill>
                    <a:schemeClr val="bg1"/>
                  </a:solidFill>
                </a:ln>
              </a:rPr>
              <a:t>1</a:t>
            </a:r>
          </a:p>
        </p:txBody>
      </p:sp>
      <p:sp>
        <p:nvSpPr>
          <p:cNvPr id="7" name="Oval 6">
            <a:extLst>
              <a:ext uri="{FF2B5EF4-FFF2-40B4-BE49-F238E27FC236}">
                <a16:creationId xmlns:a16="http://schemas.microsoft.com/office/drawing/2014/main" id="{AEDBE5B0-1816-45A9-9789-3457BD24AB6B}"/>
              </a:ext>
            </a:extLst>
          </p:cNvPr>
          <p:cNvSpPr/>
          <p:nvPr/>
        </p:nvSpPr>
        <p:spPr>
          <a:xfrm>
            <a:off x="5956528" y="3244788"/>
            <a:ext cx="5237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a:solidFill>
                    <a:schemeClr val="bg1"/>
                  </a:solidFill>
                </a:ln>
              </a:rPr>
              <a:t>3</a:t>
            </a:r>
          </a:p>
        </p:txBody>
      </p:sp>
      <p:sp>
        <p:nvSpPr>
          <p:cNvPr id="8" name="Oval 7">
            <a:extLst>
              <a:ext uri="{FF2B5EF4-FFF2-40B4-BE49-F238E27FC236}">
                <a16:creationId xmlns:a16="http://schemas.microsoft.com/office/drawing/2014/main" id="{7A222627-8DC9-4037-99EF-3BC71481904D}"/>
              </a:ext>
            </a:extLst>
          </p:cNvPr>
          <p:cNvSpPr/>
          <p:nvPr/>
        </p:nvSpPr>
        <p:spPr>
          <a:xfrm>
            <a:off x="8346101" y="3244788"/>
            <a:ext cx="5237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a:solidFill>
                    <a:schemeClr val="bg1"/>
                  </a:solidFill>
                </a:ln>
              </a:rPr>
              <a:t>4</a:t>
            </a:r>
          </a:p>
        </p:txBody>
      </p:sp>
    </p:spTree>
    <p:extLst>
      <p:ext uri="{BB962C8B-B14F-4D97-AF65-F5344CB8AC3E}">
        <p14:creationId xmlns:p14="http://schemas.microsoft.com/office/powerpoint/2010/main" val="3765681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view of the earth from space&#10;&#10;Description automatically generated with medium confidence">
            <a:extLst>
              <a:ext uri="{FF2B5EF4-FFF2-40B4-BE49-F238E27FC236}">
                <a16:creationId xmlns:a16="http://schemas.microsoft.com/office/drawing/2014/main" id="{366031CC-CFD9-75AE-7C3B-708113856F79}"/>
              </a:ext>
            </a:extLst>
          </p:cNvPr>
          <p:cNvPicPr>
            <a:picLocks noChangeAspect="1"/>
          </p:cNvPicPr>
          <p:nvPr/>
        </p:nvPicPr>
        <p:blipFill rotWithShape="1">
          <a:blip r:embed="rId2">
            <a:alphaModFix amt="35000"/>
          </a:blip>
          <a:srcRect l="5578" r="2866" b="-1"/>
          <a:stretch/>
        </p:blipFill>
        <p:spPr>
          <a:xfrm>
            <a:off x="20" y="1"/>
            <a:ext cx="12191980" cy="6857999"/>
          </a:xfrm>
          <a:prstGeom prst="rect">
            <a:avLst/>
          </a:prstGeom>
        </p:spPr>
      </p:pic>
      <p:sp>
        <p:nvSpPr>
          <p:cNvPr id="2" name="Title 1">
            <a:extLst>
              <a:ext uri="{FF2B5EF4-FFF2-40B4-BE49-F238E27FC236}">
                <a16:creationId xmlns:a16="http://schemas.microsoft.com/office/drawing/2014/main" id="{4DDF8B58-02D8-4FEF-BBD0-E398CBEEB949}"/>
              </a:ext>
            </a:extLst>
          </p:cNvPr>
          <p:cNvSpPr>
            <a:spLocks noGrp="1"/>
          </p:cNvSpPr>
          <p:nvPr>
            <p:ph type="title"/>
          </p:nvPr>
        </p:nvSpPr>
        <p:spPr>
          <a:xfrm>
            <a:off x="838201" y="1065862"/>
            <a:ext cx="3313164" cy="4726276"/>
          </a:xfrm>
        </p:spPr>
        <p:txBody>
          <a:bodyPr>
            <a:normAutofit/>
          </a:bodyPr>
          <a:lstStyle/>
          <a:p>
            <a:pPr algn="r"/>
            <a:r>
              <a:rPr lang="en-US" sz="4000">
                <a:solidFill>
                  <a:srgbClr val="FFFFFF"/>
                </a:solidFill>
              </a:rPr>
              <a:t>Hawthorne Study</a:t>
            </a:r>
            <a:br>
              <a:rPr lang="en-US" sz="4000">
                <a:solidFill>
                  <a:srgbClr val="FFFFFF"/>
                </a:solidFill>
              </a:rPr>
            </a:br>
            <a:r>
              <a:rPr lang="en-US" sz="4000">
                <a:solidFill>
                  <a:srgbClr val="FFFFFF"/>
                </a:solidFill>
              </a:rPr>
              <a:t>Conclusion</a:t>
            </a:r>
            <a:endParaRPr lang="en-IN" sz="4000">
              <a:solidFill>
                <a:srgbClr val="FFFFFF"/>
              </a:solidFill>
            </a:endParaRPr>
          </a:p>
        </p:txBody>
      </p:sp>
      <p:cxnSp>
        <p:nvCxnSpPr>
          <p:cNvPr id="12" name="Straight Connector 1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9424323-7B2F-2ADB-C757-B82F7B51F076}"/>
              </a:ext>
            </a:extLst>
          </p:cNvPr>
          <p:cNvGraphicFramePr>
            <a:graphicFrameLocks noGrp="1"/>
          </p:cNvGraphicFramePr>
          <p:nvPr>
            <p:ph idx="1"/>
            <p:extLst>
              <p:ext uri="{D42A27DB-BD31-4B8C-83A1-F6EECF244321}">
                <p14:modId xmlns:p14="http://schemas.microsoft.com/office/powerpoint/2010/main" val="1192937985"/>
              </p:ext>
            </p:extLst>
          </p:nvPr>
        </p:nvGraphicFramePr>
        <p:xfrm>
          <a:off x="4989546" y="507999"/>
          <a:ext cx="6679925" cy="59653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6082705"/>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FF88A3-8EBC-4142-8CC2-EBE257ED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BCD138-5BE2-4B14-8413-5A28598A0C54}"/>
              </a:ext>
            </a:extLst>
          </p:cNvPr>
          <p:cNvSpPr>
            <a:spLocks noGrp="1"/>
          </p:cNvSpPr>
          <p:nvPr>
            <p:ph type="title"/>
          </p:nvPr>
        </p:nvSpPr>
        <p:spPr>
          <a:xfrm>
            <a:off x="2210936" y="844486"/>
            <a:ext cx="9484225" cy="1461778"/>
          </a:xfrm>
        </p:spPr>
        <p:txBody>
          <a:bodyPr>
            <a:normAutofit/>
          </a:bodyPr>
          <a:lstStyle/>
          <a:p>
            <a:r>
              <a:rPr lang="en-IN" sz="4000"/>
              <a:t>Modern Management Thoughts</a:t>
            </a:r>
          </a:p>
        </p:txBody>
      </p:sp>
      <p:grpSp>
        <p:nvGrpSpPr>
          <p:cNvPr id="12" name="Group 11">
            <a:extLst>
              <a:ext uri="{FF2B5EF4-FFF2-40B4-BE49-F238E27FC236}">
                <a16:creationId xmlns:a16="http://schemas.microsoft.com/office/drawing/2014/main" id="{27D8A815-1B1F-4DB5-A03C-F4987CF0CB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27777" y="343106"/>
            <a:ext cx="1692092" cy="1852591"/>
            <a:chOff x="790870" y="911082"/>
            <a:chExt cx="2191635" cy="2442764"/>
          </a:xfrm>
        </p:grpSpPr>
        <p:sp>
          <p:nvSpPr>
            <p:cNvPr id="13" name="Freeform 5">
              <a:extLst>
                <a:ext uri="{FF2B5EF4-FFF2-40B4-BE49-F238E27FC236}">
                  <a16:creationId xmlns:a16="http://schemas.microsoft.com/office/drawing/2014/main" id="{261388EF-B4CE-4326-979A-2F53CED606F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790870" y="2245586"/>
              <a:ext cx="1262906" cy="1108260"/>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tx1">
                <a:alpha val="40000"/>
              </a:schemeClr>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5">
              <a:extLst>
                <a:ext uri="{FF2B5EF4-FFF2-40B4-BE49-F238E27FC236}">
                  <a16:creationId xmlns:a16="http://schemas.microsoft.com/office/drawing/2014/main" id="{33A25547-9075-4BDB-8F46-BA09E76AA3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933975" y="911082"/>
              <a:ext cx="2048530" cy="1797684"/>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alpha val="60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5">
              <a:extLst>
                <a:ext uri="{FF2B5EF4-FFF2-40B4-BE49-F238E27FC236}">
                  <a16:creationId xmlns:a16="http://schemas.microsoft.com/office/drawing/2014/main" id="{1D917FAD-3240-4D3F-91A0-9571F75DC6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362936" y="1825453"/>
              <a:ext cx="799094" cy="701243"/>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tx1">
                <a:alpha val="60000"/>
              </a:schemeClr>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graphicFrame>
        <p:nvGraphicFramePr>
          <p:cNvPr id="5" name="Content Placeholder 4">
            <a:extLst>
              <a:ext uri="{FF2B5EF4-FFF2-40B4-BE49-F238E27FC236}">
                <a16:creationId xmlns:a16="http://schemas.microsoft.com/office/drawing/2014/main" id="{46737C83-C5B5-4FE4-99BC-8912C665F035}"/>
              </a:ext>
            </a:extLst>
          </p:cNvPr>
          <p:cNvGraphicFramePr>
            <a:graphicFrameLocks noGrp="1"/>
          </p:cNvGraphicFramePr>
          <p:nvPr>
            <p:ph idx="1"/>
            <p:extLst>
              <p:ext uri="{D42A27DB-BD31-4B8C-83A1-F6EECF244321}">
                <p14:modId xmlns:p14="http://schemas.microsoft.com/office/powerpoint/2010/main" val="3634313952"/>
              </p:ext>
            </p:extLst>
          </p:nvPr>
        </p:nvGraphicFramePr>
        <p:xfrm>
          <a:off x="2210936" y="2470248"/>
          <a:ext cx="9484235" cy="3052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3461197"/>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67419D6-8C10-5657-78B7-AA6ED32BC052}"/>
              </a:ext>
            </a:extLst>
          </p:cNvPr>
          <p:cNvPicPr>
            <a:picLocks noChangeAspect="1"/>
          </p:cNvPicPr>
          <p:nvPr/>
        </p:nvPicPr>
        <p:blipFill rotWithShape="1">
          <a:blip r:embed="rId2">
            <a:alphaModFix amt="35000"/>
          </a:blip>
          <a:srcRect t="1431" b="14299"/>
          <a:stretch/>
        </p:blipFill>
        <p:spPr>
          <a:xfrm>
            <a:off x="20" y="10"/>
            <a:ext cx="12191980" cy="6857990"/>
          </a:xfrm>
          <a:prstGeom prst="rect">
            <a:avLst/>
          </a:prstGeom>
        </p:spPr>
      </p:pic>
      <p:sp>
        <p:nvSpPr>
          <p:cNvPr id="2" name="Title 1">
            <a:extLst>
              <a:ext uri="{FF2B5EF4-FFF2-40B4-BE49-F238E27FC236}">
                <a16:creationId xmlns:a16="http://schemas.microsoft.com/office/drawing/2014/main" id="{045031D6-4050-4E04-9FD7-253F9644E675}"/>
              </a:ext>
            </a:extLst>
          </p:cNvPr>
          <p:cNvSpPr>
            <a:spLocks noGrp="1"/>
          </p:cNvSpPr>
          <p:nvPr>
            <p:ph type="title"/>
          </p:nvPr>
        </p:nvSpPr>
        <p:spPr>
          <a:xfrm>
            <a:off x="838200" y="365125"/>
            <a:ext cx="10515600" cy="1325563"/>
          </a:xfrm>
        </p:spPr>
        <p:txBody>
          <a:bodyPr>
            <a:normAutofit/>
          </a:bodyPr>
          <a:lstStyle/>
          <a:p>
            <a:r>
              <a:rPr lang="en-IN">
                <a:solidFill>
                  <a:srgbClr val="FFFFFF"/>
                </a:solidFill>
              </a:rPr>
              <a:t>1. Contingency Approach</a:t>
            </a:r>
          </a:p>
        </p:txBody>
      </p:sp>
      <p:graphicFrame>
        <p:nvGraphicFramePr>
          <p:cNvPr id="5" name="Content Placeholder 2">
            <a:extLst>
              <a:ext uri="{FF2B5EF4-FFF2-40B4-BE49-F238E27FC236}">
                <a16:creationId xmlns:a16="http://schemas.microsoft.com/office/drawing/2014/main" id="{19BCD7D3-13F3-7E41-C3E0-42559D0901C4}"/>
              </a:ext>
            </a:extLst>
          </p:cNvPr>
          <p:cNvGraphicFramePr>
            <a:graphicFrameLocks noGrp="1"/>
          </p:cNvGraphicFramePr>
          <p:nvPr>
            <p:ph idx="1"/>
            <p:extLst>
              <p:ext uri="{D42A27DB-BD31-4B8C-83A1-F6EECF244321}">
                <p14:modId xmlns:p14="http://schemas.microsoft.com/office/powerpoint/2010/main" val="2526586041"/>
              </p:ext>
            </p:extLst>
          </p:nvPr>
        </p:nvGraphicFramePr>
        <p:xfrm>
          <a:off x="0" y="1219200"/>
          <a:ext cx="12192000" cy="5638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8458476"/>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375F5-F2C6-4BD1-A660-54D43CD4AB3B}"/>
              </a:ext>
            </a:extLst>
          </p:cNvPr>
          <p:cNvSpPr>
            <a:spLocks noGrp="1"/>
          </p:cNvSpPr>
          <p:nvPr>
            <p:ph type="title"/>
          </p:nvPr>
        </p:nvSpPr>
        <p:spPr>
          <a:xfrm>
            <a:off x="762001" y="803325"/>
            <a:ext cx="5314536" cy="1325563"/>
          </a:xfrm>
        </p:spPr>
        <p:txBody>
          <a:bodyPr>
            <a:normAutofit/>
          </a:bodyPr>
          <a:lstStyle/>
          <a:p>
            <a:r>
              <a:rPr lang="en-IN" dirty="0"/>
              <a:t>Contingency Approach</a:t>
            </a:r>
          </a:p>
        </p:txBody>
      </p:sp>
      <p:sp>
        <p:nvSpPr>
          <p:cNvPr id="3" name="Content Placeholder 2">
            <a:extLst>
              <a:ext uri="{FF2B5EF4-FFF2-40B4-BE49-F238E27FC236}">
                <a16:creationId xmlns:a16="http://schemas.microsoft.com/office/drawing/2014/main" id="{165A6B09-B260-4060-9756-3B7EE9664A39}"/>
              </a:ext>
            </a:extLst>
          </p:cNvPr>
          <p:cNvSpPr>
            <a:spLocks noGrp="1"/>
          </p:cNvSpPr>
          <p:nvPr>
            <p:ph idx="1"/>
          </p:nvPr>
        </p:nvSpPr>
        <p:spPr>
          <a:xfrm>
            <a:off x="762000" y="2279018"/>
            <a:ext cx="5314543" cy="3375920"/>
          </a:xfrm>
        </p:spPr>
        <p:txBody>
          <a:bodyPr anchor="t">
            <a:normAutofit fontScale="92500" lnSpcReduction="20000"/>
          </a:bodyPr>
          <a:lstStyle/>
          <a:p>
            <a:pPr algn="just">
              <a:lnSpc>
                <a:spcPct val="150000"/>
              </a:lnSpc>
            </a:pPr>
            <a:r>
              <a:rPr lang="en-IN" sz="2700" dirty="0"/>
              <a:t>A manager must be ready to change, to fit in with what’s best with the environment.</a:t>
            </a:r>
          </a:p>
          <a:p>
            <a:pPr algn="just">
              <a:lnSpc>
                <a:spcPct val="150000"/>
              </a:lnSpc>
            </a:pPr>
            <a:r>
              <a:rPr lang="en-IN" sz="2700" dirty="0"/>
              <a:t>This approach stresses that there are no simplistic or universal rules for managers to follow.</a:t>
            </a:r>
          </a:p>
          <a:p>
            <a:pPr marL="0" indent="0" algn="just">
              <a:lnSpc>
                <a:spcPct val="150000"/>
              </a:lnSpc>
              <a:buNone/>
            </a:pPr>
            <a:endParaRPr lang="en-IN" sz="2700" dirty="0"/>
          </a:p>
          <a:p>
            <a:pPr algn="just">
              <a:lnSpc>
                <a:spcPct val="150000"/>
              </a:lnSpc>
            </a:pPr>
            <a:endParaRPr lang="en-IN" sz="2700" dirty="0"/>
          </a:p>
        </p:txBody>
      </p:sp>
      <p:sp>
        <p:nvSpPr>
          <p:cNvPr id="10"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ycle with People">
            <a:extLst>
              <a:ext uri="{FF2B5EF4-FFF2-40B4-BE49-F238E27FC236}">
                <a16:creationId xmlns:a16="http://schemas.microsoft.com/office/drawing/2014/main" id="{E0EF9CC0-99DE-F9B9-A258-6C367678AD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4057" y="643002"/>
            <a:ext cx="3796790" cy="3796790"/>
          </a:xfrm>
          <a:prstGeom prst="rect">
            <a:avLst/>
          </a:prstGeom>
        </p:spPr>
      </p:pic>
    </p:spTree>
    <p:extLst>
      <p:ext uri="{BB962C8B-B14F-4D97-AF65-F5344CB8AC3E}">
        <p14:creationId xmlns:p14="http://schemas.microsoft.com/office/powerpoint/2010/main" val="1281309684"/>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D479-00C1-4C60-A542-FE211B8632BC}"/>
              </a:ext>
            </a:extLst>
          </p:cNvPr>
          <p:cNvSpPr>
            <a:spLocks noGrp="1"/>
          </p:cNvSpPr>
          <p:nvPr>
            <p:ph type="title"/>
          </p:nvPr>
        </p:nvSpPr>
        <p:spPr/>
        <p:txBody>
          <a:bodyPr/>
          <a:lstStyle/>
          <a:p>
            <a:r>
              <a:rPr lang="en-IN" dirty="0"/>
              <a:t>In Simple words</a:t>
            </a:r>
          </a:p>
        </p:txBody>
      </p:sp>
      <p:sp>
        <p:nvSpPr>
          <p:cNvPr id="3" name="Content Placeholder 2">
            <a:extLst>
              <a:ext uri="{FF2B5EF4-FFF2-40B4-BE49-F238E27FC236}">
                <a16:creationId xmlns:a16="http://schemas.microsoft.com/office/drawing/2014/main" id="{8E0DD60B-76EB-470F-82C2-C889ABD29559}"/>
              </a:ext>
            </a:extLst>
          </p:cNvPr>
          <p:cNvSpPr>
            <a:spLocks noGrp="1"/>
          </p:cNvSpPr>
          <p:nvPr>
            <p:ph idx="1"/>
          </p:nvPr>
        </p:nvSpPr>
        <p:spPr/>
        <p:txBody>
          <a:bodyPr/>
          <a:lstStyle/>
          <a:p>
            <a:pPr marL="0" indent="0">
              <a:buNone/>
            </a:pPr>
            <a:r>
              <a:rPr lang="en-IN" dirty="0"/>
              <a:t>	</a:t>
            </a:r>
          </a:p>
        </p:txBody>
      </p:sp>
      <p:sp>
        <p:nvSpPr>
          <p:cNvPr id="4" name="TextBox 3">
            <a:extLst>
              <a:ext uri="{FF2B5EF4-FFF2-40B4-BE49-F238E27FC236}">
                <a16:creationId xmlns:a16="http://schemas.microsoft.com/office/drawing/2014/main" id="{63B5D495-34D1-4331-A517-457076F7F3F8}"/>
              </a:ext>
            </a:extLst>
          </p:cNvPr>
          <p:cNvSpPr txBox="1"/>
          <p:nvPr/>
        </p:nvSpPr>
        <p:spPr>
          <a:xfrm>
            <a:off x="2092173" y="1500326"/>
            <a:ext cx="7261933" cy="4308872"/>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endParaRPr lang="en-IN" sz="2800" dirty="0"/>
          </a:p>
          <a:p>
            <a:pPr algn="ctr"/>
            <a:endParaRPr lang="en-IN" sz="2800" dirty="0"/>
          </a:p>
          <a:p>
            <a:pPr algn="ctr"/>
            <a:endParaRPr lang="en-IN" sz="2800" dirty="0"/>
          </a:p>
          <a:p>
            <a:pPr algn="ctr"/>
            <a:r>
              <a:rPr lang="en-IN" sz="2800" b="1" dirty="0">
                <a:solidFill>
                  <a:schemeClr val="tx1"/>
                </a:solidFill>
              </a:rPr>
              <a:t>“NO ONE BEST WAY TO DO THINGS”</a:t>
            </a:r>
          </a:p>
          <a:p>
            <a:endParaRPr lang="en-IN" b="1" dirty="0">
              <a:solidFill>
                <a:schemeClr val="tx1"/>
              </a:solidFill>
            </a:endParaRPr>
          </a:p>
          <a:p>
            <a:endParaRPr lang="en-IN" b="1" dirty="0">
              <a:solidFill>
                <a:schemeClr val="tx1"/>
              </a:solidFill>
            </a:endParaRPr>
          </a:p>
          <a:p>
            <a:endParaRPr lang="en-IN" b="1" dirty="0">
              <a:solidFill>
                <a:schemeClr val="tx1"/>
              </a:solidFill>
            </a:endParaRPr>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2679896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DE45-FA43-403D-987B-74CA3E0CAD2F}"/>
              </a:ext>
            </a:extLst>
          </p:cNvPr>
          <p:cNvSpPr>
            <a:spLocks noGrp="1"/>
          </p:cNvSpPr>
          <p:nvPr>
            <p:ph type="title"/>
          </p:nvPr>
        </p:nvSpPr>
        <p:spPr/>
        <p:txBody>
          <a:bodyPr/>
          <a:lstStyle/>
          <a:p>
            <a:r>
              <a:rPr lang="en-IN" dirty="0"/>
              <a:t>Contingency Variables</a:t>
            </a:r>
          </a:p>
        </p:txBody>
      </p:sp>
      <p:graphicFrame>
        <p:nvGraphicFramePr>
          <p:cNvPr id="5" name="Content Placeholder 4">
            <a:extLst>
              <a:ext uri="{FF2B5EF4-FFF2-40B4-BE49-F238E27FC236}">
                <a16:creationId xmlns:a16="http://schemas.microsoft.com/office/drawing/2014/main" id="{5EC12133-4158-4E5C-891A-0DBAD1777B58}"/>
              </a:ext>
            </a:extLst>
          </p:cNvPr>
          <p:cNvGraphicFramePr>
            <a:graphicFrameLocks noGrp="1"/>
          </p:cNvGraphicFramePr>
          <p:nvPr>
            <p:ph idx="1"/>
          </p:nvPr>
        </p:nvGraphicFramePr>
        <p:xfrm>
          <a:off x="2278603" y="1864312"/>
          <a:ext cx="7386221" cy="4030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3778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0BBA9B7-6733-0142-19B7-64491941F1C4}"/>
              </a:ext>
            </a:extLst>
          </p:cNvPr>
          <p:cNvPicPr>
            <a:picLocks noChangeAspect="1"/>
          </p:cNvPicPr>
          <p:nvPr/>
        </p:nvPicPr>
        <p:blipFill rotWithShape="1">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C2C1F632-A589-4846-AF79-CA1E6F7DB061}"/>
              </a:ext>
            </a:extLst>
          </p:cNvPr>
          <p:cNvSpPr>
            <a:spLocks noGrp="1"/>
          </p:cNvSpPr>
          <p:nvPr>
            <p:ph type="title"/>
          </p:nvPr>
        </p:nvSpPr>
        <p:spPr>
          <a:xfrm>
            <a:off x="838200" y="365125"/>
            <a:ext cx="10515600" cy="1325563"/>
          </a:xfrm>
        </p:spPr>
        <p:txBody>
          <a:bodyPr>
            <a:normAutofit/>
          </a:bodyPr>
          <a:lstStyle/>
          <a:p>
            <a:r>
              <a:rPr lang="en-IN">
                <a:solidFill>
                  <a:srgbClr val="FFFFFF"/>
                </a:solidFill>
              </a:rPr>
              <a:t>Application  of Contingency Theory</a:t>
            </a:r>
          </a:p>
        </p:txBody>
      </p:sp>
      <p:graphicFrame>
        <p:nvGraphicFramePr>
          <p:cNvPr id="5" name="Content Placeholder 2">
            <a:extLst>
              <a:ext uri="{FF2B5EF4-FFF2-40B4-BE49-F238E27FC236}">
                <a16:creationId xmlns:a16="http://schemas.microsoft.com/office/drawing/2014/main" id="{23D5E70A-D7A9-2AA1-4DC0-9A810FFE68F2}"/>
              </a:ext>
            </a:extLst>
          </p:cNvPr>
          <p:cNvGraphicFramePr>
            <a:graphicFrameLocks noGrp="1"/>
          </p:cNvGraphicFramePr>
          <p:nvPr>
            <p:ph idx="1"/>
            <p:extLst>
              <p:ext uri="{D42A27DB-BD31-4B8C-83A1-F6EECF244321}">
                <p14:modId xmlns:p14="http://schemas.microsoft.com/office/powerpoint/2010/main" val="1700013637"/>
              </p:ext>
            </p:extLst>
          </p:nvPr>
        </p:nvGraphicFramePr>
        <p:xfrm>
          <a:off x="464457" y="1349829"/>
          <a:ext cx="11480800" cy="51430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8490201"/>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01F40-1A75-4ED8-9C3A-478B8A3D6DB4}"/>
              </a:ext>
            </a:extLst>
          </p:cNvPr>
          <p:cNvSpPr>
            <a:spLocks noGrp="1"/>
          </p:cNvSpPr>
          <p:nvPr>
            <p:ph type="title"/>
          </p:nvPr>
        </p:nvSpPr>
        <p:spPr>
          <a:xfrm>
            <a:off x="4965430" y="629268"/>
            <a:ext cx="6586491" cy="1286160"/>
          </a:xfrm>
        </p:spPr>
        <p:txBody>
          <a:bodyPr anchor="b">
            <a:normAutofit/>
          </a:bodyPr>
          <a:lstStyle/>
          <a:p>
            <a:r>
              <a:rPr lang="en-IN" dirty="0"/>
              <a:t>2. System Approach</a:t>
            </a:r>
          </a:p>
        </p:txBody>
      </p:sp>
      <p:pic>
        <p:nvPicPr>
          <p:cNvPr id="6" name="Picture 5">
            <a:extLst>
              <a:ext uri="{FF2B5EF4-FFF2-40B4-BE49-F238E27FC236}">
                <a16:creationId xmlns:a16="http://schemas.microsoft.com/office/drawing/2014/main" id="{825F0EA1-240B-A086-13CD-589137B1317C}"/>
              </a:ext>
            </a:extLst>
          </p:cNvPr>
          <p:cNvPicPr>
            <a:picLocks noChangeAspect="1"/>
          </p:cNvPicPr>
          <p:nvPr/>
        </p:nvPicPr>
        <p:blipFill rotWithShape="1">
          <a:blip r:embed="rId2"/>
          <a:srcRect l="10890" r="43990" b="-1"/>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45EFA26-D65B-9F96-6FD9-D2D443F3480C}"/>
              </a:ext>
            </a:extLst>
          </p:cNvPr>
          <p:cNvGraphicFramePr>
            <a:graphicFrameLocks noGrp="1"/>
          </p:cNvGraphicFramePr>
          <p:nvPr>
            <p:ph idx="1"/>
            <p:extLst>
              <p:ext uri="{D42A27DB-BD31-4B8C-83A1-F6EECF244321}">
                <p14:modId xmlns:p14="http://schemas.microsoft.com/office/powerpoint/2010/main" val="3993789225"/>
              </p:ext>
            </p:extLst>
          </p:nvPr>
        </p:nvGraphicFramePr>
        <p:xfrm>
          <a:off x="4965431" y="2438400"/>
          <a:ext cx="6586489"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0985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933D-3790-4E95-99BA-DCE9ACBBFEAB}"/>
              </a:ext>
            </a:extLst>
          </p:cNvPr>
          <p:cNvSpPr>
            <a:spLocks noGrp="1"/>
          </p:cNvSpPr>
          <p:nvPr>
            <p:ph type="title"/>
          </p:nvPr>
        </p:nvSpPr>
        <p:spPr/>
        <p:txBody>
          <a:bodyPr/>
          <a:lstStyle/>
          <a:p>
            <a:r>
              <a:rPr lang="en-IN" dirty="0"/>
              <a:t>Elements of System Approach</a:t>
            </a:r>
          </a:p>
        </p:txBody>
      </p:sp>
      <p:pic>
        <p:nvPicPr>
          <p:cNvPr id="9" name="Content Placeholder 8">
            <a:extLst>
              <a:ext uri="{FF2B5EF4-FFF2-40B4-BE49-F238E27FC236}">
                <a16:creationId xmlns:a16="http://schemas.microsoft.com/office/drawing/2014/main" id="{D6A07D59-7539-45B3-A1F2-F3CEA7F7F652}"/>
              </a:ext>
            </a:extLst>
          </p:cNvPr>
          <p:cNvPicPr>
            <a:picLocks noGrp="1" noChangeAspect="1"/>
          </p:cNvPicPr>
          <p:nvPr>
            <p:ph idx="1"/>
          </p:nvPr>
        </p:nvPicPr>
        <p:blipFill>
          <a:blip r:embed="rId2"/>
          <a:stretch>
            <a:fillRect/>
          </a:stretch>
        </p:blipFill>
        <p:spPr>
          <a:xfrm>
            <a:off x="2033622" y="1660124"/>
            <a:ext cx="8332029" cy="448322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2241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5DFCDA-694D-4637-8E9B-038575194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9952075" cy="6858000"/>
          </a:xfrm>
          <a:custGeom>
            <a:avLst/>
            <a:gdLst>
              <a:gd name="connsiteX0" fmla="*/ 9952075 w 9952075"/>
              <a:gd name="connsiteY0" fmla="*/ 6858000 h 6858000"/>
              <a:gd name="connsiteX1" fmla="*/ 108694 w 9952075"/>
              <a:gd name="connsiteY1" fmla="*/ 6858000 h 6858000"/>
              <a:gd name="connsiteX2" fmla="*/ 79127 w 9952075"/>
              <a:gd name="connsiteY2" fmla="*/ 6681235 h 6858000"/>
              <a:gd name="connsiteX3" fmla="*/ 0 w 9952075"/>
              <a:gd name="connsiteY3" fmla="*/ 5565888 h 6858000"/>
              <a:gd name="connsiteX4" fmla="*/ 2190696 w 9952075"/>
              <a:gd name="connsiteY4" fmla="*/ 145339 h 6858000"/>
              <a:gd name="connsiteX5" fmla="*/ 2339431 w 9952075"/>
              <a:gd name="connsiteY5" fmla="*/ 0 h 6858000"/>
              <a:gd name="connsiteX6" fmla="*/ 9952075 w 9952075"/>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52075" h="6858000">
                <a:moveTo>
                  <a:pt x="9952075"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9952075"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4DB276E-BFF1-43F5-AB90-7ABA4B9A9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9652017" cy="6858000"/>
          </a:xfrm>
          <a:custGeom>
            <a:avLst/>
            <a:gdLst>
              <a:gd name="connsiteX0" fmla="*/ 9652017 w 9652017"/>
              <a:gd name="connsiteY0" fmla="*/ 6858000 h 6858000"/>
              <a:gd name="connsiteX1" fmla="*/ 112827 w 9652017"/>
              <a:gd name="connsiteY1" fmla="*/ 6858000 h 6858000"/>
              <a:gd name="connsiteX2" fmla="*/ 76084 w 9652017"/>
              <a:gd name="connsiteY2" fmla="*/ 6638337 h 6858000"/>
              <a:gd name="connsiteX3" fmla="*/ 0 w 9652017"/>
              <a:gd name="connsiteY3" fmla="*/ 5565888 h 6858000"/>
              <a:gd name="connsiteX4" fmla="*/ 2157501 w 9652017"/>
              <a:gd name="connsiteY4" fmla="*/ 301488 h 6858000"/>
              <a:gd name="connsiteX5" fmla="*/ 2472310 w 9652017"/>
              <a:gd name="connsiteY5" fmla="*/ 0 h 6858000"/>
              <a:gd name="connsiteX6" fmla="*/ 9652017 w 965201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2017" h="6858000">
                <a:moveTo>
                  <a:pt x="9652017" y="6858000"/>
                </a:moveTo>
                <a:lnTo>
                  <a:pt x="112827" y="6858000"/>
                </a:lnTo>
                <a:lnTo>
                  <a:pt x="76084" y="6638337"/>
                </a:lnTo>
                <a:cubicBezTo>
                  <a:pt x="25944" y="6288079"/>
                  <a:pt x="0" y="5930014"/>
                  <a:pt x="0" y="5565888"/>
                </a:cubicBezTo>
                <a:cubicBezTo>
                  <a:pt x="0" y="3514654"/>
                  <a:pt x="823309" y="1655711"/>
                  <a:pt x="2157501" y="301488"/>
                </a:cubicBezTo>
                <a:lnTo>
                  <a:pt x="2472310" y="0"/>
                </a:lnTo>
                <a:lnTo>
                  <a:pt x="9652017" y="0"/>
                </a:ln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2F5545-E09B-4DFA-9049-FB2D00D56E3C}"/>
              </a:ext>
            </a:extLst>
          </p:cNvPr>
          <p:cNvSpPr>
            <a:spLocks noGrp="1"/>
          </p:cNvSpPr>
          <p:nvPr>
            <p:ph type="title"/>
          </p:nvPr>
        </p:nvSpPr>
        <p:spPr>
          <a:xfrm>
            <a:off x="838200" y="365126"/>
            <a:ext cx="7757694" cy="1288238"/>
          </a:xfrm>
        </p:spPr>
        <p:txBody>
          <a:bodyPr anchor="b">
            <a:normAutofit/>
          </a:bodyPr>
          <a:lstStyle/>
          <a:p>
            <a:r>
              <a:rPr lang="en-IN" dirty="0"/>
              <a:t>Elements of System Approach</a:t>
            </a:r>
          </a:p>
        </p:txBody>
      </p:sp>
      <p:sp>
        <p:nvSpPr>
          <p:cNvPr id="3" name="Content Placeholder 2">
            <a:extLst>
              <a:ext uri="{FF2B5EF4-FFF2-40B4-BE49-F238E27FC236}">
                <a16:creationId xmlns:a16="http://schemas.microsoft.com/office/drawing/2014/main" id="{BEEC3DA8-9117-4F91-AC9D-1C580BC78BF9}"/>
              </a:ext>
            </a:extLst>
          </p:cNvPr>
          <p:cNvSpPr>
            <a:spLocks noGrp="1"/>
          </p:cNvSpPr>
          <p:nvPr>
            <p:ph idx="1"/>
          </p:nvPr>
        </p:nvSpPr>
        <p:spPr>
          <a:xfrm>
            <a:off x="838198" y="1956390"/>
            <a:ext cx="7322290" cy="3907465"/>
          </a:xfrm>
        </p:spPr>
        <p:txBody>
          <a:bodyPr anchor="t">
            <a:normAutofit/>
          </a:bodyPr>
          <a:lstStyle/>
          <a:p>
            <a:r>
              <a:rPr lang="en-IN" sz="3200" dirty="0"/>
              <a:t>Organization as a system receives Input.</a:t>
            </a:r>
          </a:p>
          <a:p>
            <a:r>
              <a:rPr lang="en-IN" sz="3200" dirty="0"/>
              <a:t>Transforms it through a Process for Output.</a:t>
            </a:r>
          </a:p>
          <a:p>
            <a:r>
              <a:rPr lang="en-IN" sz="3200" dirty="0"/>
              <a:t>Operates in an Environment ( Economic, Regulatory and other forces)</a:t>
            </a:r>
          </a:p>
        </p:txBody>
      </p:sp>
    </p:spTree>
    <p:extLst>
      <p:ext uri="{BB962C8B-B14F-4D97-AF65-F5344CB8AC3E}">
        <p14:creationId xmlns:p14="http://schemas.microsoft.com/office/powerpoint/2010/main" val="1696129547"/>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EAB1C1-FBAC-42DF-97D3-6E32ED22625E}"/>
              </a:ext>
            </a:extLst>
          </p:cNvPr>
          <p:cNvSpPr>
            <a:spLocks noGrp="1"/>
          </p:cNvSpPr>
          <p:nvPr>
            <p:ph type="title"/>
          </p:nvPr>
        </p:nvSpPr>
        <p:spPr>
          <a:xfrm>
            <a:off x="643467" y="321734"/>
            <a:ext cx="10905066" cy="1135737"/>
          </a:xfrm>
        </p:spPr>
        <p:txBody>
          <a:bodyPr>
            <a:normAutofit/>
          </a:bodyPr>
          <a:lstStyle/>
          <a:p>
            <a:r>
              <a:rPr lang="en-IN" sz="3600"/>
              <a:t>Classification of Systems</a:t>
            </a:r>
          </a:p>
        </p:txBody>
      </p:sp>
      <p:sp>
        <p:nvSpPr>
          <p:cNvPr id="11" name="Rectangle 1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8682D32-284F-4097-83CC-8706A12E76B8}"/>
              </a:ext>
            </a:extLst>
          </p:cNvPr>
          <p:cNvGraphicFramePr>
            <a:graphicFrameLocks noGrp="1"/>
          </p:cNvGraphicFramePr>
          <p:nvPr>
            <p:ph idx="1"/>
            <p:extLst>
              <p:ext uri="{D42A27DB-BD31-4B8C-83A1-F6EECF244321}">
                <p14:modId xmlns:p14="http://schemas.microsoft.com/office/powerpoint/2010/main" val="2125627414"/>
              </p:ext>
            </p:extLst>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8973163"/>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Why Starbucks coffee tastes like travel | CNN Travel">
            <a:extLst>
              <a:ext uri="{FF2B5EF4-FFF2-40B4-BE49-F238E27FC236}">
                <a16:creationId xmlns:a16="http://schemas.microsoft.com/office/drawing/2014/main" id="{9FB3B2A9-395A-4881-B5DD-A4F775F3F5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2"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90D7675-7F45-48B2-B12E-12A911FF0B9D}"/>
              </a:ext>
            </a:extLst>
          </p:cNvPr>
          <p:cNvSpPr>
            <a:spLocks noGrp="1"/>
          </p:cNvSpPr>
          <p:nvPr>
            <p:ph type="title"/>
          </p:nvPr>
        </p:nvSpPr>
        <p:spPr>
          <a:xfrm>
            <a:off x="8022021" y="3231931"/>
            <a:ext cx="3852041" cy="1834056"/>
          </a:xfrm>
        </p:spPr>
        <p:txBody>
          <a:bodyPr vert="horz" lIns="91440" tIns="45720" rIns="91440" bIns="45720" rtlCol="0" anchor="b">
            <a:normAutofit/>
          </a:bodyPr>
          <a:lstStyle/>
          <a:p>
            <a:pPr algn="ctr"/>
            <a:r>
              <a:rPr lang="en-US" sz="4000" b="1"/>
              <a:t>EXAMPLE</a:t>
            </a:r>
          </a:p>
        </p:txBody>
      </p:sp>
      <p:cxnSp>
        <p:nvCxnSpPr>
          <p:cNvPr id="1044" name="Straight Connector 1043">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4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19AF52-A23B-41AC-BC29-6EC9A6A71670}"/>
              </a:ext>
            </a:extLst>
          </p:cNvPr>
          <p:cNvSpPr>
            <a:spLocks noGrp="1"/>
          </p:cNvSpPr>
          <p:nvPr>
            <p:ph type="title"/>
          </p:nvPr>
        </p:nvSpPr>
        <p:spPr>
          <a:xfrm>
            <a:off x="5297762" y="329184"/>
            <a:ext cx="6251110" cy="1783080"/>
          </a:xfrm>
        </p:spPr>
        <p:txBody>
          <a:bodyPr anchor="b">
            <a:normAutofit/>
          </a:bodyPr>
          <a:lstStyle/>
          <a:p>
            <a:r>
              <a:rPr lang="en-IN" sz="5400"/>
              <a:t>Example</a:t>
            </a:r>
          </a:p>
        </p:txBody>
      </p:sp>
      <p:pic>
        <p:nvPicPr>
          <p:cNvPr id="5" name="Picture 4" descr="Diner restaurant">
            <a:extLst>
              <a:ext uri="{FF2B5EF4-FFF2-40B4-BE49-F238E27FC236}">
                <a16:creationId xmlns:a16="http://schemas.microsoft.com/office/drawing/2014/main" id="{DD37AE28-8267-8B77-60E8-C6DA4C153B38}"/>
              </a:ext>
            </a:extLst>
          </p:cNvPr>
          <p:cNvPicPr>
            <a:picLocks noChangeAspect="1"/>
          </p:cNvPicPr>
          <p:nvPr/>
        </p:nvPicPr>
        <p:blipFill rotWithShape="1">
          <a:blip r:embed="rId2"/>
          <a:srcRect l="29464" r="25204"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8181B7-EA48-4AEE-907A-63487C7FB8CF}"/>
              </a:ext>
            </a:extLst>
          </p:cNvPr>
          <p:cNvSpPr>
            <a:spLocks noGrp="1"/>
          </p:cNvSpPr>
          <p:nvPr>
            <p:ph idx="1"/>
          </p:nvPr>
        </p:nvSpPr>
        <p:spPr>
          <a:xfrm>
            <a:off x="5297762" y="2706624"/>
            <a:ext cx="6251110" cy="3483864"/>
          </a:xfrm>
        </p:spPr>
        <p:txBody>
          <a:bodyPr>
            <a:normAutofit/>
          </a:bodyPr>
          <a:lstStyle/>
          <a:p>
            <a:r>
              <a:rPr lang="en-IN" sz="2200" dirty="0"/>
              <a:t>A shift manager at a Starbucks restaurant who must coordinate the work of employees filling customer orders at the front counter and the drive-through windows, </a:t>
            </a:r>
          </a:p>
          <a:p>
            <a:r>
              <a:rPr lang="en-IN" sz="2200" dirty="0"/>
              <a:t>Direct the delivery and unloading of food supplies,</a:t>
            </a:r>
          </a:p>
          <a:p>
            <a:r>
              <a:rPr lang="en-IN" sz="2200" dirty="0"/>
              <a:t>And address any customer concerns that come up.</a:t>
            </a:r>
          </a:p>
          <a:p>
            <a:pPr marL="0" indent="0">
              <a:buNone/>
            </a:pPr>
            <a:endParaRPr lang="en-IN" sz="2200" dirty="0"/>
          </a:p>
        </p:txBody>
      </p:sp>
    </p:spTree>
    <p:extLst>
      <p:ext uri="{BB962C8B-B14F-4D97-AF65-F5344CB8AC3E}">
        <p14:creationId xmlns:p14="http://schemas.microsoft.com/office/powerpoint/2010/main" val="3300771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Picture 4" descr="Close-up of meat, cilantro, avocado, chili and green onion taco on white plate">
            <a:extLst>
              <a:ext uri="{FF2B5EF4-FFF2-40B4-BE49-F238E27FC236}">
                <a16:creationId xmlns:a16="http://schemas.microsoft.com/office/drawing/2014/main" id="{17787EF5-209F-F69D-DCB1-67BB7F6B1DDC}"/>
              </a:ext>
            </a:extLst>
          </p:cNvPr>
          <p:cNvPicPr>
            <a:picLocks noChangeAspect="1"/>
          </p:cNvPicPr>
          <p:nvPr/>
        </p:nvPicPr>
        <p:blipFill rotWithShape="1">
          <a:blip r:embed="rId2">
            <a:extLst>
              <a:ext uri="{28A0092B-C50C-407E-A947-70E740481C1C}">
                <a14:useLocalDpi xmlns:a14="http://schemas.microsoft.com/office/drawing/2010/main" val="0"/>
              </a:ext>
            </a:extLst>
          </a:blip>
          <a:srcRect l="18023" r="13748" b="-1"/>
          <a:stretch/>
        </p:blipFill>
        <p:spPr>
          <a:xfrm>
            <a:off x="20" y="10"/>
            <a:ext cx="7009876" cy="6857990"/>
          </a:xfrm>
          <a:custGeom>
            <a:avLst/>
            <a:gdLst/>
            <a:ahLst/>
            <a:cxnLst/>
            <a:rect l="l" t="t" r="r" b="b"/>
            <a:pathLst>
              <a:path w="7009896" h="6858000">
                <a:moveTo>
                  <a:pt x="0" y="0"/>
                </a:moveTo>
                <a:lnTo>
                  <a:pt x="7009896" y="0"/>
                </a:lnTo>
                <a:lnTo>
                  <a:pt x="7009896" y="1"/>
                </a:lnTo>
                <a:lnTo>
                  <a:pt x="6295211" y="1"/>
                </a:lnTo>
                <a:lnTo>
                  <a:pt x="6195255" y="380651"/>
                </a:lnTo>
                <a:cubicBezTo>
                  <a:pt x="5677600" y="2559611"/>
                  <a:pt x="5966601" y="4758249"/>
                  <a:pt x="6880029" y="6647018"/>
                </a:cubicBezTo>
                <a:lnTo>
                  <a:pt x="6988280" y="6858000"/>
                </a:lnTo>
                <a:lnTo>
                  <a:pt x="0" y="6858000"/>
                </a:lnTo>
                <a:close/>
              </a:path>
            </a:pathLst>
          </a:custGeom>
        </p:spPr>
      </p:pic>
      <p:sp>
        <p:nvSpPr>
          <p:cNvPr id="10" name="Freeform: Shape 9">
            <a:extLst>
              <a:ext uri="{FF2B5EF4-FFF2-40B4-BE49-F238E27FC236}">
                <a16:creationId xmlns:a16="http://schemas.microsoft.com/office/drawing/2014/main" id="{5FDF4720-5445-47BE-89FE-E40D1AE6F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11927" y="-1"/>
            <a:ext cx="6480073" cy="6858002"/>
          </a:xfrm>
          <a:custGeom>
            <a:avLst/>
            <a:gdLst>
              <a:gd name="connsiteX0" fmla="*/ 6130244 w 6480073"/>
              <a:gd name="connsiteY0" fmla="*/ 0 h 6858002"/>
              <a:gd name="connsiteX1" fmla="*/ 6212951 w 6480073"/>
              <a:gd name="connsiteY1" fmla="*/ 314584 h 6858002"/>
              <a:gd name="connsiteX2" fmla="*/ 5540779 w 6480073"/>
              <a:gd name="connsiteY2" fmla="*/ 6756649 h 6858002"/>
              <a:gd name="connsiteX3" fmla="*/ 5489971 w 6480073"/>
              <a:gd name="connsiteY3" fmla="*/ 6858002 h 6858002"/>
              <a:gd name="connsiteX4" fmla="*/ 0 w 6480073"/>
              <a:gd name="connsiteY4" fmla="*/ 6858002 h 6858002"/>
              <a:gd name="connsiteX5" fmla="*/ 0 w 6480073"/>
              <a:gd name="connsiteY5"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0073" h="6858002">
                <a:moveTo>
                  <a:pt x="6130244" y="0"/>
                </a:moveTo>
                <a:lnTo>
                  <a:pt x="6212951" y="314584"/>
                </a:lnTo>
                <a:cubicBezTo>
                  <a:pt x="6745828" y="2551616"/>
                  <a:pt x="6460994" y="4808873"/>
                  <a:pt x="5540779" y="6756649"/>
                </a:cubicBezTo>
                <a:lnTo>
                  <a:pt x="5489971" y="6858002"/>
                </a:lnTo>
                <a:lnTo>
                  <a:pt x="0" y="6858002"/>
                </a:lnTo>
                <a:lnTo>
                  <a:pt x="0"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Freeform: Shape 11">
            <a:extLst>
              <a:ext uri="{FF2B5EF4-FFF2-40B4-BE49-F238E27FC236}">
                <a16:creationId xmlns:a16="http://schemas.microsoft.com/office/drawing/2014/main" id="{AC8710B4-A815-4082-9E4F-F13A00070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2784" y="0"/>
            <a:ext cx="6249216" cy="6858001"/>
          </a:xfrm>
          <a:custGeom>
            <a:avLst/>
            <a:gdLst>
              <a:gd name="connsiteX0" fmla="*/ 0 w 6249216"/>
              <a:gd name="connsiteY0" fmla="*/ 0 h 6858001"/>
              <a:gd name="connsiteX1" fmla="*/ 5893742 w 6249216"/>
              <a:gd name="connsiteY1" fmla="*/ 1 h 6858001"/>
              <a:gd name="connsiteX2" fmla="*/ 5993697 w 6249216"/>
              <a:gd name="connsiteY2" fmla="*/ 380651 h 6858001"/>
              <a:gd name="connsiteX3" fmla="*/ 5308924 w 6249216"/>
              <a:gd name="connsiteY3" fmla="*/ 6647018 h 6858001"/>
              <a:gd name="connsiteX4" fmla="*/ 5200672 w 6249216"/>
              <a:gd name="connsiteY4" fmla="*/ 6858001 h 6858001"/>
              <a:gd name="connsiteX5" fmla="*/ 1 w 6249216"/>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9216" h="6858001">
                <a:moveTo>
                  <a:pt x="0" y="0"/>
                </a:moveTo>
                <a:lnTo>
                  <a:pt x="5893742" y="1"/>
                </a:lnTo>
                <a:lnTo>
                  <a:pt x="5993697" y="380651"/>
                </a:lnTo>
                <a:cubicBezTo>
                  <a:pt x="6511353" y="2559611"/>
                  <a:pt x="6222352" y="4758249"/>
                  <a:pt x="5308924" y="6647018"/>
                </a:cubicBezTo>
                <a:lnTo>
                  <a:pt x="5200672" y="6858001"/>
                </a:lnTo>
                <a:lnTo>
                  <a:pt x="1" y="685800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82EE011-7FF4-49C6-A9CD-1C2BF155F2B9}"/>
              </a:ext>
            </a:extLst>
          </p:cNvPr>
          <p:cNvSpPr>
            <a:spLocks noGrp="1"/>
          </p:cNvSpPr>
          <p:nvPr>
            <p:ph type="title"/>
          </p:nvPr>
        </p:nvSpPr>
        <p:spPr>
          <a:xfrm>
            <a:off x="6801436" y="1396289"/>
            <a:ext cx="4819952" cy="1325563"/>
          </a:xfrm>
        </p:spPr>
        <p:txBody>
          <a:bodyPr>
            <a:normAutofit/>
          </a:bodyPr>
          <a:lstStyle/>
          <a:p>
            <a:r>
              <a:rPr lang="en-IN" dirty="0"/>
              <a:t>Example</a:t>
            </a:r>
          </a:p>
        </p:txBody>
      </p:sp>
      <p:sp>
        <p:nvSpPr>
          <p:cNvPr id="3" name="Content Placeholder 2">
            <a:extLst>
              <a:ext uri="{FF2B5EF4-FFF2-40B4-BE49-F238E27FC236}">
                <a16:creationId xmlns:a16="http://schemas.microsoft.com/office/drawing/2014/main" id="{393AFD02-313C-4345-B25C-68BCD2589107}"/>
              </a:ext>
            </a:extLst>
          </p:cNvPr>
          <p:cNvSpPr>
            <a:spLocks noGrp="1"/>
          </p:cNvSpPr>
          <p:nvPr>
            <p:ph idx="1"/>
          </p:nvPr>
        </p:nvSpPr>
        <p:spPr>
          <a:xfrm>
            <a:off x="6801435" y="2871982"/>
            <a:ext cx="4819951" cy="3181684"/>
          </a:xfrm>
        </p:spPr>
        <p:txBody>
          <a:bodyPr anchor="t">
            <a:normAutofit/>
          </a:bodyPr>
          <a:lstStyle/>
          <a:p>
            <a:pPr marL="0" indent="0" algn="just">
              <a:buNone/>
            </a:pPr>
            <a:r>
              <a:rPr lang="en-IN" sz="3600" dirty="0"/>
              <a:t>This shift manager “Manages” all parts of the “System” so that restaurant meets its daily sales goals.</a:t>
            </a:r>
          </a:p>
          <a:p>
            <a:pPr algn="just"/>
            <a:endParaRPr lang="en-IN" sz="3600" dirty="0"/>
          </a:p>
        </p:txBody>
      </p:sp>
    </p:spTree>
    <p:extLst>
      <p:ext uri="{BB962C8B-B14F-4D97-AF65-F5344CB8AC3E}">
        <p14:creationId xmlns:p14="http://schemas.microsoft.com/office/powerpoint/2010/main" val="688785535"/>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F8B58-02D8-4FEF-BBD0-E398CBEEB949}"/>
              </a:ext>
            </a:extLst>
          </p:cNvPr>
          <p:cNvSpPr>
            <a:spLocks noGrp="1"/>
          </p:cNvSpPr>
          <p:nvPr>
            <p:ph type="title"/>
          </p:nvPr>
        </p:nvSpPr>
        <p:spPr>
          <a:xfrm>
            <a:off x="635000" y="640823"/>
            <a:ext cx="3418659" cy="5583148"/>
          </a:xfrm>
        </p:spPr>
        <p:txBody>
          <a:bodyPr anchor="ctr">
            <a:normAutofit/>
          </a:bodyPr>
          <a:lstStyle/>
          <a:p>
            <a:r>
              <a:rPr lang="en-US" sz="5400"/>
              <a:t>Hawthorne Study</a:t>
            </a:r>
            <a:br>
              <a:rPr lang="en-US" sz="5400"/>
            </a:br>
            <a:endParaRPr lang="en-IN"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B9BE3F4-85BC-AD01-7042-8951CC6B9EA7}"/>
              </a:ext>
            </a:extLst>
          </p:cNvPr>
          <p:cNvGraphicFramePr>
            <a:graphicFrameLocks noGrp="1"/>
          </p:cNvGraphicFramePr>
          <p:nvPr>
            <p:ph idx="1"/>
            <p:extLst>
              <p:ext uri="{D42A27DB-BD31-4B8C-83A1-F6EECF244321}">
                <p14:modId xmlns:p14="http://schemas.microsoft.com/office/powerpoint/2010/main" val="608488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6856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1318</Words>
  <Application>Microsoft Macintosh PowerPoint</Application>
  <PresentationFormat>Widescreen</PresentationFormat>
  <Paragraphs>189</Paragraphs>
  <Slides>52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Arial</vt:lpstr>
      <vt:lpstr>Calibri</vt:lpstr>
      <vt:lpstr>Calibri Light</vt:lpstr>
      <vt:lpstr>Wingdings</vt:lpstr>
      <vt:lpstr>Office Theme</vt:lpstr>
      <vt:lpstr>EVOLUTION OF MANAGEMENT THOUGHT</vt:lpstr>
      <vt:lpstr>Classical Approach</vt:lpstr>
      <vt:lpstr>Contributors</vt:lpstr>
      <vt:lpstr>Theories under Classical Approach</vt:lpstr>
      <vt:lpstr>I. Scientific Management</vt:lpstr>
      <vt:lpstr>Principles of Scientific Management</vt:lpstr>
      <vt:lpstr>How today’s Managers use Scientific Management???</vt:lpstr>
      <vt:lpstr>Application </vt:lpstr>
      <vt:lpstr>PowerPoint Presentation</vt:lpstr>
      <vt:lpstr>PowerPoint Presentation</vt:lpstr>
      <vt:lpstr>II. General Administrative </vt:lpstr>
      <vt:lpstr>14 Principles of Management</vt:lpstr>
      <vt:lpstr>1. Division of Work</vt:lpstr>
      <vt:lpstr>2. Authority and Responsibility</vt:lpstr>
      <vt:lpstr>3.Discipline</vt:lpstr>
      <vt:lpstr>4. Unity of Command</vt:lpstr>
      <vt:lpstr>5. Unity of Direction</vt:lpstr>
      <vt:lpstr>6. Subordination of Individual Interests to the general interest</vt:lpstr>
      <vt:lpstr>7. Remuneration</vt:lpstr>
      <vt:lpstr>8. Centralization</vt:lpstr>
      <vt:lpstr>9. Scalar Chain</vt:lpstr>
      <vt:lpstr>10. Order</vt:lpstr>
      <vt:lpstr>11. Equity</vt:lpstr>
      <vt:lpstr>12. Stability of tenure of personnel</vt:lpstr>
      <vt:lpstr>13. Initiative</vt:lpstr>
      <vt:lpstr>14. Esprit de Corps</vt:lpstr>
      <vt:lpstr>III. Bureaucratic Organization</vt:lpstr>
      <vt:lpstr>Characteristics of Weber’s Bureaucracy </vt:lpstr>
      <vt:lpstr>EXPERENTIAL EXERCISE</vt:lpstr>
      <vt:lpstr>Exercise</vt:lpstr>
      <vt:lpstr>Scoring</vt:lpstr>
      <vt:lpstr>Interpretation</vt:lpstr>
      <vt:lpstr>Neo-Classical Approach</vt:lpstr>
      <vt:lpstr>Contributor</vt:lpstr>
      <vt:lpstr>Hawthorne Study</vt:lpstr>
      <vt:lpstr>Hawthorne Study</vt:lpstr>
      <vt:lpstr>4 Phases of Hawthorne Experiment</vt:lpstr>
      <vt:lpstr>Hawthorne Study Conclusion</vt:lpstr>
      <vt:lpstr>Modern Management Thoughts</vt:lpstr>
      <vt:lpstr>1. Contingency Approach</vt:lpstr>
      <vt:lpstr>Contingency Approach</vt:lpstr>
      <vt:lpstr>In Simple words</vt:lpstr>
      <vt:lpstr>Contingency Variables</vt:lpstr>
      <vt:lpstr>Application  of Contingency Theory</vt:lpstr>
      <vt:lpstr>2. System Approach</vt:lpstr>
      <vt:lpstr>Elements of System Approach</vt:lpstr>
      <vt:lpstr>Elements of System Approach</vt:lpstr>
      <vt:lpstr>Classification of Systems</vt:lpstr>
      <vt:lpstr>EXAMPLE</vt:lpstr>
      <vt:lpstr>Example</vt:lpstr>
      <vt:lpstr>Example</vt:lpstr>
      <vt:lpstr>Hawthorne Study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 OF MANAGEMENT THOUGHT</dc:title>
  <dc:creator>video recording2</dc:creator>
  <cp:lastModifiedBy>Jaskiran Kaur</cp:lastModifiedBy>
  <cp:revision>19</cp:revision>
  <dcterms:created xsi:type="dcterms:W3CDTF">2022-08-02T05:23:46Z</dcterms:created>
  <dcterms:modified xsi:type="dcterms:W3CDTF">2022-08-10T06:05:39Z</dcterms:modified>
</cp:coreProperties>
</file>