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1" r:id="rId2"/>
    <p:sldId id="280" r:id="rId3"/>
    <p:sldId id="27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5872"/>
  </p:normalViewPr>
  <p:slideViewPr>
    <p:cSldViewPr snapToGrid="0">
      <p:cViewPr varScale="1">
        <p:scale>
          <a:sx n="113" d="100"/>
          <a:sy n="113" d="100"/>
        </p:scale>
        <p:origin x="5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19594-EFF0-6222-34B4-73A86483C0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21E9D7-42E9-23A4-CB8A-9D0FADADB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B38C05-5A58-33A9-2DB4-E64FFC8D3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15116-3E13-DE4F-A91D-5DE7C7C7C1D6}" type="datetimeFigureOut">
              <a:rPr lang="en-US" smtClean="0"/>
              <a:t>8/8/22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632928-FF0A-CB0B-124B-059D48F19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D370E0-6E7E-71C3-0A68-97666750E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1C19F-C53F-3F4E-B2AB-1A69C59AB4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513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C4CA8-332C-103F-27D1-A6C1BE25D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E9719-7090-EE35-8A67-CE338B6048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B3CD42-0D3E-422E-9CA7-AAD1958DF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15116-3E13-DE4F-A91D-5DE7C7C7C1D6}" type="datetimeFigureOut">
              <a:rPr lang="en-US" smtClean="0"/>
              <a:t>8/8/22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FACD0C-BE8C-C225-D564-4888BA49B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1194C7-A062-D12E-7A00-3AB7CAD1A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1C19F-C53F-3F4E-B2AB-1A69C59AB4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967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847AA-DB59-98B4-9700-F8E9CBE2E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BE3732-238B-0A89-FF3B-23D0D4EDE4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6CBF3-B752-5465-AA42-882622F2D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15116-3E13-DE4F-A91D-5DE7C7C7C1D6}" type="datetimeFigureOut">
              <a:rPr lang="en-US" smtClean="0"/>
              <a:t>8/8/22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396CC6-5BDA-AA5F-EA35-9705BAA7D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987A9B-37B0-8D8B-4F66-FF12BD098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1C19F-C53F-3F4E-B2AB-1A69C59AB4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836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1B211-A235-88A0-012E-2E4755150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822B1-BD4B-1DBF-00FD-A2B77F4279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60207C-917C-4F57-7756-CED260E993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1E57CD-0162-D905-2696-2606FC432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15116-3E13-DE4F-A91D-5DE7C7C7C1D6}" type="datetimeFigureOut">
              <a:rPr lang="en-US" smtClean="0"/>
              <a:t>8/8/22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40B119-F547-E7B7-E879-CAE0C6C2B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EC0816-5B39-0939-0702-497D6A22F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1C19F-C53F-3F4E-B2AB-1A69C59AB4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880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6B295-BAAC-6857-7B7F-5CBA12480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C4B68E-84B8-CE8C-F89A-CE02211C13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4A15F3-3F8A-49F3-04B6-4FE9B1D3DF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68EC2D-2F70-1787-9BD5-892EAD0140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5999EC-95FD-EFD6-F6F2-D1C0848192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F5D96C-8851-B9C0-D7A7-157F37E3F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15116-3E13-DE4F-A91D-5DE7C7C7C1D6}" type="datetimeFigureOut">
              <a:rPr lang="en-US" smtClean="0"/>
              <a:t>8/8/22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92B0FE-AF87-0692-02CC-D5CE9B61B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3E8B2B-CB2A-FC9D-2791-17160907D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1C19F-C53F-3F4E-B2AB-1A69C59AB4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795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C5358-2300-578C-25D3-C9E2A7BB8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BE64F3-8239-C5C0-8FAA-9F417686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15116-3E13-DE4F-A91D-5DE7C7C7C1D6}" type="datetimeFigureOut">
              <a:rPr lang="en-US" smtClean="0"/>
              <a:t>8/8/22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73D1D6-70EE-9812-61EB-21867B159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AB9766-F0E1-8B01-FA22-A8A51077C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1C19F-C53F-3F4E-B2AB-1A69C59AB4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96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08B16E-B4CD-4DB0-8739-81E93B9CE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15116-3E13-DE4F-A91D-5DE7C7C7C1D6}" type="datetimeFigureOut">
              <a:rPr lang="en-US" smtClean="0"/>
              <a:t>8/8/22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C93F29-7034-829C-79CB-29592A2C4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996BAD-B1D2-EABE-CE83-763478C15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1C19F-C53F-3F4E-B2AB-1A69C59AB4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137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503A6-4B84-7A08-B725-B99C450AA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17446-DA0F-D759-1253-457F6B87B0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FD4DDC-17B9-66C4-7C62-B4E1A5A29D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9640C6-FA3B-A01D-A855-E376B2788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15116-3E13-DE4F-A91D-5DE7C7C7C1D6}" type="datetimeFigureOut">
              <a:rPr lang="en-US" smtClean="0"/>
              <a:t>8/8/22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F2677C-5926-ECB3-2E50-E8AC07CDB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557836-FA83-2EEA-4B83-16D81219B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1C19F-C53F-3F4E-B2AB-1A69C59AB4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498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D3602-C91F-B99C-C7B2-9BD891FA0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596E7A-45AC-E91E-5C6F-56775E4713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79D79F-B209-A2D1-6AF6-316808A7B9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C813A0-F9C4-8C76-216B-9E28A4723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15116-3E13-DE4F-A91D-5DE7C7C7C1D6}" type="datetimeFigureOut">
              <a:rPr lang="en-US" smtClean="0"/>
              <a:t>8/8/22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4471F0-CE3E-1F73-84FB-35D369EAB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357964-BEF8-FE35-921A-EC8472ECB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1C19F-C53F-3F4E-B2AB-1A69C59AB4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583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C98C0-720E-7E9C-B43B-5757F714C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8E91A4-764E-F098-4A00-3364E6D975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A2C79C-0180-495A-D6C7-75644F977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15116-3E13-DE4F-A91D-5DE7C7C7C1D6}" type="datetimeFigureOut">
              <a:rPr lang="en-US" smtClean="0"/>
              <a:t>8/8/22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80D9F4-3C79-E8B4-166D-287F1B21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B4AE1-B19F-51BE-E617-606E93916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1C19F-C53F-3F4E-B2AB-1A69C59AB4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999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8483B5-51A1-C6CB-4771-60D97FE042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E3E973-3099-8782-B850-DA9456DA6B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D1383B-6F43-780A-7BA0-29EDABEFE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15116-3E13-DE4F-A91D-5DE7C7C7C1D6}" type="datetimeFigureOut">
              <a:rPr lang="en-US" smtClean="0"/>
              <a:t>8/8/22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E30C58-B836-F24D-A307-0AA407BA0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DD993-3C41-53DA-9C1E-6E30BBEB9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1C19F-C53F-3F4E-B2AB-1A69C59AB4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330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97FE08-5F92-142B-1DB1-4978E7772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0DC256-D5B0-857C-D9B8-D4651B68D7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FE03BB-D31C-C85E-1EE7-2049C034CE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915116-3E13-DE4F-A91D-5DE7C7C7C1D6}" type="datetimeFigureOut">
              <a:rPr lang="en-US" smtClean="0"/>
              <a:t>8/8/22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B99602-D45D-AD10-F6F1-896C561BF8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416534-950A-6E8A-5B4B-65A3B9ACB6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D1C19F-C53F-3F4E-B2AB-1A69C59AB4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362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extrahop.com/8.9/eh-cloud-services/#connect-to-extrahop-cloud-services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964D8-351E-15F9-1559-BFF8CFD80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0"/>
            <a:ext cx="8229600" cy="1143000"/>
          </a:xfrm>
        </p:spPr>
        <p:txBody>
          <a:bodyPr/>
          <a:lstStyle/>
          <a:p>
            <a:r>
              <a:rPr lang="en-US" b="1" dirty="0"/>
              <a:t>Charts</a:t>
            </a:r>
            <a:r>
              <a:rPr lang="en-IN" b="1" dirty="0"/>
              <a:t> </a:t>
            </a:r>
            <a:r>
              <a:rPr lang="en-IN" sz="2000" b="1" dirty="0"/>
              <a:t>(descriptive)</a:t>
            </a:r>
            <a:endParaRPr lang="en-US" sz="2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CCD67-D606-5CE1-E0AE-580C63BCED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1504" y="908721"/>
            <a:ext cx="8856984" cy="4525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3600" b="1" dirty="0"/>
              <a:t>Area chart</a:t>
            </a:r>
            <a:endParaRPr lang="en-IN" sz="2400" b="1" dirty="0"/>
          </a:p>
          <a:p>
            <a:pPr marL="0" indent="0" algn="just">
              <a:buNone/>
            </a:pPr>
            <a:r>
              <a:rPr lang="en-IN" sz="2000" dirty="0"/>
              <a:t>Metric data is displayed as data points over time connected by a line, with the area between the line and the x-axis filled in with </a:t>
            </a:r>
            <a:r>
              <a:rPr lang="en-IN" sz="2000" dirty="0" err="1"/>
              <a:t>color</a:t>
            </a:r>
            <a:r>
              <a:rPr lang="en-IN" sz="2000" dirty="0"/>
              <a:t>. If your chart contains more than one metric, data for each metric is displayed as an individual line, or a series. Each series is stacked together to illustrate the cumulative value of the data.</a:t>
            </a: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627E03-CEAD-BB23-7D3B-C6E99D9A52E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01" t="65121" r="31888" b="17239"/>
          <a:stretch/>
        </p:blipFill>
        <p:spPr>
          <a:xfrm>
            <a:off x="1543109" y="2817069"/>
            <a:ext cx="8365920" cy="21295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6E15531-5036-10F1-1286-453E6F7DC554}"/>
              </a:ext>
            </a:extLst>
          </p:cNvPr>
          <p:cNvSpPr txBox="1"/>
          <p:nvPr/>
        </p:nvSpPr>
        <p:spPr>
          <a:xfrm>
            <a:off x="1722440" y="4478409"/>
            <a:ext cx="84969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-This chart supports detection markers , which indicate detections associated</a:t>
            </a:r>
          </a:p>
          <a:p>
            <a:r>
              <a:rPr lang="en-IN" dirty="0"/>
              <a:t> with chart data. </a:t>
            </a:r>
          </a:p>
          <a:p>
            <a:endParaRPr lang="en-IN" dirty="0"/>
          </a:p>
          <a:p>
            <a:r>
              <a:rPr lang="en-IN" dirty="0"/>
              <a:t>-Machine learning detections require a connection to </a:t>
            </a:r>
            <a:r>
              <a:rPr lang="en-IN" dirty="0" err="1"/>
              <a:t>ExtraHop</a:t>
            </a:r>
            <a:r>
              <a:rPr lang="en-IN" dirty="0"/>
              <a:t> Cloud Services .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45AB50-8DA8-A9C7-306A-C8F90C791435}"/>
              </a:ext>
            </a:extLst>
          </p:cNvPr>
          <p:cNvSpPr txBox="1"/>
          <p:nvPr/>
        </p:nvSpPr>
        <p:spPr>
          <a:xfrm>
            <a:off x="1919536" y="5949281"/>
            <a:ext cx="73448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Depth to </a:t>
            </a:r>
            <a:r>
              <a:rPr lang="en-IN" b="1" dirty="0" err="1"/>
              <a:t>ExtraHop</a:t>
            </a:r>
            <a:r>
              <a:rPr lang="en-IN" b="1" dirty="0"/>
              <a:t> :</a:t>
            </a:r>
            <a:endParaRPr lang="en-US" b="1" dirty="0"/>
          </a:p>
          <a:p>
            <a:r>
              <a:rPr lang="en-US" dirty="0">
                <a:hlinkClick r:id="rId3"/>
              </a:rPr>
              <a:t>https://docs.extrahop.com/8.9/eh-cloud-services/#connect-to-extrahop-cloud-services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3883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F1164-7919-7F13-4EA7-29FF25F1B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1504" y="20016"/>
            <a:ext cx="8229600" cy="1143000"/>
          </a:xfrm>
        </p:spPr>
        <p:txBody>
          <a:bodyPr/>
          <a:lstStyle/>
          <a:p>
            <a:pPr algn="l"/>
            <a:r>
              <a:rPr lang="en-IN" b="1" dirty="0"/>
              <a:t>Box Plot chart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653F9-B150-F83A-D0F1-65483D1797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5520" y="1167734"/>
            <a:ext cx="8496944" cy="5670250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A box plot is a chart that summarizes data by dividing it into four parts (quartiles). </a:t>
            </a:r>
          </a:p>
          <a:p>
            <a:pPr marL="0" indent="0">
              <a:buNone/>
            </a:pPr>
            <a:r>
              <a:rPr lang="en-IN" dirty="0"/>
              <a:t> Box plot shows the spread (range) and median (middle) of the data.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3A5890-26D3-DA13-5260-825C4192A09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26" t="47480" r="29525" b="34880"/>
          <a:stretch/>
        </p:blipFill>
        <p:spPr>
          <a:xfrm>
            <a:off x="2536805" y="3789040"/>
            <a:ext cx="7061697" cy="1901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253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6AA74-444A-AE4F-D85D-EC8FA7CF0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5520" y="548681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Bar chart </a:t>
            </a:r>
          </a:p>
          <a:p>
            <a:pPr marL="0" indent="0">
              <a:buNone/>
            </a:pPr>
            <a:r>
              <a:rPr lang="en-IN" dirty="0"/>
              <a:t>The total value of metric data is displayed as horizontal bars. Select the bar chart when you want to compare the data for more than one metric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954E05-1B08-8858-8CAC-E87B14B3CAC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575" t="45104" r="28738" b="33471"/>
          <a:stretch/>
        </p:blipFill>
        <p:spPr>
          <a:xfrm rot="5400000">
            <a:off x="4324224" y="3094243"/>
            <a:ext cx="3759576" cy="324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3526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186</Words>
  <Application>Microsoft Macintosh PowerPoint</Application>
  <PresentationFormat>Widescreen</PresentationFormat>
  <Paragraphs>14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Charts (descriptive)</vt:lpstr>
      <vt:lpstr>Box Plot chart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Charts (descriptive)</dc:title>
  <dc:creator>cosmosscripto@gmail.com</dc:creator>
  <cp:lastModifiedBy>cosmosscripto@gmail.com</cp:lastModifiedBy>
  <cp:revision>1</cp:revision>
  <dcterms:created xsi:type="dcterms:W3CDTF">2022-08-07T19:15:15Z</dcterms:created>
  <dcterms:modified xsi:type="dcterms:W3CDTF">2022-08-07T19:15:59Z</dcterms:modified>
</cp:coreProperties>
</file>