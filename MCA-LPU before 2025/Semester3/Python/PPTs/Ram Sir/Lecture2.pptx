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67" r:id="rId109"/>
    <p:sldId id="368" r:id="rId110"/>
    <p:sldId id="369" r:id="rId111"/>
    <p:sldId id="370" r:id="rId112"/>
    <p:sldId id="371" r:id="rId113"/>
    <p:sldId id="372" r:id="rId114"/>
    <p:sldId id="373" r:id="rId115"/>
    <p:sldId id="374" r:id="rId116"/>
    <p:sldId id="375" r:id="rId117"/>
    <p:sldId id="376" r:id="rId118"/>
    <p:sldId id="377" r:id="rId119"/>
    <p:sldId id="378" r:id="rId120"/>
    <p:sldId id="379" r:id="rId121"/>
    <p:sldId id="393" r:id="rId12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3141" y="362839"/>
            <a:ext cx="835771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0132" y="362839"/>
            <a:ext cx="652373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7616" y="1653667"/>
            <a:ext cx="6452234" cy="274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41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4" Type="http://schemas.openxmlformats.org/officeDocument/2006/relationships/image" Target="../media/image46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43" Type="http://schemas.openxmlformats.org/officeDocument/2006/relationships/image" Target="../media/image4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52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image" Target="../media/image52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3" Type="http://schemas.openxmlformats.org/officeDocument/2006/relationships/image" Target="../media/image117.png"/><Relationship Id="rId21" Type="http://schemas.openxmlformats.org/officeDocument/2006/relationships/image" Target="../media/image135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" Type="http://schemas.openxmlformats.org/officeDocument/2006/relationships/image" Target="../media/image116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10" Type="http://schemas.openxmlformats.org/officeDocument/2006/relationships/image" Target="../media/image124.png"/><Relationship Id="rId19" Type="http://schemas.openxmlformats.org/officeDocument/2006/relationships/image" Target="../media/image133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Relationship Id="rId22" Type="http://schemas.openxmlformats.org/officeDocument/2006/relationships/image" Target="../media/image1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59.png"/><Relationship Id="rId3" Type="http://schemas.openxmlformats.org/officeDocument/2006/relationships/image" Target="../media/image99.png"/><Relationship Id="rId21" Type="http://schemas.openxmlformats.org/officeDocument/2006/relationships/image" Target="../media/image106.png"/><Relationship Id="rId7" Type="http://schemas.openxmlformats.org/officeDocument/2006/relationships/image" Target="../media/image143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58.png"/><Relationship Id="rId33" Type="http://schemas.openxmlformats.org/officeDocument/2006/relationships/image" Target="../media/image166.png"/><Relationship Id="rId2" Type="http://schemas.openxmlformats.org/officeDocument/2006/relationships/image" Target="../media/image98.png"/><Relationship Id="rId16" Type="http://schemas.openxmlformats.org/officeDocument/2006/relationships/image" Target="../media/image151.png"/><Relationship Id="rId20" Type="http://schemas.openxmlformats.org/officeDocument/2006/relationships/image" Target="../media/image154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46.png"/><Relationship Id="rId24" Type="http://schemas.openxmlformats.org/officeDocument/2006/relationships/image" Target="../media/image157.png"/><Relationship Id="rId32" Type="http://schemas.openxmlformats.org/officeDocument/2006/relationships/image" Target="../media/image165.png"/><Relationship Id="rId5" Type="http://schemas.openxmlformats.org/officeDocument/2006/relationships/image" Target="../media/image141.png"/><Relationship Id="rId15" Type="http://schemas.openxmlformats.org/officeDocument/2006/relationships/image" Target="../media/image150.png"/><Relationship Id="rId23" Type="http://schemas.openxmlformats.org/officeDocument/2006/relationships/image" Target="../media/image156.png"/><Relationship Id="rId28" Type="http://schemas.openxmlformats.org/officeDocument/2006/relationships/image" Target="../media/image161.png"/><Relationship Id="rId10" Type="http://schemas.openxmlformats.org/officeDocument/2006/relationships/image" Target="../media/image145.png"/><Relationship Id="rId19" Type="http://schemas.openxmlformats.org/officeDocument/2006/relationships/image" Target="../media/image114.png"/><Relationship Id="rId31" Type="http://schemas.openxmlformats.org/officeDocument/2006/relationships/image" Target="../media/image164.png"/><Relationship Id="rId4" Type="http://schemas.openxmlformats.org/officeDocument/2006/relationships/image" Target="../media/image140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18" Type="http://schemas.openxmlformats.org/officeDocument/2006/relationships/image" Target="../media/image184.png"/><Relationship Id="rId26" Type="http://schemas.openxmlformats.org/officeDocument/2006/relationships/image" Target="../media/image192.png"/><Relationship Id="rId3" Type="http://schemas.openxmlformats.org/officeDocument/2006/relationships/image" Target="../media/image169.png"/><Relationship Id="rId21" Type="http://schemas.openxmlformats.org/officeDocument/2006/relationships/image" Target="../media/image187.png"/><Relationship Id="rId34" Type="http://schemas.openxmlformats.org/officeDocument/2006/relationships/image" Target="../media/image200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5" Type="http://schemas.openxmlformats.org/officeDocument/2006/relationships/image" Target="../media/image191.png"/><Relationship Id="rId33" Type="http://schemas.openxmlformats.org/officeDocument/2006/relationships/image" Target="../media/image199.png"/><Relationship Id="rId2" Type="http://schemas.openxmlformats.org/officeDocument/2006/relationships/image" Target="../media/image168.png"/><Relationship Id="rId16" Type="http://schemas.openxmlformats.org/officeDocument/2006/relationships/image" Target="../media/image182.png"/><Relationship Id="rId20" Type="http://schemas.openxmlformats.org/officeDocument/2006/relationships/image" Target="../media/image186.png"/><Relationship Id="rId29" Type="http://schemas.openxmlformats.org/officeDocument/2006/relationships/image" Target="../media/image1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24" Type="http://schemas.openxmlformats.org/officeDocument/2006/relationships/image" Target="../media/image190.png"/><Relationship Id="rId32" Type="http://schemas.openxmlformats.org/officeDocument/2006/relationships/image" Target="../media/image198.png"/><Relationship Id="rId37" Type="http://schemas.openxmlformats.org/officeDocument/2006/relationships/image" Target="../media/image203.png"/><Relationship Id="rId5" Type="http://schemas.openxmlformats.org/officeDocument/2006/relationships/image" Target="../media/image171.png"/><Relationship Id="rId15" Type="http://schemas.openxmlformats.org/officeDocument/2006/relationships/image" Target="../media/image181.png"/><Relationship Id="rId23" Type="http://schemas.openxmlformats.org/officeDocument/2006/relationships/image" Target="../media/image189.png"/><Relationship Id="rId28" Type="http://schemas.openxmlformats.org/officeDocument/2006/relationships/image" Target="../media/image194.png"/><Relationship Id="rId36" Type="http://schemas.openxmlformats.org/officeDocument/2006/relationships/image" Target="../media/image202.png"/><Relationship Id="rId10" Type="http://schemas.openxmlformats.org/officeDocument/2006/relationships/image" Target="../media/image176.png"/><Relationship Id="rId19" Type="http://schemas.openxmlformats.org/officeDocument/2006/relationships/image" Target="../media/image185.png"/><Relationship Id="rId31" Type="http://schemas.openxmlformats.org/officeDocument/2006/relationships/image" Target="../media/image197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Relationship Id="rId22" Type="http://schemas.openxmlformats.org/officeDocument/2006/relationships/image" Target="../media/image188.png"/><Relationship Id="rId27" Type="http://schemas.openxmlformats.org/officeDocument/2006/relationships/image" Target="../media/image193.png"/><Relationship Id="rId30" Type="http://schemas.openxmlformats.org/officeDocument/2006/relationships/image" Target="../media/image196.png"/><Relationship Id="rId35" Type="http://schemas.openxmlformats.org/officeDocument/2006/relationships/image" Target="../media/image20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4.png"/><Relationship Id="rId18" Type="http://schemas.openxmlformats.org/officeDocument/2006/relationships/image" Target="../media/image219.png"/><Relationship Id="rId26" Type="http://schemas.openxmlformats.org/officeDocument/2006/relationships/image" Target="../media/image227.png"/><Relationship Id="rId3" Type="http://schemas.openxmlformats.org/officeDocument/2006/relationships/image" Target="../media/image204.png"/><Relationship Id="rId21" Type="http://schemas.openxmlformats.org/officeDocument/2006/relationships/image" Target="../media/image222.png"/><Relationship Id="rId34" Type="http://schemas.openxmlformats.org/officeDocument/2006/relationships/image" Target="../media/image235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17" Type="http://schemas.openxmlformats.org/officeDocument/2006/relationships/image" Target="../media/image218.png"/><Relationship Id="rId25" Type="http://schemas.openxmlformats.org/officeDocument/2006/relationships/image" Target="../media/image226.png"/><Relationship Id="rId33" Type="http://schemas.openxmlformats.org/officeDocument/2006/relationships/image" Target="../media/image234.png"/><Relationship Id="rId2" Type="http://schemas.openxmlformats.org/officeDocument/2006/relationships/image" Target="../media/image168.png"/><Relationship Id="rId16" Type="http://schemas.openxmlformats.org/officeDocument/2006/relationships/image" Target="../media/image217.png"/><Relationship Id="rId20" Type="http://schemas.openxmlformats.org/officeDocument/2006/relationships/image" Target="../media/image221.png"/><Relationship Id="rId29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24" Type="http://schemas.openxmlformats.org/officeDocument/2006/relationships/image" Target="../media/image225.png"/><Relationship Id="rId32" Type="http://schemas.openxmlformats.org/officeDocument/2006/relationships/image" Target="../media/image233.png"/><Relationship Id="rId5" Type="http://schemas.openxmlformats.org/officeDocument/2006/relationships/image" Target="../media/image206.png"/><Relationship Id="rId15" Type="http://schemas.openxmlformats.org/officeDocument/2006/relationships/image" Target="../media/image216.png"/><Relationship Id="rId23" Type="http://schemas.openxmlformats.org/officeDocument/2006/relationships/image" Target="../media/image224.png"/><Relationship Id="rId28" Type="http://schemas.openxmlformats.org/officeDocument/2006/relationships/image" Target="../media/image229.png"/><Relationship Id="rId36" Type="http://schemas.openxmlformats.org/officeDocument/2006/relationships/image" Target="../media/image237.png"/><Relationship Id="rId10" Type="http://schemas.openxmlformats.org/officeDocument/2006/relationships/image" Target="../media/image211.png"/><Relationship Id="rId19" Type="http://schemas.openxmlformats.org/officeDocument/2006/relationships/image" Target="../media/image220.png"/><Relationship Id="rId31" Type="http://schemas.openxmlformats.org/officeDocument/2006/relationships/image" Target="../media/image232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Relationship Id="rId22" Type="http://schemas.openxmlformats.org/officeDocument/2006/relationships/image" Target="../media/image223.png"/><Relationship Id="rId27" Type="http://schemas.openxmlformats.org/officeDocument/2006/relationships/image" Target="../media/image228.png"/><Relationship Id="rId30" Type="http://schemas.openxmlformats.org/officeDocument/2006/relationships/image" Target="../media/image231.png"/><Relationship Id="rId35" Type="http://schemas.openxmlformats.org/officeDocument/2006/relationships/image" Target="../media/image2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1.png"/><Relationship Id="rId18" Type="http://schemas.openxmlformats.org/officeDocument/2006/relationships/image" Target="../media/image256.png"/><Relationship Id="rId26" Type="http://schemas.openxmlformats.org/officeDocument/2006/relationships/image" Target="../media/image264.png"/><Relationship Id="rId39" Type="http://schemas.openxmlformats.org/officeDocument/2006/relationships/image" Target="../media/image277.png"/><Relationship Id="rId3" Type="http://schemas.openxmlformats.org/officeDocument/2006/relationships/image" Target="../media/image241.png"/><Relationship Id="rId21" Type="http://schemas.openxmlformats.org/officeDocument/2006/relationships/image" Target="../media/image259.png"/><Relationship Id="rId34" Type="http://schemas.openxmlformats.org/officeDocument/2006/relationships/image" Target="../media/image272.png"/><Relationship Id="rId42" Type="http://schemas.openxmlformats.org/officeDocument/2006/relationships/image" Target="../media/image280.png"/><Relationship Id="rId47" Type="http://schemas.openxmlformats.org/officeDocument/2006/relationships/image" Target="../media/image285.png"/><Relationship Id="rId50" Type="http://schemas.openxmlformats.org/officeDocument/2006/relationships/image" Target="../media/image288.png"/><Relationship Id="rId7" Type="http://schemas.openxmlformats.org/officeDocument/2006/relationships/image" Target="../media/image245.png"/><Relationship Id="rId12" Type="http://schemas.openxmlformats.org/officeDocument/2006/relationships/image" Target="../media/image250.png"/><Relationship Id="rId17" Type="http://schemas.openxmlformats.org/officeDocument/2006/relationships/image" Target="../media/image255.png"/><Relationship Id="rId25" Type="http://schemas.openxmlformats.org/officeDocument/2006/relationships/image" Target="../media/image263.png"/><Relationship Id="rId33" Type="http://schemas.openxmlformats.org/officeDocument/2006/relationships/image" Target="../media/image271.png"/><Relationship Id="rId38" Type="http://schemas.openxmlformats.org/officeDocument/2006/relationships/image" Target="../media/image276.png"/><Relationship Id="rId46" Type="http://schemas.openxmlformats.org/officeDocument/2006/relationships/image" Target="../media/image284.png"/><Relationship Id="rId2" Type="http://schemas.openxmlformats.org/officeDocument/2006/relationships/image" Target="../media/image240.png"/><Relationship Id="rId16" Type="http://schemas.openxmlformats.org/officeDocument/2006/relationships/image" Target="../media/image254.png"/><Relationship Id="rId20" Type="http://schemas.openxmlformats.org/officeDocument/2006/relationships/image" Target="../media/image258.png"/><Relationship Id="rId29" Type="http://schemas.openxmlformats.org/officeDocument/2006/relationships/image" Target="../media/image267.png"/><Relationship Id="rId41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11" Type="http://schemas.openxmlformats.org/officeDocument/2006/relationships/image" Target="../media/image249.png"/><Relationship Id="rId24" Type="http://schemas.openxmlformats.org/officeDocument/2006/relationships/image" Target="../media/image262.png"/><Relationship Id="rId32" Type="http://schemas.openxmlformats.org/officeDocument/2006/relationships/image" Target="../media/image270.png"/><Relationship Id="rId37" Type="http://schemas.openxmlformats.org/officeDocument/2006/relationships/image" Target="../media/image275.png"/><Relationship Id="rId40" Type="http://schemas.openxmlformats.org/officeDocument/2006/relationships/image" Target="../media/image278.png"/><Relationship Id="rId45" Type="http://schemas.openxmlformats.org/officeDocument/2006/relationships/image" Target="../media/image283.png"/><Relationship Id="rId5" Type="http://schemas.openxmlformats.org/officeDocument/2006/relationships/image" Target="../media/image243.png"/><Relationship Id="rId15" Type="http://schemas.openxmlformats.org/officeDocument/2006/relationships/image" Target="../media/image253.png"/><Relationship Id="rId23" Type="http://schemas.openxmlformats.org/officeDocument/2006/relationships/image" Target="../media/image261.png"/><Relationship Id="rId28" Type="http://schemas.openxmlformats.org/officeDocument/2006/relationships/image" Target="../media/image266.png"/><Relationship Id="rId36" Type="http://schemas.openxmlformats.org/officeDocument/2006/relationships/image" Target="../media/image274.png"/><Relationship Id="rId49" Type="http://schemas.openxmlformats.org/officeDocument/2006/relationships/image" Target="../media/image287.png"/><Relationship Id="rId10" Type="http://schemas.openxmlformats.org/officeDocument/2006/relationships/image" Target="../media/image248.png"/><Relationship Id="rId19" Type="http://schemas.openxmlformats.org/officeDocument/2006/relationships/image" Target="../media/image257.png"/><Relationship Id="rId31" Type="http://schemas.openxmlformats.org/officeDocument/2006/relationships/image" Target="../media/image269.png"/><Relationship Id="rId44" Type="http://schemas.openxmlformats.org/officeDocument/2006/relationships/image" Target="../media/image282.png"/><Relationship Id="rId4" Type="http://schemas.openxmlformats.org/officeDocument/2006/relationships/image" Target="../media/image242.png"/><Relationship Id="rId9" Type="http://schemas.openxmlformats.org/officeDocument/2006/relationships/image" Target="../media/image247.png"/><Relationship Id="rId14" Type="http://schemas.openxmlformats.org/officeDocument/2006/relationships/image" Target="../media/image252.png"/><Relationship Id="rId22" Type="http://schemas.openxmlformats.org/officeDocument/2006/relationships/image" Target="../media/image260.png"/><Relationship Id="rId27" Type="http://schemas.openxmlformats.org/officeDocument/2006/relationships/image" Target="../media/image265.png"/><Relationship Id="rId30" Type="http://schemas.openxmlformats.org/officeDocument/2006/relationships/image" Target="../media/image268.png"/><Relationship Id="rId35" Type="http://schemas.openxmlformats.org/officeDocument/2006/relationships/image" Target="../media/image273.png"/><Relationship Id="rId43" Type="http://schemas.openxmlformats.org/officeDocument/2006/relationships/image" Target="../media/image281.png"/><Relationship Id="rId48" Type="http://schemas.openxmlformats.org/officeDocument/2006/relationships/image" Target="../media/image286.png"/><Relationship Id="rId8" Type="http://schemas.openxmlformats.org/officeDocument/2006/relationships/image" Target="../media/image2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294.png"/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3.png"/><Relationship Id="rId5" Type="http://schemas.openxmlformats.org/officeDocument/2006/relationships/image" Target="../media/image292.png"/><Relationship Id="rId4" Type="http://schemas.openxmlformats.org/officeDocument/2006/relationships/image" Target="../media/image29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png"/><Relationship Id="rId13" Type="http://schemas.openxmlformats.org/officeDocument/2006/relationships/image" Target="../media/image303.png"/><Relationship Id="rId18" Type="http://schemas.openxmlformats.org/officeDocument/2006/relationships/image" Target="../media/image307.png"/><Relationship Id="rId26" Type="http://schemas.openxmlformats.org/officeDocument/2006/relationships/image" Target="../media/image315.png"/><Relationship Id="rId39" Type="http://schemas.openxmlformats.org/officeDocument/2006/relationships/image" Target="../media/image328.png"/><Relationship Id="rId3" Type="http://schemas.openxmlformats.org/officeDocument/2006/relationships/image" Target="../media/image296.png"/><Relationship Id="rId21" Type="http://schemas.openxmlformats.org/officeDocument/2006/relationships/image" Target="../media/image310.png"/><Relationship Id="rId34" Type="http://schemas.openxmlformats.org/officeDocument/2006/relationships/image" Target="../media/image323.png"/><Relationship Id="rId7" Type="http://schemas.openxmlformats.org/officeDocument/2006/relationships/image" Target="../media/image298.png"/><Relationship Id="rId12" Type="http://schemas.openxmlformats.org/officeDocument/2006/relationships/image" Target="../media/image302.png"/><Relationship Id="rId17" Type="http://schemas.openxmlformats.org/officeDocument/2006/relationships/image" Target="../media/image306.png"/><Relationship Id="rId25" Type="http://schemas.openxmlformats.org/officeDocument/2006/relationships/image" Target="../media/image314.png"/><Relationship Id="rId33" Type="http://schemas.openxmlformats.org/officeDocument/2006/relationships/image" Target="../media/image322.png"/><Relationship Id="rId38" Type="http://schemas.openxmlformats.org/officeDocument/2006/relationships/image" Target="../media/image327.png"/><Relationship Id="rId2" Type="http://schemas.openxmlformats.org/officeDocument/2006/relationships/image" Target="../media/image295.png"/><Relationship Id="rId16" Type="http://schemas.openxmlformats.org/officeDocument/2006/relationships/image" Target="../media/image305.png"/><Relationship Id="rId20" Type="http://schemas.openxmlformats.org/officeDocument/2006/relationships/image" Target="../media/image309.png"/><Relationship Id="rId29" Type="http://schemas.openxmlformats.org/officeDocument/2006/relationships/image" Target="../media/image318.png"/><Relationship Id="rId41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7.png"/><Relationship Id="rId11" Type="http://schemas.openxmlformats.org/officeDocument/2006/relationships/image" Target="../media/image301.png"/><Relationship Id="rId24" Type="http://schemas.openxmlformats.org/officeDocument/2006/relationships/image" Target="../media/image313.png"/><Relationship Id="rId32" Type="http://schemas.openxmlformats.org/officeDocument/2006/relationships/image" Target="../media/image321.png"/><Relationship Id="rId37" Type="http://schemas.openxmlformats.org/officeDocument/2006/relationships/image" Target="../media/image326.png"/><Relationship Id="rId40" Type="http://schemas.openxmlformats.org/officeDocument/2006/relationships/image" Target="../media/image329.png"/><Relationship Id="rId5" Type="http://schemas.openxmlformats.org/officeDocument/2006/relationships/image" Target="../media/image156.png"/><Relationship Id="rId15" Type="http://schemas.openxmlformats.org/officeDocument/2006/relationships/image" Target="../media/image304.png"/><Relationship Id="rId23" Type="http://schemas.openxmlformats.org/officeDocument/2006/relationships/image" Target="../media/image312.png"/><Relationship Id="rId28" Type="http://schemas.openxmlformats.org/officeDocument/2006/relationships/image" Target="../media/image317.png"/><Relationship Id="rId36" Type="http://schemas.openxmlformats.org/officeDocument/2006/relationships/image" Target="../media/image325.png"/><Relationship Id="rId10" Type="http://schemas.openxmlformats.org/officeDocument/2006/relationships/image" Target="../media/image114.png"/><Relationship Id="rId19" Type="http://schemas.openxmlformats.org/officeDocument/2006/relationships/image" Target="../media/image308.png"/><Relationship Id="rId31" Type="http://schemas.openxmlformats.org/officeDocument/2006/relationships/image" Target="../media/image320.png"/><Relationship Id="rId4" Type="http://schemas.openxmlformats.org/officeDocument/2006/relationships/image" Target="../media/image142.png"/><Relationship Id="rId9" Type="http://schemas.openxmlformats.org/officeDocument/2006/relationships/image" Target="../media/image300.png"/><Relationship Id="rId14" Type="http://schemas.openxmlformats.org/officeDocument/2006/relationships/image" Target="../media/image162.png"/><Relationship Id="rId22" Type="http://schemas.openxmlformats.org/officeDocument/2006/relationships/image" Target="../media/image311.png"/><Relationship Id="rId27" Type="http://schemas.openxmlformats.org/officeDocument/2006/relationships/image" Target="../media/image316.png"/><Relationship Id="rId30" Type="http://schemas.openxmlformats.org/officeDocument/2006/relationships/image" Target="../media/image319.png"/><Relationship Id="rId35" Type="http://schemas.openxmlformats.org/officeDocument/2006/relationships/image" Target="../media/image3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13" Type="http://schemas.openxmlformats.org/officeDocument/2006/relationships/image" Target="../media/image341.png"/><Relationship Id="rId18" Type="http://schemas.openxmlformats.org/officeDocument/2006/relationships/image" Target="../media/image346.png"/><Relationship Id="rId26" Type="http://schemas.openxmlformats.org/officeDocument/2006/relationships/image" Target="../media/image354.png"/><Relationship Id="rId39" Type="http://schemas.openxmlformats.org/officeDocument/2006/relationships/image" Target="../media/image367.png"/><Relationship Id="rId3" Type="http://schemas.openxmlformats.org/officeDocument/2006/relationships/image" Target="../media/image331.png"/><Relationship Id="rId21" Type="http://schemas.openxmlformats.org/officeDocument/2006/relationships/image" Target="../media/image349.png"/><Relationship Id="rId34" Type="http://schemas.openxmlformats.org/officeDocument/2006/relationships/image" Target="../media/image362.png"/><Relationship Id="rId42" Type="http://schemas.openxmlformats.org/officeDocument/2006/relationships/image" Target="../media/image370.png"/><Relationship Id="rId47" Type="http://schemas.openxmlformats.org/officeDocument/2006/relationships/image" Target="../media/image375.png"/><Relationship Id="rId7" Type="http://schemas.openxmlformats.org/officeDocument/2006/relationships/image" Target="../media/image335.png"/><Relationship Id="rId12" Type="http://schemas.openxmlformats.org/officeDocument/2006/relationships/image" Target="../media/image340.png"/><Relationship Id="rId17" Type="http://schemas.openxmlformats.org/officeDocument/2006/relationships/image" Target="../media/image345.png"/><Relationship Id="rId25" Type="http://schemas.openxmlformats.org/officeDocument/2006/relationships/image" Target="../media/image353.png"/><Relationship Id="rId33" Type="http://schemas.openxmlformats.org/officeDocument/2006/relationships/image" Target="../media/image361.png"/><Relationship Id="rId38" Type="http://schemas.openxmlformats.org/officeDocument/2006/relationships/image" Target="../media/image366.png"/><Relationship Id="rId46" Type="http://schemas.openxmlformats.org/officeDocument/2006/relationships/image" Target="../media/image374.png"/><Relationship Id="rId2" Type="http://schemas.openxmlformats.org/officeDocument/2006/relationships/image" Target="../media/image295.png"/><Relationship Id="rId16" Type="http://schemas.openxmlformats.org/officeDocument/2006/relationships/image" Target="../media/image344.png"/><Relationship Id="rId20" Type="http://schemas.openxmlformats.org/officeDocument/2006/relationships/image" Target="../media/image348.png"/><Relationship Id="rId29" Type="http://schemas.openxmlformats.org/officeDocument/2006/relationships/image" Target="../media/image357.png"/><Relationship Id="rId41" Type="http://schemas.openxmlformats.org/officeDocument/2006/relationships/image" Target="../media/image3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4.png"/><Relationship Id="rId11" Type="http://schemas.openxmlformats.org/officeDocument/2006/relationships/image" Target="../media/image339.png"/><Relationship Id="rId24" Type="http://schemas.openxmlformats.org/officeDocument/2006/relationships/image" Target="../media/image352.png"/><Relationship Id="rId32" Type="http://schemas.openxmlformats.org/officeDocument/2006/relationships/image" Target="../media/image360.png"/><Relationship Id="rId37" Type="http://schemas.openxmlformats.org/officeDocument/2006/relationships/image" Target="../media/image365.png"/><Relationship Id="rId40" Type="http://schemas.openxmlformats.org/officeDocument/2006/relationships/image" Target="../media/image368.png"/><Relationship Id="rId45" Type="http://schemas.openxmlformats.org/officeDocument/2006/relationships/image" Target="../media/image373.png"/><Relationship Id="rId5" Type="http://schemas.openxmlformats.org/officeDocument/2006/relationships/image" Target="../media/image333.png"/><Relationship Id="rId15" Type="http://schemas.openxmlformats.org/officeDocument/2006/relationships/image" Target="../media/image343.png"/><Relationship Id="rId23" Type="http://schemas.openxmlformats.org/officeDocument/2006/relationships/image" Target="../media/image351.png"/><Relationship Id="rId28" Type="http://schemas.openxmlformats.org/officeDocument/2006/relationships/image" Target="../media/image356.png"/><Relationship Id="rId36" Type="http://schemas.openxmlformats.org/officeDocument/2006/relationships/image" Target="../media/image364.png"/><Relationship Id="rId10" Type="http://schemas.openxmlformats.org/officeDocument/2006/relationships/image" Target="../media/image338.png"/><Relationship Id="rId19" Type="http://schemas.openxmlformats.org/officeDocument/2006/relationships/image" Target="../media/image347.png"/><Relationship Id="rId31" Type="http://schemas.openxmlformats.org/officeDocument/2006/relationships/image" Target="../media/image359.png"/><Relationship Id="rId44" Type="http://schemas.openxmlformats.org/officeDocument/2006/relationships/image" Target="../media/image372.png"/><Relationship Id="rId4" Type="http://schemas.openxmlformats.org/officeDocument/2006/relationships/image" Target="../media/image332.png"/><Relationship Id="rId9" Type="http://schemas.openxmlformats.org/officeDocument/2006/relationships/image" Target="../media/image337.png"/><Relationship Id="rId14" Type="http://schemas.openxmlformats.org/officeDocument/2006/relationships/image" Target="../media/image342.png"/><Relationship Id="rId22" Type="http://schemas.openxmlformats.org/officeDocument/2006/relationships/image" Target="../media/image350.png"/><Relationship Id="rId27" Type="http://schemas.openxmlformats.org/officeDocument/2006/relationships/image" Target="../media/image355.png"/><Relationship Id="rId30" Type="http://schemas.openxmlformats.org/officeDocument/2006/relationships/image" Target="../media/image358.png"/><Relationship Id="rId35" Type="http://schemas.openxmlformats.org/officeDocument/2006/relationships/image" Target="../media/image363.png"/><Relationship Id="rId43" Type="http://schemas.openxmlformats.org/officeDocument/2006/relationships/image" Target="../media/image371.png"/><Relationship Id="rId48" Type="http://schemas.openxmlformats.org/officeDocument/2006/relationships/image" Target="../media/image37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png"/><Relationship Id="rId13" Type="http://schemas.openxmlformats.org/officeDocument/2006/relationships/image" Target="../media/image380.png"/><Relationship Id="rId18" Type="http://schemas.openxmlformats.org/officeDocument/2006/relationships/image" Target="../media/image385.png"/><Relationship Id="rId26" Type="http://schemas.openxmlformats.org/officeDocument/2006/relationships/image" Target="../media/image393.png"/><Relationship Id="rId39" Type="http://schemas.openxmlformats.org/officeDocument/2006/relationships/image" Target="../media/image295.png"/><Relationship Id="rId3" Type="http://schemas.openxmlformats.org/officeDocument/2006/relationships/image" Target="../media/image142.png"/><Relationship Id="rId21" Type="http://schemas.openxmlformats.org/officeDocument/2006/relationships/image" Target="../media/image388.png"/><Relationship Id="rId34" Type="http://schemas.openxmlformats.org/officeDocument/2006/relationships/image" Target="../media/image400.png"/><Relationship Id="rId7" Type="http://schemas.openxmlformats.org/officeDocument/2006/relationships/image" Target="../media/image299.png"/><Relationship Id="rId12" Type="http://schemas.openxmlformats.org/officeDocument/2006/relationships/image" Target="../media/image304.png"/><Relationship Id="rId17" Type="http://schemas.openxmlformats.org/officeDocument/2006/relationships/image" Target="../media/image384.png"/><Relationship Id="rId25" Type="http://schemas.openxmlformats.org/officeDocument/2006/relationships/image" Target="../media/image392.png"/><Relationship Id="rId33" Type="http://schemas.openxmlformats.org/officeDocument/2006/relationships/image" Target="../media/image399.png"/><Relationship Id="rId38" Type="http://schemas.openxmlformats.org/officeDocument/2006/relationships/image" Target="../media/image165.png"/><Relationship Id="rId2" Type="http://schemas.openxmlformats.org/officeDocument/2006/relationships/image" Target="../media/image296.png"/><Relationship Id="rId16" Type="http://schemas.openxmlformats.org/officeDocument/2006/relationships/image" Target="../media/image383.png"/><Relationship Id="rId20" Type="http://schemas.openxmlformats.org/officeDocument/2006/relationships/image" Target="../media/image387.png"/><Relationship Id="rId29" Type="http://schemas.openxmlformats.org/officeDocument/2006/relationships/image" Target="../media/image3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8.png"/><Relationship Id="rId11" Type="http://schemas.openxmlformats.org/officeDocument/2006/relationships/image" Target="../media/image379.png"/><Relationship Id="rId24" Type="http://schemas.openxmlformats.org/officeDocument/2006/relationships/image" Target="../media/image391.png"/><Relationship Id="rId32" Type="http://schemas.openxmlformats.org/officeDocument/2006/relationships/image" Target="../media/image398.png"/><Relationship Id="rId37" Type="http://schemas.openxmlformats.org/officeDocument/2006/relationships/image" Target="../media/image403.png"/><Relationship Id="rId5" Type="http://schemas.openxmlformats.org/officeDocument/2006/relationships/image" Target="../media/image297.png"/><Relationship Id="rId15" Type="http://schemas.openxmlformats.org/officeDocument/2006/relationships/image" Target="../media/image382.png"/><Relationship Id="rId23" Type="http://schemas.openxmlformats.org/officeDocument/2006/relationships/image" Target="../media/image390.png"/><Relationship Id="rId28" Type="http://schemas.openxmlformats.org/officeDocument/2006/relationships/image" Target="../media/image395.png"/><Relationship Id="rId36" Type="http://schemas.openxmlformats.org/officeDocument/2006/relationships/image" Target="../media/image402.png"/><Relationship Id="rId10" Type="http://schemas.openxmlformats.org/officeDocument/2006/relationships/image" Target="../media/image378.png"/><Relationship Id="rId19" Type="http://schemas.openxmlformats.org/officeDocument/2006/relationships/image" Target="../media/image386.png"/><Relationship Id="rId31" Type="http://schemas.openxmlformats.org/officeDocument/2006/relationships/image" Target="../media/image151.png"/><Relationship Id="rId4" Type="http://schemas.openxmlformats.org/officeDocument/2006/relationships/image" Target="../media/image156.png"/><Relationship Id="rId9" Type="http://schemas.openxmlformats.org/officeDocument/2006/relationships/image" Target="../media/image114.png"/><Relationship Id="rId14" Type="http://schemas.openxmlformats.org/officeDocument/2006/relationships/image" Target="../media/image381.png"/><Relationship Id="rId22" Type="http://schemas.openxmlformats.org/officeDocument/2006/relationships/image" Target="../media/image389.png"/><Relationship Id="rId27" Type="http://schemas.openxmlformats.org/officeDocument/2006/relationships/image" Target="../media/image394.png"/><Relationship Id="rId30" Type="http://schemas.openxmlformats.org/officeDocument/2006/relationships/image" Target="../media/image397.png"/><Relationship Id="rId35" Type="http://schemas.openxmlformats.org/officeDocument/2006/relationships/image" Target="../media/image40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4.png"/><Relationship Id="rId13" Type="http://schemas.openxmlformats.org/officeDocument/2006/relationships/image" Target="../media/image402.png"/><Relationship Id="rId18" Type="http://schemas.openxmlformats.org/officeDocument/2006/relationships/image" Target="../media/image406.png"/><Relationship Id="rId26" Type="http://schemas.openxmlformats.org/officeDocument/2006/relationships/image" Target="../media/image413.png"/><Relationship Id="rId3" Type="http://schemas.openxmlformats.org/officeDocument/2006/relationships/image" Target="../media/image142.png"/><Relationship Id="rId21" Type="http://schemas.openxmlformats.org/officeDocument/2006/relationships/image" Target="../media/image409.png"/><Relationship Id="rId7" Type="http://schemas.openxmlformats.org/officeDocument/2006/relationships/image" Target="../media/image299.png"/><Relationship Id="rId12" Type="http://schemas.openxmlformats.org/officeDocument/2006/relationships/image" Target="../media/image378.png"/><Relationship Id="rId17" Type="http://schemas.openxmlformats.org/officeDocument/2006/relationships/image" Target="../media/image405.png"/><Relationship Id="rId25" Type="http://schemas.openxmlformats.org/officeDocument/2006/relationships/image" Target="../media/image151.png"/><Relationship Id="rId2" Type="http://schemas.openxmlformats.org/officeDocument/2006/relationships/image" Target="../media/image296.png"/><Relationship Id="rId16" Type="http://schemas.openxmlformats.org/officeDocument/2006/relationships/image" Target="../media/image114.png"/><Relationship Id="rId20" Type="http://schemas.openxmlformats.org/officeDocument/2006/relationships/image" Target="../media/image4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8.png"/><Relationship Id="rId11" Type="http://schemas.openxmlformats.org/officeDocument/2006/relationships/image" Target="../media/image401.png"/><Relationship Id="rId24" Type="http://schemas.openxmlformats.org/officeDocument/2006/relationships/image" Target="../media/image412.png"/><Relationship Id="rId5" Type="http://schemas.openxmlformats.org/officeDocument/2006/relationships/image" Target="../media/image297.png"/><Relationship Id="rId15" Type="http://schemas.openxmlformats.org/officeDocument/2006/relationships/image" Target="../media/image165.png"/><Relationship Id="rId23" Type="http://schemas.openxmlformats.org/officeDocument/2006/relationships/image" Target="../media/image411.png"/><Relationship Id="rId28" Type="http://schemas.openxmlformats.org/officeDocument/2006/relationships/image" Target="../media/image295.png"/><Relationship Id="rId10" Type="http://schemas.openxmlformats.org/officeDocument/2006/relationships/image" Target="../media/image400.png"/><Relationship Id="rId19" Type="http://schemas.openxmlformats.org/officeDocument/2006/relationships/image" Target="../media/image407.png"/><Relationship Id="rId4" Type="http://schemas.openxmlformats.org/officeDocument/2006/relationships/image" Target="../media/image156.png"/><Relationship Id="rId9" Type="http://schemas.openxmlformats.org/officeDocument/2006/relationships/image" Target="../media/image399.png"/><Relationship Id="rId14" Type="http://schemas.openxmlformats.org/officeDocument/2006/relationships/image" Target="../media/image403.png"/><Relationship Id="rId22" Type="http://schemas.openxmlformats.org/officeDocument/2006/relationships/image" Target="../media/image410.png"/><Relationship Id="rId27" Type="http://schemas.openxmlformats.org/officeDocument/2006/relationships/image" Target="../media/image4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424.png"/><Relationship Id="rId18" Type="http://schemas.openxmlformats.org/officeDocument/2006/relationships/image" Target="../media/image429.png"/><Relationship Id="rId26" Type="http://schemas.openxmlformats.org/officeDocument/2006/relationships/image" Target="../media/image436.png"/><Relationship Id="rId3" Type="http://schemas.openxmlformats.org/officeDocument/2006/relationships/image" Target="../media/image416.png"/><Relationship Id="rId21" Type="http://schemas.openxmlformats.org/officeDocument/2006/relationships/image" Target="../media/image432.png"/><Relationship Id="rId7" Type="http://schemas.openxmlformats.org/officeDocument/2006/relationships/image" Target="../media/image300.png"/><Relationship Id="rId12" Type="http://schemas.openxmlformats.org/officeDocument/2006/relationships/image" Target="../media/image423.png"/><Relationship Id="rId17" Type="http://schemas.openxmlformats.org/officeDocument/2006/relationships/image" Target="../media/image428.png"/><Relationship Id="rId25" Type="http://schemas.openxmlformats.org/officeDocument/2006/relationships/image" Target="../media/image435.png"/><Relationship Id="rId2" Type="http://schemas.openxmlformats.org/officeDocument/2006/relationships/image" Target="../media/image415.png"/><Relationship Id="rId16" Type="http://schemas.openxmlformats.org/officeDocument/2006/relationships/image" Target="../media/image427.png"/><Relationship Id="rId20" Type="http://schemas.openxmlformats.org/officeDocument/2006/relationships/image" Target="../media/image431.png"/><Relationship Id="rId29" Type="http://schemas.openxmlformats.org/officeDocument/2006/relationships/image" Target="../media/image4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9.png"/><Relationship Id="rId11" Type="http://schemas.openxmlformats.org/officeDocument/2006/relationships/image" Target="../media/image422.png"/><Relationship Id="rId24" Type="http://schemas.openxmlformats.org/officeDocument/2006/relationships/image" Target="../media/image434.png"/><Relationship Id="rId5" Type="http://schemas.openxmlformats.org/officeDocument/2006/relationships/image" Target="../media/image418.png"/><Relationship Id="rId15" Type="http://schemas.openxmlformats.org/officeDocument/2006/relationships/image" Target="../media/image426.png"/><Relationship Id="rId23" Type="http://schemas.openxmlformats.org/officeDocument/2006/relationships/image" Target="../media/image433.png"/><Relationship Id="rId28" Type="http://schemas.openxmlformats.org/officeDocument/2006/relationships/image" Target="../media/image438.png"/><Relationship Id="rId10" Type="http://schemas.openxmlformats.org/officeDocument/2006/relationships/image" Target="../media/image421.png"/><Relationship Id="rId19" Type="http://schemas.openxmlformats.org/officeDocument/2006/relationships/image" Target="../media/image430.png"/><Relationship Id="rId4" Type="http://schemas.openxmlformats.org/officeDocument/2006/relationships/image" Target="../media/image417.png"/><Relationship Id="rId9" Type="http://schemas.openxmlformats.org/officeDocument/2006/relationships/image" Target="../media/image317.png"/><Relationship Id="rId14" Type="http://schemas.openxmlformats.org/officeDocument/2006/relationships/image" Target="../media/image425.png"/><Relationship Id="rId22" Type="http://schemas.openxmlformats.org/officeDocument/2006/relationships/image" Target="../media/image316.png"/><Relationship Id="rId27" Type="http://schemas.openxmlformats.org/officeDocument/2006/relationships/image" Target="../media/image437.png"/><Relationship Id="rId30" Type="http://schemas.openxmlformats.org/officeDocument/2006/relationships/image" Target="../media/image29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5.png"/><Relationship Id="rId13" Type="http://schemas.openxmlformats.org/officeDocument/2006/relationships/image" Target="../media/image448.png"/><Relationship Id="rId18" Type="http://schemas.openxmlformats.org/officeDocument/2006/relationships/image" Target="../media/image451.png"/><Relationship Id="rId3" Type="http://schemas.openxmlformats.org/officeDocument/2006/relationships/image" Target="../media/image98.png"/><Relationship Id="rId21" Type="http://schemas.openxmlformats.org/officeDocument/2006/relationships/image" Target="../media/image454.png"/><Relationship Id="rId7" Type="http://schemas.openxmlformats.org/officeDocument/2006/relationships/image" Target="../media/image142.png"/><Relationship Id="rId12" Type="http://schemas.openxmlformats.org/officeDocument/2006/relationships/image" Target="../media/image111.png"/><Relationship Id="rId17" Type="http://schemas.openxmlformats.org/officeDocument/2006/relationships/image" Target="../media/image450.png"/><Relationship Id="rId25" Type="http://schemas.openxmlformats.org/officeDocument/2006/relationships/image" Target="../media/image114.png"/><Relationship Id="rId2" Type="http://schemas.openxmlformats.org/officeDocument/2006/relationships/image" Target="../media/image442.png"/><Relationship Id="rId16" Type="http://schemas.openxmlformats.org/officeDocument/2006/relationships/image" Target="../media/image156.png"/><Relationship Id="rId20" Type="http://schemas.openxmlformats.org/officeDocument/2006/relationships/image" Target="../media/image4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4.png"/><Relationship Id="rId11" Type="http://schemas.openxmlformats.org/officeDocument/2006/relationships/image" Target="../media/image447.png"/><Relationship Id="rId24" Type="http://schemas.openxmlformats.org/officeDocument/2006/relationships/image" Target="../media/image456.png"/><Relationship Id="rId5" Type="http://schemas.openxmlformats.org/officeDocument/2006/relationships/image" Target="../media/image443.png"/><Relationship Id="rId15" Type="http://schemas.openxmlformats.org/officeDocument/2006/relationships/image" Target="../media/image160.png"/><Relationship Id="rId23" Type="http://schemas.openxmlformats.org/officeDocument/2006/relationships/image" Target="../media/image306.png"/><Relationship Id="rId10" Type="http://schemas.openxmlformats.org/officeDocument/2006/relationships/image" Target="../media/image403.png"/><Relationship Id="rId19" Type="http://schemas.openxmlformats.org/officeDocument/2006/relationships/image" Target="../media/image452.png"/><Relationship Id="rId4" Type="http://schemas.openxmlformats.org/officeDocument/2006/relationships/image" Target="../media/image99.png"/><Relationship Id="rId9" Type="http://schemas.openxmlformats.org/officeDocument/2006/relationships/image" Target="../media/image446.png"/><Relationship Id="rId14" Type="http://schemas.openxmlformats.org/officeDocument/2006/relationships/image" Target="../media/image449.png"/><Relationship Id="rId22" Type="http://schemas.openxmlformats.org/officeDocument/2006/relationships/image" Target="../media/image4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8.png"/><Relationship Id="rId2" Type="http://schemas.openxmlformats.org/officeDocument/2006/relationships/image" Target="../media/image45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3.png"/><Relationship Id="rId13" Type="http://schemas.openxmlformats.org/officeDocument/2006/relationships/image" Target="../media/image462.png"/><Relationship Id="rId18" Type="http://schemas.openxmlformats.org/officeDocument/2006/relationships/image" Target="../media/image465.png"/><Relationship Id="rId26" Type="http://schemas.openxmlformats.org/officeDocument/2006/relationships/image" Target="../media/image472.png"/><Relationship Id="rId3" Type="http://schemas.openxmlformats.org/officeDocument/2006/relationships/image" Target="../media/image98.png"/><Relationship Id="rId21" Type="http://schemas.openxmlformats.org/officeDocument/2006/relationships/image" Target="../media/image114.png"/><Relationship Id="rId7" Type="http://schemas.openxmlformats.org/officeDocument/2006/relationships/image" Target="../media/image306.png"/><Relationship Id="rId12" Type="http://schemas.openxmlformats.org/officeDocument/2006/relationships/image" Target="../media/image425.png"/><Relationship Id="rId17" Type="http://schemas.openxmlformats.org/officeDocument/2006/relationships/image" Target="../media/image111.png"/><Relationship Id="rId25" Type="http://schemas.openxmlformats.org/officeDocument/2006/relationships/image" Target="../media/image471.png"/><Relationship Id="rId2" Type="http://schemas.openxmlformats.org/officeDocument/2006/relationships/image" Target="../media/image459.png"/><Relationship Id="rId16" Type="http://schemas.openxmlformats.org/officeDocument/2006/relationships/image" Target="../media/image464.png"/><Relationship Id="rId20" Type="http://schemas.openxmlformats.org/officeDocument/2006/relationships/image" Target="../media/image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461.png"/><Relationship Id="rId24" Type="http://schemas.openxmlformats.org/officeDocument/2006/relationships/image" Target="../media/image470.png"/><Relationship Id="rId5" Type="http://schemas.openxmlformats.org/officeDocument/2006/relationships/image" Target="../media/image156.png"/><Relationship Id="rId15" Type="http://schemas.openxmlformats.org/officeDocument/2006/relationships/image" Target="../media/image463.png"/><Relationship Id="rId23" Type="http://schemas.openxmlformats.org/officeDocument/2006/relationships/image" Target="../media/image469.png"/><Relationship Id="rId10" Type="http://schemas.openxmlformats.org/officeDocument/2006/relationships/image" Target="../media/image318.png"/><Relationship Id="rId19" Type="http://schemas.openxmlformats.org/officeDocument/2006/relationships/image" Target="../media/image466.png"/><Relationship Id="rId4" Type="http://schemas.openxmlformats.org/officeDocument/2006/relationships/image" Target="../media/image142.png"/><Relationship Id="rId9" Type="http://schemas.openxmlformats.org/officeDocument/2006/relationships/image" Target="../media/image300.png"/><Relationship Id="rId14" Type="http://schemas.openxmlformats.org/officeDocument/2006/relationships/image" Target="../media/image377.png"/><Relationship Id="rId22" Type="http://schemas.openxmlformats.org/officeDocument/2006/relationships/image" Target="../media/image46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4.png"/><Relationship Id="rId2" Type="http://schemas.openxmlformats.org/officeDocument/2006/relationships/image" Target="../media/image47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8.png"/><Relationship Id="rId13" Type="http://schemas.openxmlformats.org/officeDocument/2006/relationships/image" Target="../media/image109.png"/><Relationship Id="rId18" Type="http://schemas.openxmlformats.org/officeDocument/2006/relationships/image" Target="../media/image486.png"/><Relationship Id="rId26" Type="http://schemas.openxmlformats.org/officeDocument/2006/relationships/image" Target="../media/image493.png"/><Relationship Id="rId3" Type="http://schemas.openxmlformats.org/officeDocument/2006/relationships/image" Target="../media/image98.png"/><Relationship Id="rId21" Type="http://schemas.openxmlformats.org/officeDocument/2006/relationships/image" Target="../media/image488.png"/><Relationship Id="rId7" Type="http://schemas.openxmlformats.org/officeDocument/2006/relationships/image" Target="../media/image306.png"/><Relationship Id="rId12" Type="http://schemas.openxmlformats.org/officeDocument/2006/relationships/image" Target="../media/image482.png"/><Relationship Id="rId17" Type="http://schemas.openxmlformats.org/officeDocument/2006/relationships/image" Target="../media/image485.png"/><Relationship Id="rId25" Type="http://schemas.openxmlformats.org/officeDocument/2006/relationships/image" Target="../media/image492.png"/><Relationship Id="rId2" Type="http://schemas.openxmlformats.org/officeDocument/2006/relationships/image" Target="../media/image475.png"/><Relationship Id="rId16" Type="http://schemas.openxmlformats.org/officeDocument/2006/relationships/image" Target="../media/image484.png"/><Relationship Id="rId20" Type="http://schemas.openxmlformats.org/officeDocument/2006/relationships/image" Target="../media/image114.png"/><Relationship Id="rId29" Type="http://schemas.openxmlformats.org/officeDocument/2006/relationships/image" Target="../media/image4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7.png"/><Relationship Id="rId11" Type="http://schemas.openxmlformats.org/officeDocument/2006/relationships/image" Target="../media/image481.png"/><Relationship Id="rId24" Type="http://schemas.openxmlformats.org/officeDocument/2006/relationships/image" Target="../media/image491.png"/><Relationship Id="rId5" Type="http://schemas.openxmlformats.org/officeDocument/2006/relationships/image" Target="../media/image476.png"/><Relationship Id="rId15" Type="http://schemas.openxmlformats.org/officeDocument/2006/relationships/image" Target="../media/image111.png"/><Relationship Id="rId23" Type="http://schemas.openxmlformats.org/officeDocument/2006/relationships/image" Target="../media/image490.png"/><Relationship Id="rId28" Type="http://schemas.openxmlformats.org/officeDocument/2006/relationships/image" Target="../media/image495.png"/><Relationship Id="rId10" Type="http://schemas.openxmlformats.org/officeDocument/2006/relationships/image" Target="../media/image480.png"/><Relationship Id="rId19" Type="http://schemas.openxmlformats.org/officeDocument/2006/relationships/image" Target="../media/image487.png"/><Relationship Id="rId4" Type="http://schemas.openxmlformats.org/officeDocument/2006/relationships/image" Target="../media/image99.png"/><Relationship Id="rId9" Type="http://schemas.openxmlformats.org/officeDocument/2006/relationships/image" Target="../media/image479.png"/><Relationship Id="rId14" Type="http://schemas.openxmlformats.org/officeDocument/2006/relationships/image" Target="../media/image483.png"/><Relationship Id="rId22" Type="http://schemas.openxmlformats.org/officeDocument/2006/relationships/image" Target="../media/image489.png"/><Relationship Id="rId27" Type="http://schemas.openxmlformats.org/officeDocument/2006/relationships/image" Target="../media/image49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8.png"/><Relationship Id="rId2" Type="http://schemas.openxmlformats.org/officeDocument/2006/relationships/image" Target="../media/image497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5.png"/><Relationship Id="rId3" Type="http://schemas.openxmlformats.org/officeDocument/2006/relationships/image" Target="../media/image500.png"/><Relationship Id="rId7" Type="http://schemas.openxmlformats.org/officeDocument/2006/relationships/image" Target="../media/image504.png"/><Relationship Id="rId2" Type="http://schemas.openxmlformats.org/officeDocument/2006/relationships/image" Target="../media/image4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3.png"/><Relationship Id="rId5" Type="http://schemas.openxmlformats.org/officeDocument/2006/relationships/image" Target="../media/image502.png"/><Relationship Id="rId4" Type="http://schemas.openxmlformats.org/officeDocument/2006/relationships/image" Target="../media/image501.png"/><Relationship Id="rId9" Type="http://schemas.openxmlformats.org/officeDocument/2006/relationships/image" Target="../media/image50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2.png"/><Relationship Id="rId13" Type="http://schemas.openxmlformats.org/officeDocument/2006/relationships/image" Target="../media/image517.png"/><Relationship Id="rId18" Type="http://schemas.openxmlformats.org/officeDocument/2006/relationships/image" Target="../media/image522.png"/><Relationship Id="rId26" Type="http://schemas.openxmlformats.org/officeDocument/2006/relationships/image" Target="../media/image530.png"/><Relationship Id="rId3" Type="http://schemas.openxmlformats.org/officeDocument/2006/relationships/image" Target="../media/image507.png"/><Relationship Id="rId21" Type="http://schemas.openxmlformats.org/officeDocument/2006/relationships/image" Target="../media/image525.png"/><Relationship Id="rId7" Type="http://schemas.openxmlformats.org/officeDocument/2006/relationships/image" Target="../media/image511.png"/><Relationship Id="rId12" Type="http://schemas.openxmlformats.org/officeDocument/2006/relationships/image" Target="../media/image516.png"/><Relationship Id="rId17" Type="http://schemas.openxmlformats.org/officeDocument/2006/relationships/image" Target="../media/image521.png"/><Relationship Id="rId25" Type="http://schemas.openxmlformats.org/officeDocument/2006/relationships/image" Target="../media/image529.png"/><Relationship Id="rId33" Type="http://schemas.openxmlformats.org/officeDocument/2006/relationships/image" Target="../media/image502.png"/><Relationship Id="rId2" Type="http://schemas.openxmlformats.org/officeDocument/2006/relationships/image" Target="../media/image499.png"/><Relationship Id="rId16" Type="http://schemas.openxmlformats.org/officeDocument/2006/relationships/image" Target="../media/image520.png"/><Relationship Id="rId20" Type="http://schemas.openxmlformats.org/officeDocument/2006/relationships/image" Target="../media/image524.png"/><Relationship Id="rId29" Type="http://schemas.openxmlformats.org/officeDocument/2006/relationships/image" Target="../media/image5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515.png"/><Relationship Id="rId24" Type="http://schemas.openxmlformats.org/officeDocument/2006/relationships/image" Target="../media/image528.png"/><Relationship Id="rId32" Type="http://schemas.openxmlformats.org/officeDocument/2006/relationships/image" Target="../media/image536.png"/><Relationship Id="rId5" Type="http://schemas.openxmlformats.org/officeDocument/2006/relationships/image" Target="../media/image509.png"/><Relationship Id="rId15" Type="http://schemas.openxmlformats.org/officeDocument/2006/relationships/image" Target="../media/image519.png"/><Relationship Id="rId23" Type="http://schemas.openxmlformats.org/officeDocument/2006/relationships/image" Target="../media/image527.png"/><Relationship Id="rId28" Type="http://schemas.openxmlformats.org/officeDocument/2006/relationships/image" Target="../media/image532.png"/><Relationship Id="rId10" Type="http://schemas.openxmlformats.org/officeDocument/2006/relationships/image" Target="../media/image514.png"/><Relationship Id="rId19" Type="http://schemas.openxmlformats.org/officeDocument/2006/relationships/image" Target="../media/image523.png"/><Relationship Id="rId31" Type="http://schemas.openxmlformats.org/officeDocument/2006/relationships/image" Target="../media/image535.png"/><Relationship Id="rId4" Type="http://schemas.openxmlformats.org/officeDocument/2006/relationships/image" Target="../media/image508.png"/><Relationship Id="rId9" Type="http://schemas.openxmlformats.org/officeDocument/2006/relationships/image" Target="../media/image513.png"/><Relationship Id="rId14" Type="http://schemas.openxmlformats.org/officeDocument/2006/relationships/image" Target="../media/image518.png"/><Relationship Id="rId22" Type="http://schemas.openxmlformats.org/officeDocument/2006/relationships/image" Target="../media/image526.png"/><Relationship Id="rId27" Type="http://schemas.openxmlformats.org/officeDocument/2006/relationships/image" Target="../media/image531.png"/><Relationship Id="rId30" Type="http://schemas.openxmlformats.org/officeDocument/2006/relationships/image" Target="../media/image53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2.png"/><Relationship Id="rId13" Type="http://schemas.openxmlformats.org/officeDocument/2006/relationships/image" Target="../media/image546.png"/><Relationship Id="rId3" Type="http://schemas.openxmlformats.org/officeDocument/2006/relationships/image" Target="../media/image537.png"/><Relationship Id="rId7" Type="http://schemas.openxmlformats.org/officeDocument/2006/relationships/image" Target="../media/image541.png"/><Relationship Id="rId12" Type="http://schemas.openxmlformats.org/officeDocument/2006/relationships/image" Target="../media/image502.png"/><Relationship Id="rId17" Type="http://schemas.openxmlformats.org/officeDocument/2006/relationships/image" Target="../media/image550.png"/><Relationship Id="rId2" Type="http://schemas.openxmlformats.org/officeDocument/2006/relationships/image" Target="../media/image499.png"/><Relationship Id="rId16" Type="http://schemas.openxmlformats.org/officeDocument/2006/relationships/image" Target="../media/image5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0.png"/><Relationship Id="rId11" Type="http://schemas.openxmlformats.org/officeDocument/2006/relationships/image" Target="../media/image545.png"/><Relationship Id="rId5" Type="http://schemas.openxmlformats.org/officeDocument/2006/relationships/image" Target="../media/image539.png"/><Relationship Id="rId15" Type="http://schemas.openxmlformats.org/officeDocument/2006/relationships/image" Target="../media/image548.png"/><Relationship Id="rId10" Type="http://schemas.openxmlformats.org/officeDocument/2006/relationships/image" Target="../media/image544.png"/><Relationship Id="rId4" Type="http://schemas.openxmlformats.org/officeDocument/2006/relationships/image" Target="../media/image538.png"/><Relationship Id="rId9" Type="http://schemas.openxmlformats.org/officeDocument/2006/relationships/image" Target="../media/image543.png"/><Relationship Id="rId14" Type="http://schemas.openxmlformats.org/officeDocument/2006/relationships/image" Target="../media/image54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6.png"/><Relationship Id="rId13" Type="http://schemas.openxmlformats.org/officeDocument/2006/relationships/image" Target="../media/image561.png"/><Relationship Id="rId18" Type="http://schemas.openxmlformats.org/officeDocument/2006/relationships/image" Target="../media/image566.png"/><Relationship Id="rId26" Type="http://schemas.openxmlformats.org/officeDocument/2006/relationships/image" Target="../media/image574.png"/><Relationship Id="rId3" Type="http://schemas.openxmlformats.org/officeDocument/2006/relationships/image" Target="../media/image551.png"/><Relationship Id="rId21" Type="http://schemas.openxmlformats.org/officeDocument/2006/relationships/image" Target="../media/image569.png"/><Relationship Id="rId34" Type="http://schemas.openxmlformats.org/officeDocument/2006/relationships/image" Target="../media/image582.png"/><Relationship Id="rId7" Type="http://schemas.openxmlformats.org/officeDocument/2006/relationships/image" Target="../media/image555.png"/><Relationship Id="rId12" Type="http://schemas.openxmlformats.org/officeDocument/2006/relationships/image" Target="../media/image560.png"/><Relationship Id="rId17" Type="http://schemas.openxmlformats.org/officeDocument/2006/relationships/image" Target="../media/image565.png"/><Relationship Id="rId25" Type="http://schemas.openxmlformats.org/officeDocument/2006/relationships/image" Target="../media/image573.png"/><Relationship Id="rId33" Type="http://schemas.openxmlformats.org/officeDocument/2006/relationships/image" Target="../media/image581.png"/><Relationship Id="rId2" Type="http://schemas.openxmlformats.org/officeDocument/2006/relationships/image" Target="../media/image499.png"/><Relationship Id="rId16" Type="http://schemas.openxmlformats.org/officeDocument/2006/relationships/image" Target="../media/image564.png"/><Relationship Id="rId20" Type="http://schemas.openxmlformats.org/officeDocument/2006/relationships/image" Target="../media/image568.png"/><Relationship Id="rId29" Type="http://schemas.openxmlformats.org/officeDocument/2006/relationships/image" Target="../media/image5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4.png"/><Relationship Id="rId11" Type="http://schemas.openxmlformats.org/officeDocument/2006/relationships/image" Target="../media/image559.png"/><Relationship Id="rId24" Type="http://schemas.openxmlformats.org/officeDocument/2006/relationships/image" Target="../media/image572.png"/><Relationship Id="rId32" Type="http://schemas.openxmlformats.org/officeDocument/2006/relationships/image" Target="../media/image580.png"/><Relationship Id="rId5" Type="http://schemas.openxmlformats.org/officeDocument/2006/relationships/image" Target="../media/image553.png"/><Relationship Id="rId15" Type="http://schemas.openxmlformats.org/officeDocument/2006/relationships/image" Target="../media/image563.png"/><Relationship Id="rId23" Type="http://schemas.openxmlformats.org/officeDocument/2006/relationships/image" Target="../media/image571.png"/><Relationship Id="rId28" Type="http://schemas.openxmlformats.org/officeDocument/2006/relationships/image" Target="../media/image576.png"/><Relationship Id="rId10" Type="http://schemas.openxmlformats.org/officeDocument/2006/relationships/image" Target="../media/image558.png"/><Relationship Id="rId19" Type="http://schemas.openxmlformats.org/officeDocument/2006/relationships/image" Target="../media/image567.png"/><Relationship Id="rId31" Type="http://schemas.openxmlformats.org/officeDocument/2006/relationships/image" Target="../media/image579.png"/><Relationship Id="rId4" Type="http://schemas.openxmlformats.org/officeDocument/2006/relationships/image" Target="../media/image552.png"/><Relationship Id="rId9" Type="http://schemas.openxmlformats.org/officeDocument/2006/relationships/image" Target="../media/image557.png"/><Relationship Id="rId14" Type="http://schemas.openxmlformats.org/officeDocument/2006/relationships/image" Target="../media/image562.png"/><Relationship Id="rId22" Type="http://schemas.openxmlformats.org/officeDocument/2006/relationships/image" Target="../media/image570.png"/><Relationship Id="rId27" Type="http://schemas.openxmlformats.org/officeDocument/2006/relationships/image" Target="../media/image575.png"/><Relationship Id="rId30" Type="http://schemas.openxmlformats.org/officeDocument/2006/relationships/image" Target="../media/image578.png"/><Relationship Id="rId35" Type="http://schemas.openxmlformats.org/officeDocument/2006/relationships/image" Target="../media/image50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6.png"/><Relationship Id="rId13" Type="http://schemas.openxmlformats.org/officeDocument/2006/relationships/image" Target="../media/image589.png"/><Relationship Id="rId18" Type="http://schemas.openxmlformats.org/officeDocument/2006/relationships/image" Target="../media/image594.png"/><Relationship Id="rId26" Type="http://schemas.openxmlformats.org/officeDocument/2006/relationships/image" Target="../media/image114.png"/><Relationship Id="rId3" Type="http://schemas.openxmlformats.org/officeDocument/2006/relationships/image" Target="../media/image296.png"/><Relationship Id="rId21" Type="http://schemas.openxmlformats.org/officeDocument/2006/relationships/image" Target="../media/image318.png"/><Relationship Id="rId7" Type="http://schemas.openxmlformats.org/officeDocument/2006/relationships/image" Target="../media/image306.png"/><Relationship Id="rId12" Type="http://schemas.openxmlformats.org/officeDocument/2006/relationships/image" Target="../media/image488.png"/><Relationship Id="rId17" Type="http://schemas.openxmlformats.org/officeDocument/2006/relationships/image" Target="../media/image593.png"/><Relationship Id="rId25" Type="http://schemas.openxmlformats.org/officeDocument/2006/relationships/image" Target="../media/image597.png"/><Relationship Id="rId2" Type="http://schemas.openxmlformats.org/officeDocument/2006/relationships/image" Target="../media/image583.png"/><Relationship Id="rId16" Type="http://schemas.openxmlformats.org/officeDocument/2006/relationships/image" Target="../media/image592.png"/><Relationship Id="rId20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588.png"/><Relationship Id="rId24" Type="http://schemas.openxmlformats.org/officeDocument/2006/relationships/image" Target="../media/image596.png"/><Relationship Id="rId5" Type="http://schemas.openxmlformats.org/officeDocument/2006/relationships/image" Target="../media/image585.png"/><Relationship Id="rId15" Type="http://schemas.openxmlformats.org/officeDocument/2006/relationships/image" Target="../media/image591.png"/><Relationship Id="rId23" Type="http://schemas.openxmlformats.org/officeDocument/2006/relationships/image" Target="../media/image595.png"/><Relationship Id="rId10" Type="http://schemas.openxmlformats.org/officeDocument/2006/relationships/image" Target="../media/image151.png"/><Relationship Id="rId19" Type="http://schemas.openxmlformats.org/officeDocument/2006/relationships/image" Target="../media/image418.png"/><Relationship Id="rId4" Type="http://schemas.openxmlformats.org/officeDocument/2006/relationships/image" Target="../media/image584.png"/><Relationship Id="rId9" Type="http://schemas.openxmlformats.org/officeDocument/2006/relationships/image" Target="../media/image587.png"/><Relationship Id="rId14" Type="http://schemas.openxmlformats.org/officeDocument/2006/relationships/image" Target="../media/image590.png"/><Relationship Id="rId22" Type="http://schemas.openxmlformats.org/officeDocument/2006/relationships/image" Target="../media/image461.png"/><Relationship Id="rId27" Type="http://schemas.openxmlformats.org/officeDocument/2006/relationships/image" Target="../media/image5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59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13" Type="http://schemas.openxmlformats.org/officeDocument/2006/relationships/image" Target="../media/image612.png"/><Relationship Id="rId18" Type="http://schemas.openxmlformats.org/officeDocument/2006/relationships/image" Target="../media/image594.png"/><Relationship Id="rId3" Type="http://schemas.openxmlformats.org/officeDocument/2006/relationships/image" Target="../media/image602.png"/><Relationship Id="rId21" Type="http://schemas.openxmlformats.org/officeDocument/2006/relationships/image" Target="../media/image418.png"/><Relationship Id="rId7" Type="http://schemas.openxmlformats.org/officeDocument/2006/relationships/image" Target="../media/image606.png"/><Relationship Id="rId12" Type="http://schemas.openxmlformats.org/officeDocument/2006/relationships/image" Target="../media/image611.png"/><Relationship Id="rId17" Type="http://schemas.openxmlformats.org/officeDocument/2006/relationships/image" Target="../media/image614.png"/><Relationship Id="rId25" Type="http://schemas.openxmlformats.org/officeDocument/2006/relationships/image" Target="../media/image620.png"/><Relationship Id="rId2" Type="http://schemas.openxmlformats.org/officeDocument/2006/relationships/image" Target="../media/image601.png"/><Relationship Id="rId16" Type="http://schemas.openxmlformats.org/officeDocument/2006/relationships/image" Target="../media/image109.png"/><Relationship Id="rId20" Type="http://schemas.openxmlformats.org/officeDocument/2006/relationships/image" Target="../media/image6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5.png"/><Relationship Id="rId11" Type="http://schemas.openxmlformats.org/officeDocument/2006/relationships/image" Target="../media/image610.png"/><Relationship Id="rId24" Type="http://schemas.openxmlformats.org/officeDocument/2006/relationships/image" Target="../media/image619.png"/><Relationship Id="rId5" Type="http://schemas.openxmlformats.org/officeDocument/2006/relationships/image" Target="../media/image604.png"/><Relationship Id="rId15" Type="http://schemas.openxmlformats.org/officeDocument/2006/relationships/image" Target="../media/image142.png"/><Relationship Id="rId23" Type="http://schemas.openxmlformats.org/officeDocument/2006/relationships/image" Target="../media/image618.png"/><Relationship Id="rId10" Type="http://schemas.openxmlformats.org/officeDocument/2006/relationships/image" Target="../media/image609.png"/><Relationship Id="rId19" Type="http://schemas.openxmlformats.org/officeDocument/2006/relationships/image" Target="../media/image615.png"/><Relationship Id="rId4" Type="http://schemas.openxmlformats.org/officeDocument/2006/relationships/image" Target="../media/image603.png"/><Relationship Id="rId9" Type="http://schemas.openxmlformats.org/officeDocument/2006/relationships/image" Target="../media/image608.png"/><Relationship Id="rId14" Type="http://schemas.openxmlformats.org/officeDocument/2006/relationships/image" Target="../media/image613.png"/><Relationship Id="rId22" Type="http://schemas.openxmlformats.org/officeDocument/2006/relationships/image" Target="../media/image61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13" Type="http://schemas.openxmlformats.org/officeDocument/2006/relationships/image" Target="../media/image624.png"/><Relationship Id="rId18" Type="http://schemas.openxmlformats.org/officeDocument/2006/relationships/image" Target="../media/image596.png"/><Relationship Id="rId26" Type="http://schemas.openxmlformats.org/officeDocument/2006/relationships/image" Target="../media/image303.png"/><Relationship Id="rId39" Type="http://schemas.openxmlformats.org/officeDocument/2006/relationships/image" Target="../media/image641.png"/><Relationship Id="rId3" Type="http://schemas.openxmlformats.org/officeDocument/2006/relationships/image" Target="../media/image602.png"/><Relationship Id="rId21" Type="http://schemas.openxmlformats.org/officeDocument/2006/relationships/image" Target="../media/image103.png"/><Relationship Id="rId34" Type="http://schemas.openxmlformats.org/officeDocument/2006/relationships/image" Target="../media/image637.png"/><Relationship Id="rId7" Type="http://schemas.openxmlformats.org/officeDocument/2006/relationships/image" Target="../media/image606.png"/><Relationship Id="rId12" Type="http://schemas.openxmlformats.org/officeDocument/2006/relationships/image" Target="../media/image623.png"/><Relationship Id="rId17" Type="http://schemas.openxmlformats.org/officeDocument/2006/relationships/image" Target="../media/image628.png"/><Relationship Id="rId25" Type="http://schemas.openxmlformats.org/officeDocument/2006/relationships/image" Target="../media/image632.png"/><Relationship Id="rId33" Type="http://schemas.openxmlformats.org/officeDocument/2006/relationships/image" Target="../media/image615.png"/><Relationship Id="rId38" Type="http://schemas.openxmlformats.org/officeDocument/2006/relationships/image" Target="../media/image640.png"/><Relationship Id="rId2" Type="http://schemas.openxmlformats.org/officeDocument/2006/relationships/image" Target="../media/image621.png"/><Relationship Id="rId16" Type="http://schemas.openxmlformats.org/officeDocument/2006/relationships/image" Target="../media/image627.png"/><Relationship Id="rId20" Type="http://schemas.openxmlformats.org/officeDocument/2006/relationships/image" Target="../media/image114.png"/><Relationship Id="rId29" Type="http://schemas.openxmlformats.org/officeDocument/2006/relationships/image" Target="../media/image6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5.png"/><Relationship Id="rId11" Type="http://schemas.openxmlformats.org/officeDocument/2006/relationships/image" Target="../media/image622.png"/><Relationship Id="rId24" Type="http://schemas.openxmlformats.org/officeDocument/2006/relationships/image" Target="../media/image631.png"/><Relationship Id="rId32" Type="http://schemas.openxmlformats.org/officeDocument/2006/relationships/image" Target="../media/image613.png"/><Relationship Id="rId37" Type="http://schemas.openxmlformats.org/officeDocument/2006/relationships/image" Target="../media/image639.png"/><Relationship Id="rId5" Type="http://schemas.openxmlformats.org/officeDocument/2006/relationships/image" Target="../media/image604.png"/><Relationship Id="rId15" Type="http://schemas.openxmlformats.org/officeDocument/2006/relationships/image" Target="../media/image626.png"/><Relationship Id="rId23" Type="http://schemas.openxmlformats.org/officeDocument/2006/relationships/image" Target="../media/image630.png"/><Relationship Id="rId28" Type="http://schemas.openxmlformats.org/officeDocument/2006/relationships/image" Target="../media/image409.png"/><Relationship Id="rId36" Type="http://schemas.openxmlformats.org/officeDocument/2006/relationships/image" Target="../media/image638.png"/><Relationship Id="rId10" Type="http://schemas.openxmlformats.org/officeDocument/2006/relationships/image" Target="../media/image384.png"/><Relationship Id="rId19" Type="http://schemas.openxmlformats.org/officeDocument/2006/relationships/image" Target="../media/image597.png"/><Relationship Id="rId31" Type="http://schemas.openxmlformats.org/officeDocument/2006/relationships/image" Target="../media/image636.png"/><Relationship Id="rId4" Type="http://schemas.openxmlformats.org/officeDocument/2006/relationships/image" Target="../media/image603.png"/><Relationship Id="rId9" Type="http://schemas.openxmlformats.org/officeDocument/2006/relationships/image" Target="../media/image608.png"/><Relationship Id="rId14" Type="http://schemas.openxmlformats.org/officeDocument/2006/relationships/image" Target="../media/image625.png"/><Relationship Id="rId22" Type="http://schemas.openxmlformats.org/officeDocument/2006/relationships/image" Target="../media/image629.png"/><Relationship Id="rId27" Type="http://schemas.openxmlformats.org/officeDocument/2006/relationships/image" Target="../media/image633.png"/><Relationship Id="rId30" Type="http://schemas.openxmlformats.org/officeDocument/2006/relationships/image" Target="../media/image635.png"/><Relationship Id="rId35" Type="http://schemas.openxmlformats.org/officeDocument/2006/relationships/image" Target="../media/image4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3.png"/><Relationship Id="rId2" Type="http://schemas.openxmlformats.org/officeDocument/2006/relationships/image" Target="../media/image64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652.png"/><Relationship Id="rId18" Type="http://schemas.openxmlformats.org/officeDocument/2006/relationships/image" Target="../media/image655.png"/><Relationship Id="rId3" Type="http://schemas.openxmlformats.org/officeDocument/2006/relationships/image" Target="../media/image645.png"/><Relationship Id="rId21" Type="http://schemas.openxmlformats.org/officeDocument/2006/relationships/image" Target="../media/image658.png"/><Relationship Id="rId7" Type="http://schemas.openxmlformats.org/officeDocument/2006/relationships/image" Target="../media/image99.png"/><Relationship Id="rId12" Type="http://schemas.openxmlformats.org/officeDocument/2006/relationships/image" Target="../media/image651.png"/><Relationship Id="rId17" Type="http://schemas.openxmlformats.org/officeDocument/2006/relationships/image" Target="../media/image654.png"/><Relationship Id="rId2" Type="http://schemas.openxmlformats.org/officeDocument/2006/relationships/image" Target="../media/image644.png"/><Relationship Id="rId16" Type="http://schemas.openxmlformats.org/officeDocument/2006/relationships/image" Target="../media/image653.png"/><Relationship Id="rId20" Type="http://schemas.openxmlformats.org/officeDocument/2006/relationships/image" Target="../media/image6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7.png"/><Relationship Id="rId11" Type="http://schemas.openxmlformats.org/officeDocument/2006/relationships/image" Target="../media/image650.png"/><Relationship Id="rId24" Type="http://schemas.openxmlformats.org/officeDocument/2006/relationships/image" Target="../media/image661.png"/><Relationship Id="rId5" Type="http://schemas.openxmlformats.org/officeDocument/2006/relationships/image" Target="../media/image646.png"/><Relationship Id="rId15" Type="http://schemas.openxmlformats.org/officeDocument/2006/relationships/image" Target="../media/image461.png"/><Relationship Id="rId23" Type="http://schemas.openxmlformats.org/officeDocument/2006/relationships/image" Target="../media/image660.png"/><Relationship Id="rId10" Type="http://schemas.openxmlformats.org/officeDocument/2006/relationships/image" Target="../media/image649.png"/><Relationship Id="rId19" Type="http://schemas.openxmlformats.org/officeDocument/2006/relationships/image" Target="../media/image656.png"/><Relationship Id="rId4" Type="http://schemas.openxmlformats.org/officeDocument/2006/relationships/image" Target="../media/image631.png"/><Relationship Id="rId9" Type="http://schemas.openxmlformats.org/officeDocument/2006/relationships/image" Target="../media/image648.png"/><Relationship Id="rId14" Type="http://schemas.openxmlformats.org/officeDocument/2006/relationships/image" Target="../media/image425.png"/><Relationship Id="rId22" Type="http://schemas.openxmlformats.org/officeDocument/2006/relationships/image" Target="../media/image6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3.png"/><Relationship Id="rId2" Type="http://schemas.openxmlformats.org/officeDocument/2006/relationships/image" Target="../media/image66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13" Type="http://schemas.openxmlformats.org/officeDocument/2006/relationships/image" Target="../media/image675.png"/><Relationship Id="rId18" Type="http://schemas.openxmlformats.org/officeDocument/2006/relationships/image" Target="../media/image680.png"/><Relationship Id="rId26" Type="http://schemas.openxmlformats.org/officeDocument/2006/relationships/image" Target="../media/image688.png"/><Relationship Id="rId39" Type="http://schemas.openxmlformats.org/officeDocument/2006/relationships/image" Target="../media/image701.png"/><Relationship Id="rId3" Type="http://schemas.openxmlformats.org/officeDocument/2006/relationships/image" Target="../media/image665.png"/><Relationship Id="rId21" Type="http://schemas.openxmlformats.org/officeDocument/2006/relationships/image" Target="../media/image683.png"/><Relationship Id="rId34" Type="http://schemas.openxmlformats.org/officeDocument/2006/relationships/image" Target="../media/image696.png"/><Relationship Id="rId7" Type="http://schemas.openxmlformats.org/officeDocument/2006/relationships/image" Target="../media/image669.png"/><Relationship Id="rId12" Type="http://schemas.openxmlformats.org/officeDocument/2006/relationships/image" Target="../media/image674.png"/><Relationship Id="rId17" Type="http://schemas.openxmlformats.org/officeDocument/2006/relationships/image" Target="../media/image679.png"/><Relationship Id="rId25" Type="http://schemas.openxmlformats.org/officeDocument/2006/relationships/image" Target="../media/image687.png"/><Relationship Id="rId33" Type="http://schemas.openxmlformats.org/officeDocument/2006/relationships/image" Target="../media/image695.png"/><Relationship Id="rId38" Type="http://schemas.openxmlformats.org/officeDocument/2006/relationships/image" Target="../media/image700.png"/><Relationship Id="rId2" Type="http://schemas.openxmlformats.org/officeDocument/2006/relationships/image" Target="../media/image664.png"/><Relationship Id="rId16" Type="http://schemas.openxmlformats.org/officeDocument/2006/relationships/image" Target="../media/image678.png"/><Relationship Id="rId20" Type="http://schemas.openxmlformats.org/officeDocument/2006/relationships/image" Target="../media/image682.png"/><Relationship Id="rId29" Type="http://schemas.openxmlformats.org/officeDocument/2006/relationships/image" Target="../media/image6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8.png"/><Relationship Id="rId11" Type="http://schemas.openxmlformats.org/officeDocument/2006/relationships/image" Target="../media/image673.png"/><Relationship Id="rId24" Type="http://schemas.openxmlformats.org/officeDocument/2006/relationships/image" Target="../media/image686.png"/><Relationship Id="rId32" Type="http://schemas.openxmlformats.org/officeDocument/2006/relationships/image" Target="../media/image694.png"/><Relationship Id="rId37" Type="http://schemas.openxmlformats.org/officeDocument/2006/relationships/image" Target="../media/image699.png"/><Relationship Id="rId5" Type="http://schemas.openxmlformats.org/officeDocument/2006/relationships/image" Target="../media/image667.png"/><Relationship Id="rId15" Type="http://schemas.openxmlformats.org/officeDocument/2006/relationships/image" Target="../media/image677.png"/><Relationship Id="rId23" Type="http://schemas.openxmlformats.org/officeDocument/2006/relationships/image" Target="../media/image685.png"/><Relationship Id="rId28" Type="http://schemas.openxmlformats.org/officeDocument/2006/relationships/image" Target="../media/image690.png"/><Relationship Id="rId36" Type="http://schemas.openxmlformats.org/officeDocument/2006/relationships/image" Target="../media/image698.png"/><Relationship Id="rId10" Type="http://schemas.openxmlformats.org/officeDocument/2006/relationships/image" Target="../media/image672.png"/><Relationship Id="rId19" Type="http://schemas.openxmlformats.org/officeDocument/2006/relationships/image" Target="../media/image681.png"/><Relationship Id="rId31" Type="http://schemas.openxmlformats.org/officeDocument/2006/relationships/image" Target="../media/image693.png"/><Relationship Id="rId4" Type="http://schemas.openxmlformats.org/officeDocument/2006/relationships/image" Target="../media/image666.png"/><Relationship Id="rId9" Type="http://schemas.openxmlformats.org/officeDocument/2006/relationships/image" Target="../media/image671.png"/><Relationship Id="rId14" Type="http://schemas.openxmlformats.org/officeDocument/2006/relationships/image" Target="../media/image676.png"/><Relationship Id="rId22" Type="http://schemas.openxmlformats.org/officeDocument/2006/relationships/image" Target="../media/image684.png"/><Relationship Id="rId27" Type="http://schemas.openxmlformats.org/officeDocument/2006/relationships/image" Target="../media/image689.png"/><Relationship Id="rId30" Type="http://schemas.openxmlformats.org/officeDocument/2006/relationships/image" Target="../media/image692.png"/><Relationship Id="rId35" Type="http://schemas.openxmlformats.org/officeDocument/2006/relationships/image" Target="../media/image69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3.png"/><Relationship Id="rId2" Type="http://schemas.openxmlformats.org/officeDocument/2006/relationships/image" Target="../media/image70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715.png"/><Relationship Id="rId3" Type="http://schemas.openxmlformats.org/officeDocument/2006/relationships/image" Target="../media/image705.png"/><Relationship Id="rId7" Type="http://schemas.openxmlformats.org/officeDocument/2006/relationships/image" Target="../media/image709.png"/><Relationship Id="rId12" Type="http://schemas.openxmlformats.org/officeDocument/2006/relationships/image" Target="../media/image714.png"/><Relationship Id="rId2" Type="http://schemas.openxmlformats.org/officeDocument/2006/relationships/image" Target="../media/image7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8.png"/><Relationship Id="rId11" Type="http://schemas.openxmlformats.org/officeDocument/2006/relationships/image" Target="../media/image713.png"/><Relationship Id="rId5" Type="http://schemas.openxmlformats.org/officeDocument/2006/relationships/image" Target="../media/image707.png"/><Relationship Id="rId10" Type="http://schemas.openxmlformats.org/officeDocument/2006/relationships/image" Target="../media/image712.png"/><Relationship Id="rId4" Type="http://schemas.openxmlformats.org/officeDocument/2006/relationships/image" Target="../media/image706.png"/><Relationship Id="rId9" Type="http://schemas.openxmlformats.org/officeDocument/2006/relationships/image" Target="../media/image71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9.png"/><Relationship Id="rId13" Type="http://schemas.openxmlformats.org/officeDocument/2006/relationships/image" Target="../media/image714.png"/><Relationship Id="rId3" Type="http://schemas.openxmlformats.org/officeDocument/2006/relationships/image" Target="../media/image716.png"/><Relationship Id="rId7" Type="http://schemas.openxmlformats.org/officeDocument/2006/relationships/image" Target="../media/image718.png"/><Relationship Id="rId12" Type="http://schemas.openxmlformats.org/officeDocument/2006/relationships/image" Target="../media/image713.png"/><Relationship Id="rId2" Type="http://schemas.openxmlformats.org/officeDocument/2006/relationships/image" Target="../media/image7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8.png"/><Relationship Id="rId11" Type="http://schemas.openxmlformats.org/officeDocument/2006/relationships/image" Target="../media/image720.png"/><Relationship Id="rId5" Type="http://schemas.openxmlformats.org/officeDocument/2006/relationships/image" Target="../media/image707.png"/><Relationship Id="rId10" Type="http://schemas.openxmlformats.org/officeDocument/2006/relationships/image" Target="../media/image710.png"/><Relationship Id="rId4" Type="http://schemas.openxmlformats.org/officeDocument/2006/relationships/image" Target="../media/image717.png"/><Relationship Id="rId9" Type="http://schemas.openxmlformats.org/officeDocument/2006/relationships/image" Target="../media/image709.png"/><Relationship Id="rId14" Type="http://schemas.openxmlformats.org/officeDocument/2006/relationships/image" Target="../media/image72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8.png"/><Relationship Id="rId13" Type="http://schemas.openxmlformats.org/officeDocument/2006/relationships/image" Target="../media/image710.png"/><Relationship Id="rId3" Type="http://schemas.openxmlformats.org/officeDocument/2006/relationships/image" Target="../media/image722.png"/><Relationship Id="rId7" Type="http://schemas.openxmlformats.org/officeDocument/2006/relationships/image" Target="../media/image709.png"/><Relationship Id="rId12" Type="http://schemas.openxmlformats.org/officeDocument/2006/relationships/image" Target="../media/image726.png"/><Relationship Id="rId2" Type="http://schemas.openxmlformats.org/officeDocument/2006/relationships/image" Target="../media/image7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4.png"/><Relationship Id="rId11" Type="http://schemas.openxmlformats.org/officeDocument/2006/relationships/image" Target="../media/image714.png"/><Relationship Id="rId5" Type="http://schemas.openxmlformats.org/officeDocument/2006/relationships/image" Target="../media/image723.png"/><Relationship Id="rId10" Type="http://schemas.openxmlformats.org/officeDocument/2006/relationships/image" Target="../media/image713.png"/><Relationship Id="rId4" Type="http://schemas.openxmlformats.org/officeDocument/2006/relationships/image" Target="../media/image707.png"/><Relationship Id="rId9" Type="http://schemas.openxmlformats.org/officeDocument/2006/relationships/image" Target="../media/image725.png"/><Relationship Id="rId14" Type="http://schemas.openxmlformats.org/officeDocument/2006/relationships/image" Target="../media/image72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3.png"/><Relationship Id="rId13" Type="http://schemas.openxmlformats.org/officeDocument/2006/relationships/image" Target="../media/image710.png"/><Relationship Id="rId3" Type="http://schemas.openxmlformats.org/officeDocument/2006/relationships/image" Target="../media/image728.png"/><Relationship Id="rId7" Type="http://schemas.openxmlformats.org/officeDocument/2006/relationships/image" Target="../media/image732.png"/><Relationship Id="rId12" Type="http://schemas.openxmlformats.org/officeDocument/2006/relationships/image" Target="../media/image709.png"/><Relationship Id="rId17" Type="http://schemas.openxmlformats.org/officeDocument/2006/relationships/image" Target="../media/image739.png"/><Relationship Id="rId2" Type="http://schemas.openxmlformats.org/officeDocument/2006/relationships/image" Target="../media/image704.png"/><Relationship Id="rId16" Type="http://schemas.openxmlformats.org/officeDocument/2006/relationships/image" Target="../media/image7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1.png"/><Relationship Id="rId11" Type="http://schemas.openxmlformats.org/officeDocument/2006/relationships/image" Target="../media/image736.png"/><Relationship Id="rId5" Type="http://schemas.openxmlformats.org/officeDocument/2006/relationships/image" Target="../media/image730.png"/><Relationship Id="rId15" Type="http://schemas.openxmlformats.org/officeDocument/2006/relationships/image" Target="../media/image713.png"/><Relationship Id="rId10" Type="http://schemas.openxmlformats.org/officeDocument/2006/relationships/image" Target="../media/image735.png"/><Relationship Id="rId4" Type="http://schemas.openxmlformats.org/officeDocument/2006/relationships/image" Target="../media/image729.png"/><Relationship Id="rId9" Type="http://schemas.openxmlformats.org/officeDocument/2006/relationships/image" Target="../media/image734.png"/><Relationship Id="rId14" Type="http://schemas.openxmlformats.org/officeDocument/2006/relationships/image" Target="../media/image7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7" Type="http://schemas.openxmlformats.org/officeDocument/2006/relationships/image" Target="../media/image745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4.png"/><Relationship Id="rId5" Type="http://schemas.openxmlformats.org/officeDocument/2006/relationships/image" Target="../media/image743.png"/><Relationship Id="rId4" Type="http://schemas.openxmlformats.org/officeDocument/2006/relationships/image" Target="../media/image74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9.png"/><Relationship Id="rId3" Type="http://schemas.openxmlformats.org/officeDocument/2006/relationships/image" Target="../media/image746.png"/><Relationship Id="rId7" Type="http://schemas.openxmlformats.org/officeDocument/2006/relationships/image" Target="../media/image748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7.png"/><Relationship Id="rId5" Type="http://schemas.openxmlformats.org/officeDocument/2006/relationships/image" Target="../media/image714.png"/><Relationship Id="rId4" Type="http://schemas.openxmlformats.org/officeDocument/2006/relationships/image" Target="../media/image74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6.png"/><Relationship Id="rId3" Type="http://schemas.openxmlformats.org/officeDocument/2006/relationships/image" Target="../media/image751.png"/><Relationship Id="rId7" Type="http://schemas.openxmlformats.org/officeDocument/2006/relationships/image" Target="../media/image755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54.png"/><Relationship Id="rId5" Type="http://schemas.openxmlformats.org/officeDocument/2006/relationships/image" Target="../media/image753.png"/><Relationship Id="rId4" Type="http://schemas.openxmlformats.org/officeDocument/2006/relationships/image" Target="../media/image75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2.png"/><Relationship Id="rId3" Type="http://schemas.openxmlformats.org/officeDocument/2006/relationships/image" Target="../media/image758.png"/><Relationship Id="rId7" Type="http://schemas.openxmlformats.org/officeDocument/2006/relationships/image" Target="../media/image761.png"/><Relationship Id="rId2" Type="http://schemas.openxmlformats.org/officeDocument/2006/relationships/image" Target="../media/image75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0.png"/><Relationship Id="rId5" Type="http://schemas.openxmlformats.org/officeDocument/2006/relationships/image" Target="../media/image753.png"/><Relationship Id="rId4" Type="http://schemas.openxmlformats.org/officeDocument/2006/relationships/image" Target="../media/image75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8.png"/><Relationship Id="rId3" Type="http://schemas.openxmlformats.org/officeDocument/2006/relationships/image" Target="../media/image764.png"/><Relationship Id="rId7" Type="http://schemas.openxmlformats.org/officeDocument/2006/relationships/image" Target="../media/image767.png"/><Relationship Id="rId2" Type="http://schemas.openxmlformats.org/officeDocument/2006/relationships/image" Target="../media/image76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6.png"/><Relationship Id="rId5" Type="http://schemas.openxmlformats.org/officeDocument/2006/relationships/image" Target="../media/image753.png"/><Relationship Id="rId4" Type="http://schemas.openxmlformats.org/officeDocument/2006/relationships/image" Target="../media/image76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7" Type="http://schemas.openxmlformats.org/officeDocument/2006/relationships/image" Target="../media/image773.png"/><Relationship Id="rId2" Type="http://schemas.openxmlformats.org/officeDocument/2006/relationships/image" Target="../media/image76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72.png"/><Relationship Id="rId5" Type="http://schemas.openxmlformats.org/officeDocument/2006/relationships/image" Target="../media/image753.png"/><Relationship Id="rId4" Type="http://schemas.openxmlformats.org/officeDocument/2006/relationships/image" Target="../media/image77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9.png"/><Relationship Id="rId3" Type="http://schemas.openxmlformats.org/officeDocument/2006/relationships/image" Target="../media/image775.png"/><Relationship Id="rId7" Type="http://schemas.openxmlformats.org/officeDocument/2006/relationships/image" Target="../media/image778.png"/><Relationship Id="rId2" Type="http://schemas.openxmlformats.org/officeDocument/2006/relationships/image" Target="../media/image7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77.png"/><Relationship Id="rId5" Type="http://schemas.openxmlformats.org/officeDocument/2006/relationships/image" Target="../media/image753.png"/><Relationship Id="rId4" Type="http://schemas.openxmlformats.org/officeDocument/2006/relationships/image" Target="../media/image77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5.png"/><Relationship Id="rId3" Type="http://schemas.openxmlformats.org/officeDocument/2006/relationships/image" Target="../media/image781.png"/><Relationship Id="rId7" Type="http://schemas.openxmlformats.org/officeDocument/2006/relationships/image" Target="../media/image784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3.png"/><Relationship Id="rId5" Type="http://schemas.openxmlformats.org/officeDocument/2006/relationships/image" Target="../media/image753.png"/><Relationship Id="rId4" Type="http://schemas.openxmlformats.org/officeDocument/2006/relationships/image" Target="../media/image782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0.png"/><Relationship Id="rId3" Type="http://schemas.openxmlformats.org/officeDocument/2006/relationships/image" Target="../media/image787.png"/><Relationship Id="rId7" Type="http://schemas.openxmlformats.org/officeDocument/2006/relationships/image" Target="../media/image789.png"/><Relationship Id="rId2" Type="http://schemas.openxmlformats.org/officeDocument/2006/relationships/image" Target="../media/image78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8.png"/><Relationship Id="rId5" Type="http://schemas.openxmlformats.org/officeDocument/2006/relationships/image" Target="../media/image753.png"/><Relationship Id="rId4" Type="http://schemas.openxmlformats.org/officeDocument/2006/relationships/image" Target="../media/image765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7.png"/><Relationship Id="rId3" Type="http://schemas.openxmlformats.org/officeDocument/2006/relationships/image" Target="../media/image792.png"/><Relationship Id="rId7" Type="http://schemas.openxmlformats.org/officeDocument/2006/relationships/image" Target="../media/image796.png"/><Relationship Id="rId2" Type="http://schemas.openxmlformats.org/officeDocument/2006/relationships/image" Target="../media/image79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95.png"/><Relationship Id="rId5" Type="http://schemas.openxmlformats.org/officeDocument/2006/relationships/image" Target="../media/image794.png"/><Relationship Id="rId4" Type="http://schemas.openxmlformats.org/officeDocument/2006/relationships/image" Target="../media/image79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3.png"/><Relationship Id="rId3" Type="http://schemas.openxmlformats.org/officeDocument/2006/relationships/image" Target="../media/image799.png"/><Relationship Id="rId7" Type="http://schemas.openxmlformats.org/officeDocument/2006/relationships/image" Target="../media/image802.png"/><Relationship Id="rId2" Type="http://schemas.openxmlformats.org/officeDocument/2006/relationships/image" Target="../media/image79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01.png"/><Relationship Id="rId5" Type="http://schemas.openxmlformats.org/officeDocument/2006/relationships/image" Target="../media/image794.png"/><Relationship Id="rId4" Type="http://schemas.openxmlformats.org/officeDocument/2006/relationships/image" Target="../media/image80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9.png"/><Relationship Id="rId3" Type="http://schemas.openxmlformats.org/officeDocument/2006/relationships/image" Target="../media/image805.png"/><Relationship Id="rId7" Type="http://schemas.openxmlformats.org/officeDocument/2006/relationships/image" Target="../media/image808.png"/><Relationship Id="rId12" Type="http://schemas.openxmlformats.org/officeDocument/2006/relationships/image" Target="../media/image813.png"/><Relationship Id="rId2" Type="http://schemas.openxmlformats.org/officeDocument/2006/relationships/image" Target="../media/image8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7.png"/><Relationship Id="rId11" Type="http://schemas.openxmlformats.org/officeDocument/2006/relationships/image" Target="../media/image812.png"/><Relationship Id="rId5" Type="http://schemas.openxmlformats.org/officeDocument/2006/relationships/image" Target="../media/image794.png"/><Relationship Id="rId10" Type="http://schemas.openxmlformats.org/officeDocument/2006/relationships/image" Target="../media/image811.png"/><Relationship Id="rId4" Type="http://schemas.openxmlformats.org/officeDocument/2006/relationships/image" Target="../media/image806.png"/><Relationship Id="rId9" Type="http://schemas.openxmlformats.org/officeDocument/2006/relationships/image" Target="../media/image81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9.png"/><Relationship Id="rId13" Type="http://schemas.openxmlformats.org/officeDocument/2006/relationships/image" Target="../media/image823.png"/><Relationship Id="rId18" Type="http://schemas.openxmlformats.org/officeDocument/2006/relationships/image" Target="../media/image828.png"/><Relationship Id="rId3" Type="http://schemas.openxmlformats.org/officeDocument/2006/relationships/image" Target="../media/image815.png"/><Relationship Id="rId7" Type="http://schemas.openxmlformats.org/officeDocument/2006/relationships/image" Target="../media/image818.png"/><Relationship Id="rId12" Type="http://schemas.openxmlformats.org/officeDocument/2006/relationships/image" Target="../media/image822.png"/><Relationship Id="rId17" Type="http://schemas.openxmlformats.org/officeDocument/2006/relationships/image" Target="../media/image827.png"/><Relationship Id="rId2" Type="http://schemas.openxmlformats.org/officeDocument/2006/relationships/image" Target="../media/image814.png"/><Relationship Id="rId16" Type="http://schemas.openxmlformats.org/officeDocument/2006/relationships/image" Target="../media/image8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2.png"/><Relationship Id="rId11" Type="http://schemas.openxmlformats.org/officeDocument/2006/relationships/image" Target="../media/image821.png"/><Relationship Id="rId5" Type="http://schemas.openxmlformats.org/officeDocument/2006/relationships/image" Target="../media/image817.png"/><Relationship Id="rId15" Type="http://schemas.openxmlformats.org/officeDocument/2006/relationships/image" Target="../media/image825.png"/><Relationship Id="rId10" Type="http://schemas.openxmlformats.org/officeDocument/2006/relationships/image" Target="../media/image820.png"/><Relationship Id="rId19" Type="http://schemas.openxmlformats.org/officeDocument/2006/relationships/image" Target="../media/image829.png"/><Relationship Id="rId4" Type="http://schemas.openxmlformats.org/officeDocument/2006/relationships/image" Target="../media/image816.png"/><Relationship Id="rId9" Type="http://schemas.openxmlformats.org/officeDocument/2006/relationships/image" Target="../media/image689.png"/><Relationship Id="rId14" Type="http://schemas.openxmlformats.org/officeDocument/2006/relationships/image" Target="../media/image82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9.png"/><Relationship Id="rId13" Type="http://schemas.openxmlformats.org/officeDocument/2006/relationships/image" Target="../media/image823.png"/><Relationship Id="rId18" Type="http://schemas.openxmlformats.org/officeDocument/2006/relationships/image" Target="../media/image828.png"/><Relationship Id="rId3" Type="http://schemas.openxmlformats.org/officeDocument/2006/relationships/image" Target="../media/image815.png"/><Relationship Id="rId7" Type="http://schemas.openxmlformats.org/officeDocument/2006/relationships/image" Target="../media/image818.png"/><Relationship Id="rId12" Type="http://schemas.openxmlformats.org/officeDocument/2006/relationships/image" Target="../media/image822.png"/><Relationship Id="rId17" Type="http://schemas.openxmlformats.org/officeDocument/2006/relationships/image" Target="../media/image827.png"/><Relationship Id="rId2" Type="http://schemas.openxmlformats.org/officeDocument/2006/relationships/image" Target="../media/image814.png"/><Relationship Id="rId16" Type="http://schemas.openxmlformats.org/officeDocument/2006/relationships/image" Target="../media/image8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2.png"/><Relationship Id="rId11" Type="http://schemas.openxmlformats.org/officeDocument/2006/relationships/image" Target="../media/image821.png"/><Relationship Id="rId5" Type="http://schemas.openxmlformats.org/officeDocument/2006/relationships/image" Target="../media/image817.png"/><Relationship Id="rId15" Type="http://schemas.openxmlformats.org/officeDocument/2006/relationships/image" Target="../media/image825.png"/><Relationship Id="rId10" Type="http://schemas.openxmlformats.org/officeDocument/2006/relationships/image" Target="../media/image820.png"/><Relationship Id="rId19" Type="http://schemas.openxmlformats.org/officeDocument/2006/relationships/image" Target="../media/image829.png"/><Relationship Id="rId4" Type="http://schemas.openxmlformats.org/officeDocument/2006/relationships/image" Target="../media/image816.png"/><Relationship Id="rId9" Type="http://schemas.openxmlformats.org/officeDocument/2006/relationships/image" Target="../media/image689.png"/><Relationship Id="rId14" Type="http://schemas.openxmlformats.org/officeDocument/2006/relationships/image" Target="../media/image82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6.png"/><Relationship Id="rId13" Type="http://schemas.openxmlformats.org/officeDocument/2006/relationships/image" Target="../media/image841.png"/><Relationship Id="rId18" Type="http://schemas.openxmlformats.org/officeDocument/2006/relationships/image" Target="../media/image846.png"/><Relationship Id="rId3" Type="http://schemas.openxmlformats.org/officeDocument/2006/relationships/image" Target="../media/image831.png"/><Relationship Id="rId7" Type="http://schemas.openxmlformats.org/officeDocument/2006/relationships/image" Target="../media/image835.png"/><Relationship Id="rId12" Type="http://schemas.openxmlformats.org/officeDocument/2006/relationships/image" Target="../media/image840.png"/><Relationship Id="rId17" Type="http://schemas.openxmlformats.org/officeDocument/2006/relationships/image" Target="../media/image845.png"/><Relationship Id="rId2" Type="http://schemas.openxmlformats.org/officeDocument/2006/relationships/image" Target="../media/image830.png"/><Relationship Id="rId16" Type="http://schemas.openxmlformats.org/officeDocument/2006/relationships/image" Target="../media/image8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4.png"/><Relationship Id="rId11" Type="http://schemas.openxmlformats.org/officeDocument/2006/relationships/image" Target="../media/image839.png"/><Relationship Id="rId5" Type="http://schemas.openxmlformats.org/officeDocument/2006/relationships/image" Target="../media/image833.png"/><Relationship Id="rId15" Type="http://schemas.openxmlformats.org/officeDocument/2006/relationships/image" Target="../media/image843.png"/><Relationship Id="rId10" Type="http://schemas.openxmlformats.org/officeDocument/2006/relationships/image" Target="../media/image838.png"/><Relationship Id="rId19" Type="http://schemas.openxmlformats.org/officeDocument/2006/relationships/image" Target="../media/image847.png"/><Relationship Id="rId4" Type="http://schemas.openxmlformats.org/officeDocument/2006/relationships/image" Target="../media/image832.png"/><Relationship Id="rId9" Type="http://schemas.openxmlformats.org/officeDocument/2006/relationships/image" Target="../media/image837.png"/><Relationship Id="rId14" Type="http://schemas.openxmlformats.org/officeDocument/2006/relationships/image" Target="../media/image84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2.png"/><Relationship Id="rId13" Type="http://schemas.openxmlformats.org/officeDocument/2006/relationships/image" Target="../media/image857.png"/><Relationship Id="rId18" Type="http://schemas.openxmlformats.org/officeDocument/2006/relationships/image" Target="../media/image862.png"/><Relationship Id="rId26" Type="http://schemas.openxmlformats.org/officeDocument/2006/relationships/image" Target="../media/image870.png"/><Relationship Id="rId3" Type="http://schemas.openxmlformats.org/officeDocument/2006/relationships/image" Target="../media/image831.png"/><Relationship Id="rId21" Type="http://schemas.openxmlformats.org/officeDocument/2006/relationships/image" Target="../media/image865.png"/><Relationship Id="rId34" Type="http://schemas.openxmlformats.org/officeDocument/2006/relationships/image" Target="../media/image877.png"/><Relationship Id="rId7" Type="http://schemas.openxmlformats.org/officeDocument/2006/relationships/image" Target="../media/image851.png"/><Relationship Id="rId12" Type="http://schemas.openxmlformats.org/officeDocument/2006/relationships/image" Target="../media/image856.png"/><Relationship Id="rId17" Type="http://schemas.openxmlformats.org/officeDocument/2006/relationships/image" Target="../media/image861.png"/><Relationship Id="rId25" Type="http://schemas.openxmlformats.org/officeDocument/2006/relationships/image" Target="../media/image869.png"/><Relationship Id="rId33" Type="http://schemas.openxmlformats.org/officeDocument/2006/relationships/image" Target="../media/image876.png"/><Relationship Id="rId2" Type="http://schemas.openxmlformats.org/officeDocument/2006/relationships/image" Target="../media/image830.png"/><Relationship Id="rId16" Type="http://schemas.openxmlformats.org/officeDocument/2006/relationships/image" Target="../media/image860.png"/><Relationship Id="rId20" Type="http://schemas.openxmlformats.org/officeDocument/2006/relationships/image" Target="../media/image864.png"/><Relationship Id="rId29" Type="http://schemas.openxmlformats.org/officeDocument/2006/relationships/image" Target="../media/image8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0.png"/><Relationship Id="rId11" Type="http://schemas.openxmlformats.org/officeDocument/2006/relationships/image" Target="../media/image855.png"/><Relationship Id="rId24" Type="http://schemas.openxmlformats.org/officeDocument/2006/relationships/image" Target="../media/image868.png"/><Relationship Id="rId32" Type="http://schemas.openxmlformats.org/officeDocument/2006/relationships/image" Target="../media/image875.png"/><Relationship Id="rId5" Type="http://schemas.openxmlformats.org/officeDocument/2006/relationships/image" Target="../media/image849.png"/><Relationship Id="rId15" Type="http://schemas.openxmlformats.org/officeDocument/2006/relationships/image" Target="../media/image859.png"/><Relationship Id="rId23" Type="http://schemas.openxmlformats.org/officeDocument/2006/relationships/image" Target="../media/image867.png"/><Relationship Id="rId28" Type="http://schemas.openxmlformats.org/officeDocument/2006/relationships/image" Target="../media/image872.png"/><Relationship Id="rId10" Type="http://schemas.openxmlformats.org/officeDocument/2006/relationships/image" Target="../media/image854.png"/><Relationship Id="rId19" Type="http://schemas.openxmlformats.org/officeDocument/2006/relationships/image" Target="../media/image863.png"/><Relationship Id="rId31" Type="http://schemas.openxmlformats.org/officeDocument/2006/relationships/image" Target="../media/image845.png"/><Relationship Id="rId4" Type="http://schemas.openxmlformats.org/officeDocument/2006/relationships/image" Target="../media/image848.png"/><Relationship Id="rId9" Type="http://schemas.openxmlformats.org/officeDocument/2006/relationships/image" Target="../media/image853.png"/><Relationship Id="rId14" Type="http://schemas.openxmlformats.org/officeDocument/2006/relationships/image" Target="../media/image858.png"/><Relationship Id="rId22" Type="http://schemas.openxmlformats.org/officeDocument/2006/relationships/image" Target="../media/image866.png"/><Relationship Id="rId27" Type="http://schemas.openxmlformats.org/officeDocument/2006/relationships/image" Target="../media/image871.png"/><Relationship Id="rId30" Type="http://schemas.openxmlformats.org/officeDocument/2006/relationships/image" Target="../media/image87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2.png"/><Relationship Id="rId13" Type="http://schemas.openxmlformats.org/officeDocument/2006/relationships/image" Target="../media/image856.png"/><Relationship Id="rId18" Type="http://schemas.openxmlformats.org/officeDocument/2006/relationships/image" Target="../media/image842.png"/><Relationship Id="rId26" Type="http://schemas.openxmlformats.org/officeDocument/2006/relationships/image" Target="../media/image896.png"/><Relationship Id="rId3" Type="http://schemas.openxmlformats.org/officeDocument/2006/relationships/image" Target="../media/image831.png"/><Relationship Id="rId21" Type="http://schemas.openxmlformats.org/officeDocument/2006/relationships/image" Target="../media/image891.png"/><Relationship Id="rId7" Type="http://schemas.openxmlformats.org/officeDocument/2006/relationships/image" Target="../media/image881.png"/><Relationship Id="rId12" Type="http://schemas.openxmlformats.org/officeDocument/2006/relationships/image" Target="../media/image884.png"/><Relationship Id="rId17" Type="http://schemas.openxmlformats.org/officeDocument/2006/relationships/image" Target="../media/image888.png"/><Relationship Id="rId25" Type="http://schemas.openxmlformats.org/officeDocument/2006/relationships/image" Target="../media/image895.png"/><Relationship Id="rId2" Type="http://schemas.openxmlformats.org/officeDocument/2006/relationships/image" Target="../media/image830.png"/><Relationship Id="rId16" Type="http://schemas.openxmlformats.org/officeDocument/2006/relationships/image" Target="../media/image887.png"/><Relationship Id="rId20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11" Type="http://schemas.openxmlformats.org/officeDocument/2006/relationships/image" Target="../media/image853.png"/><Relationship Id="rId24" Type="http://schemas.openxmlformats.org/officeDocument/2006/relationships/image" Target="../media/image894.png"/><Relationship Id="rId5" Type="http://schemas.openxmlformats.org/officeDocument/2006/relationships/image" Target="../media/image879.png"/><Relationship Id="rId15" Type="http://schemas.openxmlformats.org/officeDocument/2006/relationships/image" Target="../media/image886.png"/><Relationship Id="rId23" Type="http://schemas.openxmlformats.org/officeDocument/2006/relationships/image" Target="../media/image893.png"/><Relationship Id="rId10" Type="http://schemas.openxmlformats.org/officeDocument/2006/relationships/image" Target="../media/image841.png"/><Relationship Id="rId19" Type="http://schemas.openxmlformats.org/officeDocument/2006/relationships/image" Target="../media/image889.png"/><Relationship Id="rId4" Type="http://schemas.openxmlformats.org/officeDocument/2006/relationships/image" Target="../media/image878.png"/><Relationship Id="rId9" Type="http://schemas.openxmlformats.org/officeDocument/2006/relationships/image" Target="../media/image883.png"/><Relationship Id="rId14" Type="http://schemas.openxmlformats.org/officeDocument/2006/relationships/image" Target="../media/image885.png"/><Relationship Id="rId22" Type="http://schemas.openxmlformats.org/officeDocument/2006/relationships/image" Target="../media/image892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1.png"/><Relationship Id="rId13" Type="http://schemas.openxmlformats.org/officeDocument/2006/relationships/image" Target="../media/image904.png"/><Relationship Id="rId18" Type="http://schemas.openxmlformats.org/officeDocument/2006/relationships/image" Target="../media/image909.png"/><Relationship Id="rId26" Type="http://schemas.openxmlformats.org/officeDocument/2006/relationships/image" Target="../media/image842.png"/><Relationship Id="rId3" Type="http://schemas.openxmlformats.org/officeDocument/2006/relationships/image" Target="../media/image831.png"/><Relationship Id="rId21" Type="http://schemas.openxmlformats.org/officeDocument/2006/relationships/image" Target="../media/image911.png"/><Relationship Id="rId7" Type="http://schemas.openxmlformats.org/officeDocument/2006/relationships/image" Target="../media/image900.png"/><Relationship Id="rId12" Type="http://schemas.openxmlformats.org/officeDocument/2006/relationships/image" Target="../media/image903.png"/><Relationship Id="rId17" Type="http://schemas.openxmlformats.org/officeDocument/2006/relationships/image" Target="../media/image908.png"/><Relationship Id="rId25" Type="http://schemas.openxmlformats.org/officeDocument/2006/relationships/image" Target="../media/image915.png"/><Relationship Id="rId2" Type="http://schemas.openxmlformats.org/officeDocument/2006/relationships/image" Target="../media/image830.png"/><Relationship Id="rId16" Type="http://schemas.openxmlformats.org/officeDocument/2006/relationships/image" Target="../media/image907.png"/><Relationship Id="rId20" Type="http://schemas.openxmlformats.org/officeDocument/2006/relationships/image" Target="../media/image910.png"/><Relationship Id="rId29" Type="http://schemas.openxmlformats.org/officeDocument/2006/relationships/image" Target="../media/image8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9.png"/><Relationship Id="rId11" Type="http://schemas.openxmlformats.org/officeDocument/2006/relationships/image" Target="../media/image902.png"/><Relationship Id="rId24" Type="http://schemas.openxmlformats.org/officeDocument/2006/relationships/image" Target="../media/image914.png"/><Relationship Id="rId32" Type="http://schemas.openxmlformats.org/officeDocument/2006/relationships/image" Target="../media/image920.png"/><Relationship Id="rId5" Type="http://schemas.openxmlformats.org/officeDocument/2006/relationships/image" Target="../media/image898.png"/><Relationship Id="rId15" Type="http://schemas.openxmlformats.org/officeDocument/2006/relationships/image" Target="../media/image906.png"/><Relationship Id="rId23" Type="http://schemas.openxmlformats.org/officeDocument/2006/relationships/image" Target="../media/image913.png"/><Relationship Id="rId28" Type="http://schemas.openxmlformats.org/officeDocument/2006/relationships/image" Target="../media/image917.png"/><Relationship Id="rId10" Type="http://schemas.openxmlformats.org/officeDocument/2006/relationships/image" Target="../media/image901.png"/><Relationship Id="rId19" Type="http://schemas.openxmlformats.org/officeDocument/2006/relationships/image" Target="../media/image860.png"/><Relationship Id="rId31" Type="http://schemas.openxmlformats.org/officeDocument/2006/relationships/image" Target="../media/image919.png"/><Relationship Id="rId4" Type="http://schemas.openxmlformats.org/officeDocument/2006/relationships/image" Target="../media/image897.png"/><Relationship Id="rId9" Type="http://schemas.openxmlformats.org/officeDocument/2006/relationships/image" Target="../media/image853.png"/><Relationship Id="rId14" Type="http://schemas.openxmlformats.org/officeDocument/2006/relationships/image" Target="../media/image905.png"/><Relationship Id="rId22" Type="http://schemas.openxmlformats.org/officeDocument/2006/relationships/image" Target="../media/image912.png"/><Relationship Id="rId27" Type="http://schemas.openxmlformats.org/officeDocument/2006/relationships/image" Target="../media/image916.png"/><Relationship Id="rId30" Type="http://schemas.openxmlformats.org/officeDocument/2006/relationships/image" Target="../media/image91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2.png"/><Relationship Id="rId2" Type="http://schemas.openxmlformats.org/officeDocument/2006/relationships/image" Target="../media/image9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23.png"/></Relationships>
</file>

<file path=ppt/slides/_rels/slide6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5.png"/><Relationship Id="rId18" Type="http://schemas.openxmlformats.org/officeDocument/2006/relationships/image" Target="../media/image940.png"/><Relationship Id="rId26" Type="http://schemas.openxmlformats.org/officeDocument/2006/relationships/image" Target="../media/image948.png"/><Relationship Id="rId39" Type="http://schemas.openxmlformats.org/officeDocument/2006/relationships/image" Target="../media/image961.png"/><Relationship Id="rId3" Type="http://schemas.openxmlformats.org/officeDocument/2006/relationships/image" Target="../media/image925.png"/><Relationship Id="rId21" Type="http://schemas.openxmlformats.org/officeDocument/2006/relationships/image" Target="../media/image943.png"/><Relationship Id="rId34" Type="http://schemas.openxmlformats.org/officeDocument/2006/relationships/image" Target="../media/image956.png"/><Relationship Id="rId42" Type="http://schemas.openxmlformats.org/officeDocument/2006/relationships/image" Target="../media/image964.png"/><Relationship Id="rId47" Type="http://schemas.openxmlformats.org/officeDocument/2006/relationships/image" Target="../media/image969.png"/><Relationship Id="rId50" Type="http://schemas.openxmlformats.org/officeDocument/2006/relationships/image" Target="../media/image972.png"/><Relationship Id="rId7" Type="http://schemas.openxmlformats.org/officeDocument/2006/relationships/image" Target="../media/image929.png"/><Relationship Id="rId12" Type="http://schemas.openxmlformats.org/officeDocument/2006/relationships/image" Target="../media/image934.png"/><Relationship Id="rId17" Type="http://schemas.openxmlformats.org/officeDocument/2006/relationships/image" Target="../media/image939.png"/><Relationship Id="rId25" Type="http://schemas.openxmlformats.org/officeDocument/2006/relationships/image" Target="../media/image947.png"/><Relationship Id="rId33" Type="http://schemas.openxmlformats.org/officeDocument/2006/relationships/image" Target="../media/image955.png"/><Relationship Id="rId38" Type="http://schemas.openxmlformats.org/officeDocument/2006/relationships/image" Target="../media/image960.png"/><Relationship Id="rId46" Type="http://schemas.openxmlformats.org/officeDocument/2006/relationships/image" Target="../media/image968.png"/><Relationship Id="rId2" Type="http://schemas.openxmlformats.org/officeDocument/2006/relationships/image" Target="../media/image924.png"/><Relationship Id="rId16" Type="http://schemas.openxmlformats.org/officeDocument/2006/relationships/image" Target="../media/image938.png"/><Relationship Id="rId20" Type="http://schemas.openxmlformats.org/officeDocument/2006/relationships/image" Target="../media/image942.png"/><Relationship Id="rId29" Type="http://schemas.openxmlformats.org/officeDocument/2006/relationships/image" Target="../media/image951.png"/><Relationship Id="rId41" Type="http://schemas.openxmlformats.org/officeDocument/2006/relationships/image" Target="../media/image9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8.png"/><Relationship Id="rId11" Type="http://schemas.openxmlformats.org/officeDocument/2006/relationships/image" Target="../media/image933.png"/><Relationship Id="rId24" Type="http://schemas.openxmlformats.org/officeDocument/2006/relationships/image" Target="../media/image946.png"/><Relationship Id="rId32" Type="http://schemas.openxmlformats.org/officeDocument/2006/relationships/image" Target="../media/image954.png"/><Relationship Id="rId37" Type="http://schemas.openxmlformats.org/officeDocument/2006/relationships/image" Target="../media/image959.png"/><Relationship Id="rId40" Type="http://schemas.openxmlformats.org/officeDocument/2006/relationships/image" Target="../media/image962.png"/><Relationship Id="rId45" Type="http://schemas.openxmlformats.org/officeDocument/2006/relationships/image" Target="../media/image967.png"/><Relationship Id="rId53" Type="http://schemas.openxmlformats.org/officeDocument/2006/relationships/image" Target="../media/image975.png"/><Relationship Id="rId5" Type="http://schemas.openxmlformats.org/officeDocument/2006/relationships/image" Target="../media/image927.png"/><Relationship Id="rId15" Type="http://schemas.openxmlformats.org/officeDocument/2006/relationships/image" Target="../media/image937.png"/><Relationship Id="rId23" Type="http://schemas.openxmlformats.org/officeDocument/2006/relationships/image" Target="../media/image945.png"/><Relationship Id="rId28" Type="http://schemas.openxmlformats.org/officeDocument/2006/relationships/image" Target="../media/image950.png"/><Relationship Id="rId36" Type="http://schemas.openxmlformats.org/officeDocument/2006/relationships/image" Target="../media/image958.png"/><Relationship Id="rId49" Type="http://schemas.openxmlformats.org/officeDocument/2006/relationships/image" Target="../media/image971.png"/><Relationship Id="rId10" Type="http://schemas.openxmlformats.org/officeDocument/2006/relationships/image" Target="../media/image932.png"/><Relationship Id="rId19" Type="http://schemas.openxmlformats.org/officeDocument/2006/relationships/image" Target="../media/image941.png"/><Relationship Id="rId31" Type="http://schemas.openxmlformats.org/officeDocument/2006/relationships/image" Target="../media/image953.png"/><Relationship Id="rId44" Type="http://schemas.openxmlformats.org/officeDocument/2006/relationships/image" Target="../media/image966.png"/><Relationship Id="rId52" Type="http://schemas.openxmlformats.org/officeDocument/2006/relationships/image" Target="../media/image974.png"/><Relationship Id="rId4" Type="http://schemas.openxmlformats.org/officeDocument/2006/relationships/image" Target="../media/image926.png"/><Relationship Id="rId9" Type="http://schemas.openxmlformats.org/officeDocument/2006/relationships/image" Target="../media/image931.png"/><Relationship Id="rId14" Type="http://schemas.openxmlformats.org/officeDocument/2006/relationships/image" Target="../media/image936.png"/><Relationship Id="rId22" Type="http://schemas.openxmlformats.org/officeDocument/2006/relationships/image" Target="../media/image944.png"/><Relationship Id="rId27" Type="http://schemas.openxmlformats.org/officeDocument/2006/relationships/image" Target="../media/image949.png"/><Relationship Id="rId30" Type="http://schemas.openxmlformats.org/officeDocument/2006/relationships/image" Target="../media/image952.png"/><Relationship Id="rId35" Type="http://schemas.openxmlformats.org/officeDocument/2006/relationships/image" Target="../media/image957.png"/><Relationship Id="rId43" Type="http://schemas.openxmlformats.org/officeDocument/2006/relationships/image" Target="../media/image965.png"/><Relationship Id="rId48" Type="http://schemas.openxmlformats.org/officeDocument/2006/relationships/image" Target="../media/image970.png"/><Relationship Id="rId8" Type="http://schemas.openxmlformats.org/officeDocument/2006/relationships/image" Target="../media/image930.png"/><Relationship Id="rId51" Type="http://schemas.openxmlformats.org/officeDocument/2006/relationships/image" Target="../media/image97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2.png"/><Relationship Id="rId13" Type="http://schemas.openxmlformats.org/officeDocument/2006/relationships/image" Target="../media/image986.png"/><Relationship Id="rId18" Type="http://schemas.openxmlformats.org/officeDocument/2006/relationships/image" Target="../media/image970.png"/><Relationship Id="rId3" Type="http://schemas.openxmlformats.org/officeDocument/2006/relationships/image" Target="../media/image977.png"/><Relationship Id="rId7" Type="http://schemas.openxmlformats.org/officeDocument/2006/relationships/image" Target="../media/image981.png"/><Relationship Id="rId12" Type="http://schemas.openxmlformats.org/officeDocument/2006/relationships/image" Target="../media/image985.png"/><Relationship Id="rId17" Type="http://schemas.openxmlformats.org/officeDocument/2006/relationships/image" Target="../media/image989.png"/><Relationship Id="rId2" Type="http://schemas.openxmlformats.org/officeDocument/2006/relationships/image" Target="../media/image976.png"/><Relationship Id="rId16" Type="http://schemas.openxmlformats.org/officeDocument/2006/relationships/image" Target="../media/image988.png"/><Relationship Id="rId20" Type="http://schemas.openxmlformats.org/officeDocument/2006/relationships/image" Target="../media/image9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0.png"/><Relationship Id="rId11" Type="http://schemas.openxmlformats.org/officeDocument/2006/relationships/image" Target="../media/image984.png"/><Relationship Id="rId5" Type="http://schemas.openxmlformats.org/officeDocument/2006/relationships/image" Target="../media/image979.png"/><Relationship Id="rId15" Type="http://schemas.openxmlformats.org/officeDocument/2006/relationships/image" Target="../media/image987.png"/><Relationship Id="rId10" Type="http://schemas.openxmlformats.org/officeDocument/2006/relationships/image" Target="../media/image925.png"/><Relationship Id="rId19" Type="http://schemas.openxmlformats.org/officeDocument/2006/relationships/image" Target="../media/image990.png"/><Relationship Id="rId4" Type="http://schemas.openxmlformats.org/officeDocument/2006/relationships/image" Target="../media/image978.png"/><Relationship Id="rId9" Type="http://schemas.openxmlformats.org/officeDocument/2006/relationships/image" Target="../media/image983.png"/><Relationship Id="rId14" Type="http://schemas.openxmlformats.org/officeDocument/2006/relationships/image" Target="../media/image94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5.png"/><Relationship Id="rId13" Type="http://schemas.openxmlformats.org/officeDocument/2006/relationships/image" Target="../media/image959.png"/><Relationship Id="rId18" Type="http://schemas.openxmlformats.org/officeDocument/2006/relationships/image" Target="../media/image1005.png"/><Relationship Id="rId3" Type="http://schemas.openxmlformats.org/officeDocument/2006/relationships/image" Target="../media/image993.png"/><Relationship Id="rId21" Type="http://schemas.openxmlformats.org/officeDocument/2006/relationships/image" Target="../media/image1007.png"/><Relationship Id="rId7" Type="http://schemas.openxmlformats.org/officeDocument/2006/relationships/image" Target="../media/image997.png"/><Relationship Id="rId12" Type="http://schemas.openxmlformats.org/officeDocument/2006/relationships/image" Target="../media/image1000.png"/><Relationship Id="rId17" Type="http://schemas.openxmlformats.org/officeDocument/2006/relationships/image" Target="../media/image1004.png"/><Relationship Id="rId2" Type="http://schemas.openxmlformats.org/officeDocument/2006/relationships/image" Target="../media/image992.png"/><Relationship Id="rId16" Type="http://schemas.openxmlformats.org/officeDocument/2006/relationships/image" Target="../media/image1003.png"/><Relationship Id="rId20" Type="http://schemas.openxmlformats.org/officeDocument/2006/relationships/image" Target="../media/image10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6.png"/><Relationship Id="rId11" Type="http://schemas.openxmlformats.org/officeDocument/2006/relationships/image" Target="../media/image947.png"/><Relationship Id="rId5" Type="http://schemas.openxmlformats.org/officeDocument/2006/relationships/image" Target="../media/image995.png"/><Relationship Id="rId15" Type="http://schemas.openxmlformats.org/officeDocument/2006/relationships/image" Target="../media/image1002.png"/><Relationship Id="rId23" Type="http://schemas.openxmlformats.org/officeDocument/2006/relationships/image" Target="../media/image1009.png"/><Relationship Id="rId10" Type="http://schemas.openxmlformats.org/officeDocument/2006/relationships/image" Target="../media/image999.png"/><Relationship Id="rId19" Type="http://schemas.openxmlformats.org/officeDocument/2006/relationships/image" Target="../media/image970.png"/><Relationship Id="rId4" Type="http://schemas.openxmlformats.org/officeDocument/2006/relationships/image" Target="../media/image994.png"/><Relationship Id="rId9" Type="http://schemas.openxmlformats.org/officeDocument/2006/relationships/image" Target="../media/image998.png"/><Relationship Id="rId14" Type="http://schemas.openxmlformats.org/officeDocument/2006/relationships/image" Target="../media/image1001.png"/><Relationship Id="rId22" Type="http://schemas.openxmlformats.org/officeDocument/2006/relationships/image" Target="../media/image100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1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22.png"/><Relationship Id="rId18" Type="http://schemas.openxmlformats.org/officeDocument/2006/relationships/image" Target="../media/image1026.png"/><Relationship Id="rId26" Type="http://schemas.openxmlformats.org/officeDocument/2006/relationships/image" Target="../media/image1034.png"/><Relationship Id="rId39" Type="http://schemas.openxmlformats.org/officeDocument/2006/relationships/image" Target="../media/image856.png"/><Relationship Id="rId21" Type="http://schemas.openxmlformats.org/officeDocument/2006/relationships/image" Target="../media/image1029.png"/><Relationship Id="rId34" Type="http://schemas.openxmlformats.org/officeDocument/2006/relationships/image" Target="../media/image1041.png"/><Relationship Id="rId42" Type="http://schemas.openxmlformats.org/officeDocument/2006/relationships/image" Target="../media/image1048.png"/><Relationship Id="rId47" Type="http://schemas.openxmlformats.org/officeDocument/2006/relationships/image" Target="../media/image1052.png"/><Relationship Id="rId50" Type="http://schemas.openxmlformats.org/officeDocument/2006/relationships/image" Target="../media/image1055.png"/><Relationship Id="rId55" Type="http://schemas.openxmlformats.org/officeDocument/2006/relationships/image" Target="../media/image1058.png"/><Relationship Id="rId63" Type="http://schemas.openxmlformats.org/officeDocument/2006/relationships/image" Target="../media/image1066.png"/><Relationship Id="rId68" Type="http://schemas.openxmlformats.org/officeDocument/2006/relationships/image" Target="../media/image1070.png"/><Relationship Id="rId7" Type="http://schemas.openxmlformats.org/officeDocument/2006/relationships/image" Target="../media/image1017.png"/><Relationship Id="rId2" Type="http://schemas.openxmlformats.org/officeDocument/2006/relationships/image" Target="../media/image1012.png"/><Relationship Id="rId16" Type="http://schemas.openxmlformats.org/officeDocument/2006/relationships/image" Target="../media/image1024.png"/><Relationship Id="rId29" Type="http://schemas.openxmlformats.org/officeDocument/2006/relationships/image" Target="../media/image10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6.png"/><Relationship Id="rId11" Type="http://schemas.openxmlformats.org/officeDocument/2006/relationships/image" Target="../media/image893.png"/><Relationship Id="rId24" Type="http://schemas.openxmlformats.org/officeDocument/2006/relationships/image" Target="../media/image1032.png"/><Relationship Id="rId32" Type="http://schemas.openxmlformats.org/officeDocument/2006/relationships/image" Target="../media/image1039.png"/><Relationship Id="rId37" Type="http://schemas.openxmlformats.org/officeDocument/2006/relationships/image" Target="../media/image1044.png"/><Relationship Id="rId40" Type="http://schemas.openxmlformats.org/officeDocument/2006/relationships/image" Target="../media/image1046.png"/><Relationship Id="rId45" Type="http://schemas.openxmlformats.org/officeDocument/2006/relationships/image" Target="../media/image1050.png"/><Relationship Id="rId53" Type="http://schemas.openxmlformats.org/officeDocument/2006/relationships/image" Target="../media/image860.png"/><Relationship Id="rId58" Type="http://schemas.openxmlformats.org/officeDocument/2006/relationships/image" Target="../media/image1061.png"/><Relationship Id="rId66" Type="http://schemas.openxmlformats.org/officeDocument/2006/relationships/image" Target="../media/image1069.png"/><Relationship Id="rId5" Type="http://schemas.openxmlformats.org/officeDocument/2006/relationships/image" Target="../media/image1015.png"/><Relationship Id="rId15" Type="http://schemas.openxmlformats.org/officeDocument/2006/relationships/image" Target="../media/image845.png"/><Relationship Id="rId23" Type="http://schemas.openxmlformats.org/officeDocument/2006/relationships/image" Target="../media/image1031.png"/><Relationship Id="rId28" Type="http://schemas.openxmlformats.org/officeDocument/2006/relationships/image" Target="../media/image1036.png"/><Relationship Id="rId36" Type="http://schemas.openxmlformats.org/officeDocument/2006/relationships/image" Target="../media/image1043.png"/><Relationship Id="rId49" Type="http://schemas.openxmlformats.org/officeDocument/2006/relationships/image" Target="../media/image1054.png"/><Relationship Id="rId57" Type="http://schemas.openxmlformats.org/officeDocument/2006/relationships/image" Target="../media/image1060.png"/><Relationship Id="rId61" Type="http://schemas.openxmlformats.org/officeDocument/2006/relationships/image" Target="../media/image1064.png"/><Relationship Id="rId10" Type="http://schemas.openxmlformats.org/officeDocument/2006/relationships/image" Target="../media/image1020.png"/><Relationship Id="rId19" Type="http://schemas.openxmlformats.org/officeDocument/2006/relationships/image" Target="../media/image1027.png"/><Relationship Id="rId31" Type="http://schemas.openxmlformats.org/officeDocument/2006/relationships/image" Target="../media/image1038.png"/><Relationship Id="rId44" Type="http://schemas.openxmlformats.org/officeDocument/2006/relationships/image" Target="../media/image1049.png"/><Relationship Id="rId52" Type="http://schemas.openxmlformats.org/officeDocument/2006/relationships/image" Target="../media/image1056.png"/><Relationship Id="rId60" Type="http://schemas.openxmlformats.org/officeDocument/2006/relationships/image" Target="../media/image1063.png"/><Relationship Id="rId65" Type="http://schemas.openxmlformats.org/officeDocument/2006/relationships/image" Target="../media/image1068.png"/><Relationship Id="rId4" Type="http://schemas.openxmlformats.org/officeDocument/2006/relationships/image" Target="../media/image1014.png"/><Relationship Id="rId9" Type="http://schemas.openxmlformats.org/officeDocument/2006/relationships/image" Target="../media/image1019.png"/><Relationship Id="rId14" Type="http://schemas.openxmlformats.org/officeDocument/2006/relationships/image" Target="../media/image1023.png"/><Relationship Id="rId22" Type="http://schemas.openxmlformats.org/officeDocument/2006/relationships/image" Target="../media/image1030.png"/><Relationship Id="rId27" Type="http://schemas.openxmlformats.org/officeDocument/2006/relationships/image" Target="../media/image1035.png"/><Relationship Id="rId30" Type="http://schemas.openxmlformats.org/officeDocument/2006/relationships/image" Target="../media/image835.png"/><Relationship Id="rId35" Type="http://schemas.openxmlformats.org/officeDocument/2006/relationships/image" Target="../media/image1042.png"/><Relationship Id="rId43" Type="http://schemas.openxmlformats.org/officeDocument/2006/relationships/image" Target="../media/image914.png"/><Relationship Id="rId48" Type="http://schemas.openxmlformats.org/officeDocument/2006/relationships/image" Target="../media/image1053.png"/><Relationship Id="rId56" Type="http://schemas.openxmlformats.org/officeDocument/2006/relationships/image" Target="../media/image1059.png"/><Relationship Id="rId64" Type="http://schemas.openxmlformats.org/officeDocument/2006/relationships/image" Target="../media/image1067.png"/><Relationship Id="rId69" Type="http://schemas.openxmlformats.org/officeDocument/2006/relationships/image" Target="../media/image1071.png"/><Relationship Id="rId8" Type="http://schemas.openxmlformats.org/officeDocument/2006/relationships/image" Target="../media/image1018.png"/><Relationship Id="rId51" Type="http://schemas.openxmlformats.org/officeDocument/2006/relationships/image" Target="../media/image871.png"/><Relationship Id="rId3" Type="http://schemas.openxmlformats.org/officeDocument/2006/relationships/image" Target="../media/image1013.png"/><Relationship Id="rId12" Type="http://schemas.openxmlformats.org/officeDocument/2006/relationships/image" Target="../media/image1021.png"/><Relationship Id="rId17" Type="http://schemas.openxmlformats.org/officeDocument/2006/relationships/image" Target="../media/image1025.png"/><Relationship Id="rId25" Type="http://schemas.openxmlformats.org/officeDocument/2006/relationships/image" Target="../media/image1033.png"/><Relationship Id="rId33" Type="http://schemas.openxmlformats.org/officeDocument/2006/relationships/image" Target="../media/image1040.png"/><Relationship Id="rId38" Type="http://schemas.openxmlformats.org/officeDocument/2006/relationships/image" Target="../media/image1045.png"/><Relationship Id="rId46" Type="http://schemas.openxmlformats.org/officeDocument/2006/relationships/image" Target="../media/image1051.png"/><Relationship Id="rId59" Type="http://schemas.openxmlformats.org/officeDocument/2006/relationships/image" Target="../media/image1062.png"/><Relationship Id="rId67" Type="http://schemas.openxmlformats.org/officeDocument/2006/relationships/image" Target="../media/image868.png"/><Relationship Id="rId20" Type="http://schemas.openxmlformats.org/officeDocument/2006/relationships/image" Target="../media/image1028.png"/><Relationship Id="rId41" Type="http://schemas.openxmlformats.org/officeDocument/2006/relationships/image" Target="../media/image1047.png"/><Relationship Id="rId54" Type="http://schemas.openxmlformats.org/officeDocument/2006/relationships/image" Target="../media/image1057.png"/><Relationship Id="rId62" Type="http://schemas.openxmlformats.org/officeDocument/2006/relationships/image" Target="../media/image1065.png"/><Relationship Id="rId70" Type="http://schemas.openxmlformats.org/officeDocument/2006/relationships/image" Target="../media/image107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3.png"/><Relationship Id="rId2" Type="http://schemas.openxmlformats.org/officeDocument/2006/relationships/image" Target="../media/image10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6.png"/><Relationship Id="rId5" Type="http://schemas.openxmlformats.org/officeDocument/2006/relationships/image" Target="../media/image1075.png"/><Relationship Id="rId4" Type="http://schemas.openxmlformats.org/officeDocument/2006/relationships/image" Target="../media/image107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8.png"/><Relationship Id="rId2" Type="http://schemas.openxmlformats.org/officeDocument/2006/relationships/image" Target="../media/image1077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5.png"/><Relationship Id="rId13" Type="http://schemas.openxmlformats.org/officeDocument/2006/relationships/image" Target="../media/image1090.png"/><Relationship Id="rId18" Type="http://schemas.openxmlformats.org/officeDocument/2006/relationships/image" Target="../media/image1095.png"/><Relationship Id="rId3" Type="http://schemas.openxmlformats.org/officeDocument/2006/relationships/image" Target="../media/image1080.png"/><Relationship Id="rId21" Type="http://schemas.openxmlformats.org/officeDocument/2006/relationships/image" Target="../media/image1098.png"/><Relationship Id="rId7" Type="http://schemas.openxmlformats.org/officeDocument/2006/relationships/image" Target="../media/image1084.png"/><Relationship Id="rId12" Type="http://schemas.openxmlformats.org/officeDocument/2006/relationships/image" Target="../media/image1089.png"/><Relationship Id="rId17" Type="http://schemas.openxmlformats.org/officeDocument/2006/relationships/image" Target="../media/image1094.png"/><Relationship Id="rId2" Type="http://schemas.openxmlformats.org/officeDocument/2006/relationships/image" Target="../media/image1079.png"/><Relationship Id="rId16" Type="http://schemas.openxmlformats.org/officeDocument/2006/relationships/image" Target="../media/image1093.png"/><Relationship Id="rId20" Type="http://schemas.openxmlformats.org/officeDocument/2006/relationships/image" Target="../media/image10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3.png"/><Relationship Id="rId11" Type="http://schemas.openxmlformats.org/officeDocument/2006/relationships/image" Target="../media/image1088.png"/><Relationship Id="rId5" Type="http://schemas.openxmlformats.org/officeDocument/2006/relationships/image" Target="../media/image1082.png"/><Relationship Id="rId15" Type="http://schemas.openxmlformats.org/officeDocument/2006/relationships/image" Target="../media/image1092.png"/><Relationship Id="rId10" Type="http://schemas.openxmlformats.org/officeDocument/2006/relationships/image" Target="../media/image1087.png"/><Relationship Id="rId19" Type="http://schemas.openxmlformats.org/officeDocument/2006/relationships/image" Target="../media/image1096.png"/><Relationship Id="rId4" Type="http://schemas.openxmlformats.org/officeDocument/2006/relationships/image" Target="../media/image1081.png"/><Relationship Id="rId9" Type="http://schemas.openxmlformats.org/officeDocument/2006/relationships/image" Target="../media/image1086.png"/><Relationship Id="rId14" Type="http://schemas.openxmlformats.org/officeDocument/2006/relationships/image" Target="../media/image109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image" Target="../media/image109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02.png"/><Relationship Id="rId4" Type="http://schemas.openxmlformats.org/officeDocument/2006/relationships/image" Target="../media/image1101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9.png"/><Relationship Id="rId13" Type="http://schemas.openxmlformats.org/officeDocument/2006/relationships/image" Target="../media/image1114.png"/><Relationship Id="rId18" Type="http://schemas.openxmlformats.org/officeDocument/2006/relationships/image" Target="../media/image1119.png"/><Relationship Id="rId3" Type="http://schemas.openxmlformats.org/officeDocument/2006/relationships/image" Target="../media/image1104.png"/><Relationship Id="rId21" Type="http://schemas.openxmlformats.org/officeDocument/2006/relationships/image" Target="../media/image1122.png"/><Relationship Id="rId7" Type="http://schemas.openxmlformats.org/officeDocument/2006/relationships/image" Target="../media/image1108.png"/><Relationship Id="rId12" Type="http://schemas.openxmlformats.org/officeDocument/2006/relationships/image" Target="../media/image1113.png"/><Relationship Id="rId17" Type="http://schemas.openxmlformats.org/officeDocument/2006/relationships/image" Target="../media/image1118.png"/><Relationship Id="rId2" Type="http://schemas.openxmlformats.org/officeDocument/2006/relationships/image" Target="../media/image1103.png"/><Relationship Id="rId16" Type="http://schemas.openxmlformats.org/officeDocument/2006/relationships/image" Target="../media/image1117.png"/><Relationship Id="rId20" Type="http://schemas.openxmlformats.org/officeDocument/2006/relationships/image" Target="../media/image1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7.png"/><Relationship Id="rId11" Type="http://schemas.openxmlformats.org/officeDocument/2006/relationships/image" Target="../media/image1112.png"/><Relationship Id="rId5" Type="http://schemas.openxmlformats.org/officeDocument/2006/relationships/image" Target="../media/image1106.png"/><Relationship Id="rId15" Type="http://schemas.openxmlformats.org/officeDocument/2006/relationships/image" Target="../media/image1116.png"/><Relationship Id="rId10" Type="http://schemas.openxmlformats.org/officeDocument/2006/relationships/image" Target="../media/image1111.png"/><Relationship Id="rId19" Type="http://schemas.openxmlformats.org/officeDocument/2006/relationships/image" Target="../media/image1120.png"/><Relationship Id="rId4" Type="http://schemas.openxmlformats.org/officeDocument/2006/relationships/image" Target="../media/image1105.png"/><Relationship Id="rId9" Type="http://schemas.openxmlformats.org/officeDocument/2006/relationships/image" Target="../media/image1110.png"/><Relationship Id="rId14" Type="http://schemas.openxmlformats.org/officeDocument/2006/relationships/image" Target="../media/image1115.png"/><Relationship Id="rId22" Type="http://schemas.openxmlformats.org/officeDocument/2006/relationships/image" Target="../media/image112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5.png"/><Relationship Id="rId2" Type="http://schemas.openxmlformats.org/officeDocument/2006/relationships/image" Target="../media/image1124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2.png"/><Relationship Id="rId13" Type="http://schemas.openxmlformats.org/officeDocument/2006/relationships/image" Target="../media/image1137.png"/><Relationship Id="rId18" Type="http://schemas.openxmlformats.org/officeDocument/2006/relationships/image" Target="../media/image1142.png"/><Relationship Id="rId26" Type="http://schemas.openxmlformats.org/officeDocument/2006/relationships/image" Target="../media/image1150.png"/><Relationship Id="rId3" Type="http://schemas.openxmlformats.org/officeDocument/2006/relationships/image" Target="../media/image1127.png"/><Relationship Id="rId21" Type="http://schemas.openxmlformats.org/officeDocument/2006/relationships/image" Target="../media/image1145.png"/><Relationship Id="rId7" Type="http://schemas.openxmlformats.org/officeDocument/2006/relationships/image" Target="../media/image1131.png"/><Relationship Id="rId12" Type="http://schemas.openxmlformats.org/officeDocument/2006/relationships/image" Target="../media/image1136.png"/><Relationship Id="rId17" Type="http://schemas.openxmlformats.org/officeDocument/2006/relationships/image" Target="../media/image1141.png"/><Relationship Id="rId25" Type="http://schemas.openxmlformats.org/officeDocument/2006/relationships/image" Target="../media/image1149.png"/><Relationship Id="rId33" Type="http://schemas.openxmlformats.org/officeDocument/2006/relationships/image" Target="../media/image1157.png"/><Relationship Id="rId2" Type="http://schemas.openxmlformats.org/officeDocument/2006/relationships/image" Target="../media/image1126.png"/><Relationship Id="rId16" Type="http://schemas.openxmlformats.org/officeDocument/2006/relationships/image" Target="../media/image1140.png"/><Relationship Id="rId20" Type="http://schemas.openxmlformats.org/officeDocument/2006/relationships/image" Target="../media/image1144.png"/><Relationship Id="rId29" Type="http://schemas.openxmlformats.org/officeDocument/2006/relationships/image" Target="../media/image1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0.png"/><Relationship Id="rId11" Type="http://schemas.openxmlformats.org/officeDocument/2006/relationships/image" Target="../media/image1135.png"/><Relationship Id="rId24" Type="http://schemas.openxmlformats.org/officeDocument/2006/relationships/image" Target="../media/image1148.png"/><Relationship Id="rId32" Type="http://schemas.openxmlformats.org/officeDocument/2006/relationships/image" Target="../media/image1156.png"/><Relationship Id="rId5" Type="http://schemas.openxmlformats.org/officeDocument/2006/relationships/image" Target="../media/image1129.png"/><Relationship Id="rId15" Type="http://schemas.openxmlformats.org/officeDocument/2006/relationships/image" Target="../media/image1139.png"/><Relationship Id="rId23" Type="http://schemas.openxmlformats.org/officeDocument/2006/relationships/image" Target="../media/image1147.png"/><Relationship Id="rId28" Type="http://schemas.openxmlformats.org/officeDocument/2006/relationships/image" Target="../media/image1152.png"/><Relationship Id="rId10" Type="http://schemas.openxmlformats.org/officeDocument/2006/relationships/image" Target="../media/image1134.png"/><Relationship Id="rId19" Type="http://schemas.openxmlformats.org/officeDocument/2006/relationships/image" Target="../media/image1143.png"/><Relationship Id="rId31" Type="http://schemas.openxmlformats.org/officeDocument/2006/relationships/image" Target="../media/image1155.png"/><Relationship Id="rId4" Type="http://schemas.openxmlformats.org/officeDocument/2006/relationships/image" Target="../media/image1128.png"/><Relationship Id="rId9" Type="http://schemas.openxmlformats.org/officeDocument/2006/relationships/image" Target="../media/image1133.png"/><Relationship Id="rId14" Type="http://schemas.openxmlformats.org/officeDocument/2006/relationships/image" Target="../media/image1138.png"/><Relationship Id="rId22" Type="http://schemas.openxmlformats.org/officeDocument/2006/relationships/image" Target="../media/image1146.png"/><Relationship Id="rId27" Type="http://schemas.openxmlformats.org/officeDocument/2006/relationships/image" Target="../media/image1151.png"/><Relationship Id="rId30" Type="http://schemas.openxmlformats.org/officeDocument/2006/relationships/image" Target="../media/image115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9.png"/><Relationship Id="rId2" Type="http://schemas.openxmlformats.org/officeDocument/2006/relationships/image" Target="../media/image1158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5.png"/><Relationship Id="rId13" Type="http://schemas.openxmlformats.org/officeDocument/2006/relationships/image" Target="../media/image1170.png"/><Relationship Id="rId18" Type="http://schemas.openxmlformats.org/officeDocument/2006/relationships/image" Target="../media/image1175.png"/><Relationship Id="rId26" Type="http://schemas.openxmlformats.org/officeDocument/2006/relationships/image" Target="../media/image1181.png"/><Relationship Id="rId3" Type="http://schemas.openxmlformats.org/officeDocument/2006/relationships/image" Target="../media/image1161.png"/><Relationship Id="rId21" Type="http://schemas.openxmlformats.org/officeDocument/2006/relationships/image" Target="../media/image1177.png"/><Relationship Id="rId7" Type="http://schemas.openxmlformats.org/officeDocument/2006/relationships/image" Target="../media/image1164.png"/><Relationship Id="rId12" Type="http://schemas.openxmlformats.org/officeDocument/2006/relationships/image" Target="../media/image1169.png"/><Relationship Id="rId17" Type="http://schemas.openxmlformats.org/officeDocument/2006/relationships/image" Target="../media/image1174.png"/><Relationship Id="rId25" Type="http://schemas.openxmlformats.org/officeDocument/2006/relationships/image" Target="../media/image1180.png"/><Relationship Id="rId2" Type="http://schemas.openxmlformats.org/officeDocument/2006/relationships/image" Target="../media/image1160.png"/><Relationship Id="rId16" Type="http://schemas.openxmlformats.org/officeDocument/2006/relationships/image" Target="../media/image1173.png"/><Relationship Id="rId20" Type="http://schemas.openxmlformats.org/officeDocument/2006/relationships/image" Target="../media/image1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3.png"/><Relationship Id="rId11" Type="http://schemas.openxmlformats.org/officeDocument/2006/relationships/image" Target="../media/image1168.png"/><Relationship Id="rId24" Type="http://schemas.openxmlformats.org/officeDocument/2006/relationships/image" Target="../media/image1084.png"/><Relationship Id="rId5" Type="http://schemas.openxmlformats.org/officeDocument/2006/relationships/image" Target="../media/image1162.png"/><Relationship Id="rId15" Type="http://schemas.openxmlformats.org/officeDocument/2006/relationships/image" Target="../media/image1172.png"/><Relationship Id="rId23" Type="http://schemas.openxmlformats.org/officeDocument/2006/relationships/image" Target="../media/image1179.png"/><Relationship Id="rId10" Type="http://schemas.openxmlformats.org/officeDocument/2006/relationships/image" Target="../media/image1167.png"/><Relationship Id="rId19" Type="http://schemas.openxmlformats.org/officeDocument/2006/relationships/image" Target="../media/image1096.png"/><Relationship Id="rId4" Type="http://schemas.openxmlformats.org/officeDocument/2006/relationships/image" Target="../media/image1086.png"/><Relationship Id="rId9" Type="http://schemas.openxmlformats.org/officeDocument/2006/relationships/image" Target="../media/image1166.png"/><Relationship Id="rId14" Type="http://schemas.openxmlformats.org/officeDocument/2006/relationships/image" Target="../media/image1171.png"/><Relationship Id="rId22" Type="http://schemas.openxmlformats.org/officeDocument/2006/relationships/image" Target="../media/image1178.png"/><Relationship Id="rId27" Type="http://schemas.openxmlformats.org/officeDocument/2006/relationships/image" Target="../media/image118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4.png"/><Relationship Id="rId2" Type="http://schemas.openxmlformats.org/officeDocument/2006/relationships/image" Target="../media/image1183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1.png"/><Relationship Id="rId13" Type="http://schemas.openxmlformats.org/officeDocument/2006/relationships/image" Target="../media/image1196.png"/><Relationship Id="rId18" Type="http://schemas.openxmlformats.org/officeDocument/2006/relationships/image" Target="../media/image1201.png"/><Relationship Id="rId26" Type="http://schemas.openxmlformats.org/officeDocument/2006/relationships/image" Target="../media/image1209.png"/><Relationship Id="rId3" Type="http://schemas.openxmlformats.org/officeDocument/2006/relationships/image" Target="../media/image1186.png"/><Relationship Id="rId21" Type="http://schemas.openxmlformats.org/officeDocument/2006/relationships/image" Target="../media/image1204.png"/><Relationship Id="rId7" Type="http://schemas.openxmlformats.org/officeDocument/2006/relationships/image" Target="../media/image1190.png"/><Relationship Id="rId12" Type="http://schemas.openxmlformats.org/officeDocument/2006/relationships/image" Target="../media/image1195.png"/><Relationship Id="rId17" Type="http://schemas.openxmlformats.org/officeDocument/2006/relationships/image" Target="../media/image1200.png"/><Relationship Id="rId25" Type="http://schemas.openxmlformats.org/officeDocument/2006/relationships/image" Target="../media/image1208.png"/><Relationship Id="rId2" Type="http://schemas.openxmlformats.org/officeDocument/2006/relationships/image" Target="../media/image1185.png"/><Relationship Id="rId16" Type="http://schemas.openxmlformats.org/officeDocument/2006/relationships/image" Target="../media/image1199.png"/><Relationship Id="rId20" Type="http://schemas.openxmlformats.org/officeDocument/2006/relationships/image" Target="../media/image12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9.png"/><Relationship Id="rId11" Type="http://schemas.openxmlformats.org/officeDocument/2006/relationships/image" Target="../media/image1194.png"/><Relationship Id="rId24" Type="http://schemas.openxmlformats.org/officeDocument/2006/relationships/image" Target="../media/image1207.png"/><Relationship Id="rId5" Type="http://schemas.openxmlformats.org/officeDocument/2006/relationships/image" Target="../media/image1188.png"/><Relationship Id="rId15" Type="http://schemas.openxmlformats.org/officeDocument/2006/relationships/image" Target="../media/image1198.png"/><Relationship Id="rId23" Type="http://schemas.openxmlformats.org/officeDocument/2006/relationships/image" Target="../media/image1206.png"/><Relationship Id="rId10" Type="http://schemas.openxmlformats.org/officeDocument/2006/relationships/image" Target="../media/image1193.png"/><Relationship Id="rId19" Type="http://schemas.openxmlformats.org/officeDocument/2006/relationships/image" Target="../media/image1202.png"/><Relationship Id="rId4" Type="http://schemas.openxmlformats.org/officeDocument/2006/relationships/image" Target="../media/image1187.png"/><Relationship Id="rId9" Type="http://schemas.openxmlformats.org/officeDocument/2006/relationships/image" Target="../media/image1192.png"/><Relationship Id="rId14" Type="http://schemas.openxmlformats.org/officeDocument/2006/relationships/image" Target="../media/image1197.png"/><Relationship Id="rId22" Type="http://schemas.openxmlformats.org/officeDocument/2006/relationships/image" Target="../media/image1205.png"/><Relationship Id="rId27" Type="http://schemas.openxmlformats.org/officeDocument/2006/relationships/image" Target="../media/image12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2.png"/><Relationship Id="rId7" Type="http://schemas.openxmlformats.org/officeDocument/2006/relationships/image" Target="../media/image1216.png"/><Relationship Id="rId2" Type="http://schemas.openxmlformats.org/officeDocument/2006/relationships/image" Target="../media/image12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15.png"/><Relationship Id="rId5" Type="http://schemas.openxmlformats.org/officeDocument/2006/relationships/image" Target="../media/image1214.png"/><Relationship Id="rId4" Type="http://schemas.openxmlformats.org/officeDocument/2006/relationships/image" Target="../media/image121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8.png"/><Relationship Id="rId2" Type="http://schemas.openxmlformats.org/officeDocument/2006/relationships/image" Target="../media/image12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0.png"/><Relationship Id="rId2" Type="http://schemas.openxmlformats.org/officeDocument/2006/relationships/image" Target="../media/image1217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6.png"/><Relationship Id="rId13" Type="http://schemas.openxmlformats.org/officeDocument/2006/relationships/image" Target="../media/image1231.png"/><Relationship Id="rId18" Type="http://schemas.openxmlformats.org/officeDocument/2006/relationships/image" Target="../media/image1236.png"/><Relationship Id="rId26" Type="http://schemas.openxmlformats.org/officeDocument/2006/relationships/image" Target="../media/image1244.png"/><Relationship Id="rId39" Type="http://schemas.openxmlformats.org/officeDocument/2006/relationships/image" Target="../media/image1257.png"/><Relationship Id="rId3" Type="http://schemas.openxmlformats.org/officeDocument/2006/relationships/image" Target="../media/image1221.png"/><Relationship Id="rId21" Type="http://schemas.openxmlformats.org/officeDocument/2006/relationships/image" Target="../media/image1239.png"/><Relationship Id="rId34" Type="http://schemas.openxmlformats.org/officeDocument/2006/relationships/image" Target="../media/image1252.png"/><Relationship Id="rId42" Type="http://schemas.openxmlformats.org/officeDocument/2006/relationships/image" Target="../media/image1260.png"/><Relationship Id="rId7" Type="http://schemas.openxmlformats.org/officeDocument/2006/relationships/image" Target="../media/image1225.png"/><Relationship Id="rId12" Type="http://schemas.openxmlformats.org/officeDocument/2006/relationships/image" Target="../media/image1230.png"/><Relationship Id="rId17" Type="http://schemas.openxmlformats.org/officeDocument/2006/relationships/image" Target="../media/image1235.png"/><Relationship Id="rId25" Type="http://schemas.openxmlformats.org/officeDocument/2006/relationships/image" Target="../media/image1243.png"/><Relationship Id="rId33" Type="http://schemas.openxmlformats.org/officeDocument/2006/relationships/image" Target="../media/image1251.png"/><Relationship Id="rId38" Type="http://schemas.openxmlformats.org/officeDocument/2006/relationships/image" Target="../media/image1256.png"/><Relationship Id="rId2" Type="http://schemas.openxmlformats.org/officeDocument/2006/relationships/image" Target="../media/image1217.png"/><Relationship Id="rId16" Type="http://schemas.openxmlformats.org/officeDocument/2006/relationships/image" Target="../media/image1234.png"/><Relationship Id="rId20" Type="http://schemas.openxmlformats.org/officeDocument/2006/relationships/image" Target="../media/image1238.png"/><Relationship Id="rId29" Type="http://schemas.openxmlformats.org/officeDocument/2006/relationships/image" Target="../media/image1247.png"/><Relationship Id="rId41" Type="http://schemas.openxmlformats.org/officeDocument/2006/relationships/image" Target="../media/image12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4.png"/><Relationship Id="rId11" Type="http://schemas.openxmlformats.org/officeDocument/2006/relationships/image" Target="../media/image1229.png"/><Relationship Id="rId24" Type="http://schemas.openxmlformats.org/officeDocument/2006/relationships/image" Target="../media/image1242.png"/><Relationship Id="rId32" Type="http://schemas.openxmlformats.org/officeDocument/2006/relationships/image" Target="../media/image1250.png"/><Relationship Id="rId37" Type="http://schemas.openxmlformats.org/officeDocument/2006/relationships/image" Target="../media/image1255.png"/><Relationship Id="rId40" Type="http://schemas.openxmlformats.org/officeDocument/2006/relationships/image" Target="../media/image1258.png"/><Relationship Id="rId5" Type="http://schemas.openxmlformats.org/officeDocument/2006/relationships/image" Target="../media/image1223.png"/><Relationship Id="rId15" Type="http://schemas.openxmlformats.org/officeDocument/2006/relationships/image" Target="../media/image1233.png"/><Relationship Id="rId23" Type="http://schemas.openxmlformats.org/officeDocument/2006/relationships/image" Target="../media/image1241.png"/><Relationship Id="rId28" Type="http://schemas.openxmlformats.org/officeDocument/2006/relationships/image" Target="../media/image1246.png"/><Relationship Id="rId36" Type="http://schemas.openxmlformats.org/officeDocument/2006/relationships/image" Target="../media/image1254.png"/><Relationship Id="rId10" Type="http://schemas.openxmlformats.org/officeDocument/2006/relationships/image" Target="../media/image1228.png"/><Relationship Id="rId19" Type="http://schemas.openxmlformats.org/officeDocument/2006/relationships/image" Target="../media/image1237.png"/><Relationship Id="rId31" Type="http://schemas.openxmlformats.org/officeDocument/2006/relationships/image" Target="../media/image1249.png"/><Relationship Id="rId4" Type="http://schemas.openxmlformats.org/officeDocument/2006/relationships/image" Target="../media/image1222.png"/><Relationship Id="rId9" Type="http://schemas.openxmlformats.org/officeDocument/2006/relationships/image" Target="../media/image1227.png"/><Relationship Id="rId14" Type="http://schemas.openxmlformats.org/officeDocument/2006/relationships/image" Target="../media/image1232.png"/><Relationship Id="rId22" Type="http://schemas.openxmlformats.org/officeDocument/2006/relationships/image" Target="../media/image1240.png"/><Relationship Id="rId27" Type="http://schemas.openxmlformats.org/officeDocument/2006/relationships/image" Target="../media/image1245.png"/><Relationship Id="rId30" Type="http://schemas.openxmlformats.org/officeDocument/2006/relationships/image" Target="../media/image1248.png"/><Relationship Id="rId35" Type="http://schemas.openxmlformats.org/officeDocument/2006/relationships/image" Target="../media/image1253.png"/><Relationship Id="rId43" Type="http://schemas.openxmlformats.org/officeDocument/2006/relationships/image" Target="../media/image1261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8.png"/><Relationship Id="rId13" Type="http://schemas.openxmlformats.org/officeDocument/2006/relationships/image" Target="../media/image1273.png"/><Relationship Id="rId18" Type="http://schemas.openxmlformats.org/officeDocument/2006/relationships/image" Target="../media/image1278.png"/><Relationship Id="rId26" Type="http://schemas.openxmlformats.org/officeDocument/2006/relationships/image" Target="../media/image1286.png"/><Relationship Id="rId39" Type="http://schemas.openxmlformats.org/officeDocument/2006/relationships/image" Target="../media/image1299.png"/><Relationship Id="rId3" Type="http://schemas.openxmlformats.org/officeDocument/2006/relationships/image" Target="../media/image1263.png"/><Relationship Id="rId21" Type="http://schemas.openxmlformats.org/officeDocument/2006/relationships/image" Target="../media/image1281.png"/><Relationship Id="rId34" Type="http://schemas.openxmlformats.org/officeDocument/2006/relationships/image" Target="../media/image1294.png"/><Relationship Id="rId7" Type="http://schemas.openxmlformats.org/officeDocument/2006/relationships/image" Target="../media/image1267.png"/><Relationship Id="rId12" Type="http://schemas.openxmlformats.org/officeDocument/2006/relationships/image" Target="../media/image1272.png"/><Relationship Id="rId17" Type="http://schemas.openxmlformats.org/officeDocument/2006/relationships/image" Target="../media/image1277.png"/><Relationship Id="rId25" Type="http://schemas.openxmlformats.org/officeDocument/2006/relationships/image" Target="../media/image1285.png"/><Relationship Id="rId33" Type="http://schemas.openxmlformats.org/officeDocument/2006/relationships/image" Target="../media/image1293.png"/><Relationship Id="rId38" Type="http://schemas.openxmlformats.org/officeDocument/2006/relationships/image" Target="../media/image1298.png"/><Relationship Id="rId2" Type="http://schemas.openxmlformats.org/officeDocument/2006/relationships/image" Target="../media/image1262.png"/><Relationship Id="rId16" Type="http://schemas.openxmlformats.org/officeDocument/2006/relationships/image" Target="../media/image1276.png"/><Relationship Id="rId20" Type="http://schemas.openxmlformats.org/officeDocument/2006/relationships/image" Target="../media/image1280.png"/><Relationship Id="rId29" Type="http://schemas.openxmlformats.org/officeDocument/2006/relationships/image" Target="../media/image1289.png"/><Relationship Id="rId41" Type="http://schemas.openxmlformats.org/officeDocument/2006/relationships/image" Target="../media/image1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6.png"/><Relationship Id="rId11" Type="http://schemas.openxmlformats.org/officeDocument/2006/relationships/image" Target="../media/image1271.png"/><Relationship Id="rId24" Type="http://schemas.openxmlformats.org/officeDocument/2006/relationships/image" Target="../media/image1284.png"/><Relationship Id="rId32" Type="http://schemas.openxmlformats.org/officeDocument/2006/relationships/image" Target="../media/image1292.png"/><Relationship Id="rId37" Type="http://schemas.openxmlformats.org/officeDocument/2006/relationships/image" Target="../media/image1297.png"/><Relationship Id="rId40" Type="http://schemas.openxmlformats.org/officeDocument/2006/relationships/image" Target="../media/image1300.png"/><Relationship Id="rId5" Type="http://schemas.openxmlformats.org/officeDocument/2006/relationships/image" Target="../media/image1265.png"/><Relationship Id="rId15" Type="http://schemas.openxmlformats.org/officeDocument/2006/relationships/image" Target="../media/image1275.png"/><Relationship Id="rId23" Type="http://schemas.openxmlformats.org/officeDocument/2006/relationships/image" Target="../media/image1283.png"/><Relationship Id="rId28" Type="http://schemas.openxmlformats.org/officeDocument/2006/relationships/image" Target="../media/image1288.png"/><Relationship Id="rId36" Type="http://schemas.openxmlformats.org/officeDocument/2006/relationships/image" Target="../media/image1296.png"/><Relationship Id="rId10" Type="http://schemas.openxmlformats.org/officeDocument/2006/relationships/image" Target="../media/image1270.png"/><Relationship Id="rId19" Type="http://schemas.openxmlformats.org/officeDocument/2006/relationships/image" Target="../media/image1279.png"/><Relationship Id="rId31" Type="http://schemas.openxmlformats.org/officeDocument/2006/relationships/image" Target="../media/image1291.png"/><Relationship Id="rId4" Type="http://schemas.openxmlformats.org/officeDocument/2006/relationships/image" Target="../media/image1264.png"/><Relationship Id="rId9" Type="http://schemas.openxmlformats.org/officeDocument/2006/relationships/image" Target="../media/image1269.png"/><Relationship Id="rId14" Type="http://schemas.openxmlformats.org/officeDocument/2006/relationships/image" Target="../media/image1274.png"/><Relationship Id="rId22" Type="http://schemas.openxmlformats.org/officeDocument/2006/relationships/image" Target="../media/image1282.png"/><Relationship Id="rId27" Type="http://schemas.openxmlformats.org/officeDocument/2006/relationships/image" Target="../media/image1287.png"/><Relationship Id="rId30" Type="http://schemas.openxmlformats.org/officeDocument/2006/relationships/image" Target="../media/image1290.png"/><Relationship Id="rId35" Type="http://schemas.openxmlformats.org/officeDocument/2006/relationships/image" Target="../media/image129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3.png"/><Relationship Id="rId2" Type="http://schemas.openxmlformats.org/officeDocument/2006/relationships/image" Target="../media/image1302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9.png"/><Relationship Id="rId13" Type="http://schemas.openxmlformats.org/officeDocument/2006/relationships/image" Target="../media/image1314.png"/><Relationship Id="rId18" Type="http://schemas.openxmlformats.org/officeDocument/2006/relationships/image" Target="../media/image1319.png"/><Relationship Id="rId26" Type="http://schemas.openxmlformats.org/officeDocument/2006/relationships/image" Target="../media/image1327.png"/><Relationship Id="rId39" Type="http://schemas.openxmlformats.org/officeDocument/2006/relationships/image" Target="../media/image1340.png"/><Relationship Id="rId3" Type="http://schemas.openxmlformats.org/officeDocument/2006/relationships/image" Target="../media/image1304.png"/><Relationship Id="rId21" Type="http://schemas.openxmlformats.org/officeDocument/2006/relationships/image" Target="../media/image1322.png"/><Relationship Id="rId34" Type="http://schemas.openxmlformats.org/officeDocument/2006/relationships/image" Target="../media/image1335.png"/><Relationship Id="rId7" Type="http://schemas.openxmlformats.org/officeDocument/2006/relationships/image" Target="../media/image1308.png"/><Relationship Id="rId12" Type="http://schemas.openxmlformats.org/officeDocument/2006/relationships/image" Target="../media/image1313.png"/><Relationship Id="rId17" Type="http://schemas.openxmlformats.org/officeDocument/2006/relationships/image" Target="../media/image1318.png"/><Relationship Id="rId25" Type="http://schemas.openxmlformats.org/officeDocument/2006/relationships/image" Target="../media/image1326.png"/><Relationship Id="rId33" Type="http://schemas.openxmlformats.org/officeDocument/2006/relationships/image" Target="../media/image1334.png"/><Relationship Id="rId38" Type="http://schemas.openxmlformats.org/officeDocument/2006/relationships/image" Target="../media/image1339.png"/><Relationship Id="rId2" Type="http://schemas.openxmlformats.org/officeDocument/2006/relationships/image" Target="../media/image1262.png"/><Relationship Id="rId16" Type="http://schemas.openxmlformats.org/officeDocument/2006/relationships/image" Target="../media/image1317.png"/><Relationship Id="rId20" Type="http://schemas.openxmlformats.org/officeDocument/2006/relationships/image" Target="../media/image1321.png"/><Relationship Id="rId29" Type="http://schemas.openxmlformats.org/officeDocument/2006/relationships/image" Target="../media/image1330.png"/><Relationship Id="rId41" Type="http://schemas.openxmlformats.org/officeDocument/2006/relationships/image" Target="../media/image13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7.png"/><Relationship Id="rId11" Type="http://schemas.openxmlformats.org/officeDocument/2006/relationships/image" Target="../media/image1312.png"/><Relationship Id="rId24" Type="http://schemas.openxmlformats.org/officeDocument/2006/relationships/image" Target="../media/image1325.png"/><Relationship Id="rId32" Type="http://schemas.openxmlformats.org/officeDocument/2006/relationships/image" Target="../media/image1333.png"/><Relationship Id="rId37" Type="http://schemas.openxmlformats.org/officeDocument/2006/relationships/image" Target="../media/image1338.png"/><Relationship Id="rId40" Type="http://schemas.openxmlformats.org/officeDocument/2006/relationships/image" Target="../media/image1341.png"/><Relationship Id="rId5" Type="http://schemas.openxmlformats.org/officeDocument/2006/relationships/image" Target="../media/image1306.png"/><Relationship Id="rId15" Type="http://schemas.openxmlformats.org/officeDocument/2006/relationships/image" Target="../media/image1316.png"/><Relationship Id="rId23" Type="http://schemas.openxmlformats.org/officeDocument/2006/relationships/image" Target="../media/image1324.png"/><Relationship Id="rId28" Type="http://schemas.openxmlformats.org/officeDocument/2006/relationships/image" Target="../media/image1329.png"/><Relationship Id="rId36" Type="http://schemas.openxmlformats.org/officeDocument/2006/relationships/image" Target="../media/image1337.png"/><Relationship Id="rId10" Type="http://schemas.openxmlformats.org/officeDocument/2006/relationships/image" Target="../media/image1311.png"/><Relationship Id="rId19" Type="http://schemas.openxmlformats.org/officeDocument/2006/relationships/image" Target="../media/image1320.png"/><Relationship Id="rId31" Type="http://schemas.openxmlformats.org/officeDocument/2006/relationships/image" Target="../media/image1332.png"/><Relationship Id="rId4" Type="http://schemas.openxmlformats.org/officeDocument/2006/relationships/image" Target="../media/image1305.png"/><Relationship Id="rId9" Type="http://schemas.openxmlformats.org/officeDocument/2006/relationships/image" Target="../media/image1310.png"/><Relationship Id="rId14" Type="http://schemas.openxmlformats.org/officeDocument/2006/relationships/image" Target="../media/image1315.png"/><Relationship Id="rId22" Type="http://schemas.openxmlformats.org/officeDocument/2006/relationships/image" Target="../media/image1323.png"/><Relationship Id="rId27" Type="http://schemas.openxmlformats.org/officeDocument/2006/relationships/image" Target="../media/image1328.png"/><Relationship Id="rId30" Type="http://schemas.openxmlformats.org/officeDocument/2006/relationships/image" Target="../media/image1331.png"/><Relationship Id="rId35" Type="http://schemas.openxmlformats.org/officeDocument/2006/relationships/image" Target="../media/image133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4.png"/><Relationship Id="rId2" Type="http://schemas.openxmlformats.org/officeDocument/2006/relationships/image" Target="../media/image1343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1.png"/><Relationship Id="rId13" Type="http://schemas.openxmlformats.org/officeDocument/2006/relationships/image" Target="../media/image1356.png"/><Relationship Id="rId18" Type="http://schemas.openxmlformats.org/officeDocument/2006/relationships/image" Target="../media/image1361.png"/><Relationship Id="rId26" Type="http://schemas.openxmlformats.org/officeDocument/2006/relationships/image" Target="../media/image1369.png"/><Relationship Id="rId39" Type="http://schemas.openxmlformats.org/officeDocument/2006/relationships/image" Target="../media/image1382.png"/><Relationship Id="rId3" Type="http://schemas.openxmlformats.org/officeDocument/2006/relationships/image" Target="../media/image1346.png"/><Relationship Id="rId21" Type="http://schemas.openxmlformats.org/officeDocument/2006/relationships/image" Target="../media/image1364.png"/><Relationship Id="rId34" Type="http://schemas.openxmlformats.org/officeDocument/2006/relationships/image" Target="../media/image1377.png"/><Relationship Id="rId42" Type="http://schemas.openxmlformats.org/officeDocument/2006/relationships/image" Target="../media/image1385.png"/><Relationship Id="rId7" Type="http://schemas.openxmlformats.org/officeDocument/2006/relationships/image" Target="../media/image1350.png"/><Relationship Id="rId12" Type="http://schemas.openxmlformats.org/officeDocument/2006/relationships/image" Target="../media/image1355.png"/><Relationship Id="rId17" Type="http://schemas.openxmlformats.org/officeDocument/2006/relationships/image" Target="../media/image1360.png"/><Relationship Id="rId25" Type="http://schemas.openxmlformats.org/officeDocument/2006/relationships/image" Target="../media/image1368.png"/><Relationship Id="rId33" Type="http://schemas.openxmlformats.org/officeDocument/2006/relationships/image" Target="../media/image1376.png"/><Relationship Id="rId38" Type="http://schemas.openxmlformats.org/officeDocument/2006/relationships/image" Target="../media/image1381.png"/><Relationship Id="rId2" Type="http://schemas.openxmlformats.org/officeDocument/2006/relationships/image" Target="../media/image1345.png"/><Relationship Id="rId16" Type="http://schemas.openxmlformats.org/officeDocument/2006/relationships/image" Target="../media/image1359.png"/><Relationship Id="rId20" Type="http://schemas.openxmlformats.org/officeDocument/2006/relationships/image" Target="../media/image1363.png"/><Relationship Id="rId29" Type="http://schemas.openxmlformats.org/officeDocument/2006/relationships/image" Target="../media/image1372.png"/><Relationship Id="rId41" Type="http://schemas.openxmlformats.org/officeDocument/2006/relationships/image" Target="../media/image13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9.png"/><Relationship Id="rId11" Type="http://schemas.openxmlformats.org/officeDocument/2006/relationships/image" Target="../media/image1354.png"/><Relationship Id="rId24" Type="http://schemas.openxmlformats.org/officeDocument/2006/relationships/image" Target="../media/image1367.png"/><Relationship Id="rId32" Type="http://schemas.openxmlformats.org/officeDocument/2006/relationships/image" Target="../media/image1375.png"/><Relationship Id="rId37" Type="http://schemas.openxmlformats.org/officeDocument/2006/relationships/image" Target="../media/image1380.png"/><Relationship Id="rId40" Type="http://schemas.openxmlformats.org/officeDocument/2006/relationships/image" Target="../media/image1383.png"/><Relationship Id="rId5" Type="http://schemas.openxmlformats.org/officeDocument/2006/relationships/image" Target="../media/image1348.png"/><Relationship Id="rId15" Type="http://schemas.openxmlformats.org/officeDocument/2006/relationships/image" Target="../media/image1358.png"/><Relationship Id="rId23" Type="http://schemas.openxmlformats.org/officeDocument/2006/relationships/image" Target="../media/image1366.png"/><Relationship Id="rId28" Type="http://schemas.openxmlformats.org/officeDocument/2006/relationships/image" Target="../media/image1371.png"/><Relationship Id="rId36" Type="http://schemas.openxmlformats.org/officeDocument/2006/relationships/image" Target="../media/image1379.png"/><Relationship Id="rId10" Type="http://schemas.openxmlformats.org/officeDocument/2006/relationships/image" Target="../media/image1353.png"/><Relationship Id="rId19" Type="http://schemas.openxmlformats.org/officeDocument/2006/relationships/image" Target="../media/image1362.png"/><Relationship Id="rId31" Type="http://schemas.openxmlformats.org/officeDocument/2006/relationships/image" Target="../media/image1374.png"/><Relationship Id="rId4" Type="http://schemas.openxmlformats.org/officeDocument/2006/relationships/image" Target="../media/image1347.png"/><Relationship Id="rId9" Type="http://schemas.openxmlformats.org/officeDocument/2006/relationships/image" Target="../media/image1352.png"/><Relationship Id="rId14" Type="http://schemas.openxmlformats.org/officeDocument/2006/relationships/image" Target="../media/image1357.png"/><Relationship Id="rId22" Type="http://schemas.openxmlformats.org/officeDocument/2006/relationships/image" Target="../media/image1365.png"/><Relationship Id="rId27" Type="http://schemas.openxmlformats.org/officeDocument/2006/relationships/image" Target="../media/image1370.png"/><Relationship Id="rId30" Type="http://schemas.openxmlformats.org/officeDocument/2006/relationships/image" Target="../media/image1373.png"/><Relationship Id="rId35" Type="http://schemas.openxmlformats.org/officeDocument/2006/relationships/image" Target="../media/image137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7.png"/><Relationship Id="rId2" Type="http://schemas.openxmlformats.org/officeDocument/2006/relationships/image" Target="../media/image1386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0.png"/><Relationship Id="rId13" Type="http://schemas.openxmlformats.org/officeDocument/2006/relationships/image" Target="../media/image1397.png"/><Relationship Id="rId18" Type="http://schemas.openxmlformats.org/officeDocument/2006/relationships/image" Target="../media/image1402.png"/><Relationship Id="rId26" Type="http://schemas.openxmlformats.org/officeDocument/2006/relationships/image" Target="../media/image1409.png"/><Relationship Id="rId3" Type="http://schemas.openxmlformats.org/officeDocument/2006/relationships/image" Target="../media/image1389.png"/><Relationship Id="rId21" Type="http://schemas.openxmlformats.org/officeDocument/2006/relationships/image" Target="../media/image1405.png"/><Relationship Id="rId7" Type="http://schemas.openxmlformats.org/officeDocument/2006/relationships/image" Target="../media/image1393.png"/><Relationship Id="rId12" Type="http://schemas.openxmlformats.org/officeDocument/2006/relationships/image" Target="../media/image1396.png"/><Relationship Id="rId17" Type="http://schemas.openxmlformats.org/officeDocument/2006/relationships/image" Target="../media/image1401.png"/><Relationship Id="rId25" Type="http://schemas.openxmlformats.org/officeDocument/2006/relationships/image" Target="../media/image1278.png"/><Relationship Id="rId2" Type="http://schemas.openxmlformats.org/officeDocument/2006/relationships/image" Target="../media/image1388.png"/><Relationship Id="rId16" Type="http://schemas.openxmlformats.org/officeDocument/2006/relationships/image" Target="../media/image1400.png"/><Relationship Id="rId20" Type="http://schemas.openxmlformats.org/officeDocument/2006/relationships/image" Target="../media/image14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2.png"/><Relationship Id="rId11" Type="http://schemas.openxmlformats.org/officeDocument/2006/relationships/image" Target="../media/image1275.png"/><Relationship Id="rId24" Type="http://schemas.openxmlformats.org/officeDocument/2006/relationships/image" Target="../media/image1408.png"/><Relationship Id="rId5" Type="http://schemas.openxmlformats.org/officeDocument/2006/relationships/image" Target="../media/image1391.png"/><Relationship Id="rId15" Type="http://schemas.openxmlformats.org/officeDocument/2006/relationships/image" Target="../media/image1399.png"/><Relationship Id="rId23" Type="http://schemas.openxmlformats.org/officeDocument/2006/relationships/image" Target="../media/image1407.png"/><Relationship Id="rId28" Type="http://schemas.openxmlformats.org/officeDocument/2006/relationships/image" Target="../media/image1283.png"/><Relationship Id="rId10" Type="http://schemas.openxmlformats.org/officeDocument/2006/relationships/image" Target="../media/image1395.png"/><Relationship Id="rId19" Type="http://schemas.openxmlformats.org/officeDocument/2006/relationships/image" Target="../media/image1403.png"/><Relationship Id="rId4" Type="http://schemas.openxmlformats.org/officeDocument/2006/relationships/image" Target="../media/image1390.png"/><Relationship Id="rId9" Type="http://schemas.openxmlformats.org/officeDocument/2006/relationships/image" Target="../media/image1394.png"/><Relationship Id="rId14" Type="http://schemas.openxmlformats.org/officeDocument/2006/relationships/image" Target="../media/image1398.png"/><Relationship Id="rId22" Type="http://schemas.openxmlformats.org/officeDocument/2006/relationships/image" Target="../media/image1406.png"/><Relationship Id="rId27" Type="http://schemas.openxmlformats.org/officeDocument/2006/relationships/image" Target="../media/image14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2.png"/><Relationship Id="rId2" Type="http://schemas.openxmlformats.org/officeDocument/2006/relationships/image" Target="../media/image1411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9.png"/><Relationship Id="rId13" Type="http://schemas.openxmlformats.org/officeDocument/2006/relationships/image" Target="../media/image1424.png"/><Relationship Id="rId18" Type="http://schemas.openxmlformats.org/officeDocument/2006/relationships/image" Target="../media/image1429.png"/><Relationship Id="rId26" Type="http://schemas.openxmlformats.org/officeDocument/2006/relationships/image" Target="../media/image1437.png"/><Relationship Id="rId3" Type="http://schemas.openxmlformats.org/officeDocument/2006/relationships/image" Target="../media/image1414.png"/><Relationship Id="rId21" Type="http://schemas.openxmlformats.org/officeDocument/2006/relationships/image" Target="../media/image1432.png"/><Relationship Id="rId34" Type="http://schemas.openxmlformats.org/officeDocument/2006/relationships/image" Target="../media/image1445.png"/><Relationship Id="rId7" Type="http://schemas.openxmlformats.org/officeDocument/2006/relationships/image" Target="../media/image1418.png"/><Relationship Id="rId12" Type="http://schemas.openxmlformats.org/officeDocument/2006/relationships/image" Target="../media/image1423.png"/><Relationship Id="rId17" Type="http://schemas.openxmlformats.org/officeDocument/2006/relationships/image" Target="../media/image1428.png"/><Relationship Id="rId25" Type="http://schemas.openxmlformats.org/officeDocument/2006/relationships/image" Target="../media/image1436.png"/><Relationship Id="rId33" Type="http://schemas.openxmlformats.org/officeDocument/2006/relationships/image" Target="../media/image1444.png"/><Relationship Id="rId2" Type="http://schemas.openxmlformats.org/officeDocument/2006/relationships/image" Target="../media/image1413.png"/><Relationship Id="rId16" Type="http://schemas.openxmlformats.org/officeDocument/2006/relationships/image" Target="../media/image1427.png"/><Relationship Id="rId20" Type="http://schemas.openxmlformats.org/officeDocument/2006/relationships/image" Target="../media/image1431.png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7.png"/><Relationship Id="rId11" Type="http://schemas.openxmlformats.org/officeDocument/2006/relationships/image" Target="../media/image1422.png"/><Relationship Id="rId24" Type="http://schemas.openxmlformats.org/officeDocument/2006/relationships/image" Target="../media/image1435.png"/><Relationship Id="rId32" Type="http://schemas.openxmlformats.org/officeDocument/2006/relationships/image" Target="../media/image1443.png"/><Relationship Id="rId37" Type="http://schemas.openxmlformats.org/officeDocument/2006/relationships/image" Target="../media/image1448.png"/><Relationship Id="rId5" Type="http://schemas.openxmlformats.org/officeDocument/2006/relationships/image" Target="../media/image1416.png"/><Relationship Id="rId15" Type="http://schemas.openxmlformats.org/officeDocument/2006/relationships/image" Target="../media/image1426.png"/><Relationship Id="rId23" Type="http://schemas.openxmlformats.org/officeDocument/2006/relationships/image" Target="../media/image1434.png"/><Relationship Id="rId28" Type="http://schemas.openxmlformats.org/officeDocument/2006/relationships/image" Target="../media/image1439.png"/><Relationship Id="rId36" Type="http://schemas.openxmlformats.org/officeDocument/2006/relationships/image" Target="../media/image1447.png"/><Relationship Id="rId10" Type="http://schemas.openxmlformats.org/officeDocument/2006/relationships/image" Target="../media/image1421.png"/><Relationship Id="rId19" Type="http://schemas.openxmlformats.org/officeDocument/2006/relationships/image" Target="../media/image1430.png"/><Relationship Id="rId31" Type="http://schemas.openxmlformats.org/officeDocument/2006/relationships/image" Target="../media/image1442.png"/><Relationship Id="rId4" Type="http://schemas.openxmlformats.org/officeDocument/2006/relationships/image" Target="../media/image1415.png"/><Relationship Id="rId9" Type="http://schemas.openxmlformats.org/officeDocument/2006/relationships/image" Target="../media/image1420.png"/><Relationship Id="rId14" Type="http://schemas.openxmlformats.org/officeDocument/2006/relationships/image" Target="../media/image1425.png"/><Relationship Id="rId22" Type="http://schemas.openxmlformats.org/officeDocument/2006/relationships/image" Target="../media/image1433.png"/><Relationship Id="rId27" Type="http://schemas.openxmlformats.org/officeDocument/2006/relationships/image" Target="../media/image1438.png"/><Relationship Id="rId30" Type="http://schemas.openxmlformats.org/officeDocument/2006/relationships/image" Target="../media/image1441.png"/><Relationship Id="rId35" Type="http://schemas.openxmlformats.org/officeDocument/2006/relationships/image" Target="../media/image144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0.png"/><Relationship Id="rId2" Type="http://schemas.openxmlformats.org/officeDocument/2006/relationships/image" Target="../media/image1449.pn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7.png"/><Relationship Id="rId13" Type="http://schemas.openxmlformats.org/officeDocument/2006/relationships/image" Target="../media/image1461.png"/><Relationship Id="rId18" Type="http://schemas.openxmlformats.org/officeDocument/2006/relationships/image" Target="../media/image1465.png"/><Relationship Id="rId26" Type="http://schemas.openxmlformats.org/officeDocument/2006/relationships/image" Target="../media/image1473.png"/><Relationship Id="rId3" Type="http://schemas.openxmlformats.org/officeDocument/2006/relationships/image" Target="../media/image1452.png"/><Relationship Id="rId21" Type="http://schemas.openxmlformats.org/officeDocument/2006/relationships/image" Target="../media/image1468.png"/><Relationship Id="rId34" Type="http://schemas.openxmlformats.org/officeDocument/2006/relationships/image" Target="../media/image1481.png"/><Relationship Id="rId7" Type="http://schemas.openxmlformats.org/officeDocument/2006/relationships/image" Target="../media/image1456.png"/><Relationship Id="rId12" Type="http://schemas.openxmlformats.org/officeDocument/2006/relationships/image" Target="../media/image1280.png"/><Relationship Id="rId17" Type="http://schemas.openxmlformats.org/officeDocument/2006/relationships/image" Target="../media/image1464.png"/><Relationship Id="rId25" Type="http://schemas.openxmlformats.org/officeDocument/2006/relationships/image" Target="../media/image1472.png"/><Relationship Id="rId33" Type="http://schemas.openxmlformats.org/officeDocument/2006/relationships/image" Target="../media/image1480.png"/><Relationship Id="rId38" Type="http://schemas.openxmlformats.org/officeDocument/2006/relationships/image" Target="../media/image1485.png"/><Relationship Id="rId2" Type="http://schemas.openxmlformats.org/officeDocument/2006/relationships/image" Target="../media/image1451.png"/><Relationship Id="rId16" Type="http://schemas.openxmlformats.org/officeDocument/2006/relationships/image" Target="../media/image1275.png"/><Relationship Id="rId20" Type="http://schemas.openxmlformats.org/officeDocument/2006/relationships/image" Target="../media/image1467.png"/><Relationship Id="rId29" Type="http://schemas.openxmlformats.org/officeDocument/2006/relationships/image" Target="../media/image14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5.png"/><Relationship Id="rId11" Type="http://schemas.openxmlformats.org/officeDocument/2006/relationships/image" Target="../media/image1460.png"/><Relationship Id="rId24" Type="http://schemas.openxmlformats.org/officeDocument/2006/relationships/image" Target="../media/image1471.png"/><Relationship Id="rId32" Type="http://schemas.openxmlformats.org/officeDocument/2006/relationships/image" Target="../media/image1479.png"/><Relationship Id="rId37" Type="http://schemas.openxmlformats.org/officeDocument/2006/relationships/image" Target="../media/image1484.png"/><Relationship Id="rId5" Type="http://schemas.openxmlformats.org/officeDocument/2006/relationships/image" Target="../media/image1454.png"/><Relationship Id="rId15" Type="http://schemas.openxmlformats.org/officeDocument/2006/relationships/image" Target="../media/image1463.png"/><Relationship Id="rId23" Type="http://schemas.openxmlformats.org/officeDocument/2006/relationships/image" Target="../media/image1470.png"/><Relationship Id="rId28" Type="http://schemas.openxmlformats.org/officeDocument/2006/relationships/image" Target="../media/image1475.png"/><Relationship Id="rId36" Type="http://schemas.openxmlformats.org/officeDocument/2006/relationships/image" Target="../media/image1483.png"/><Relationship Id="rId10" Type="http://schemas.openxmlformats.org/officeDocument/2006/relationships/image" Target="../media/image1459.png"/><Relationship Id="rId19" Type="http://schemas.openxmlformats.org/officeDocument/2006/relationships/image" Target="../media/image1466.png"/><Relationship Id="rId31" Type="http://schemas.openxmlformats.org/officeDocument/2006/relationships/image" Target="../media/image1478.png"/><Relationship Id="rId4" Type="http://schemas.openxmlformats.org/officeDocument/2006/relationships/image" Target="../media/image1453.png"/><Relationship Id="rId9" Type="http://schemas.openxmlformats.org/officeDocument/2006/relationships/image" Target="../media/image1458.png"/><Relationship Id="rId14" Type="http://schemas.openxmlformats.org/officeDocument/2006/relationships/image" Target="../media/image1462.png"/><Relationship Id="rId22" Type="http://schemas.openxmlformats.org/officeDocument/2006/relationships/image" Target="../media/image1469.png"/><Relationship Id="rId27" Type="http://schemas.openxmlformats.org/officeDocument/2006/relationships/image" Target="../media/image1474.png"/><Relationship Id="rId30" Type="http://schemas.openxmlformats.org/officeDocument/2006/relationships/image" Target="../media/image1477.png"/><Relationship Id="rId35" Type="http://schemas.openxmlformats.org/officeDocument/2006/relationships/image" Target="../media/image1482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1.png"/><Relationship Id="rId13" Type="http://schemas.openxmlformats.org/officeDocument/2006/relationships/image" Target="../media/image1496.png"/><Relationship Id="rId18" Type="http://schemas.openxmlformats.org/officeDocument/2006/relationships/image" Target="../media/image1501.png"/><Relationship Id="rId26" Type="http://schemas.openxmlformats.org/officeDocument/2006/relationships/image" Target="../media/image1509.png"/><Relationship Id="rId3" Type="http://schemas.openxmlformats.org/officeDocument/2006/relationships/image" Target="../media/image1486.png"/><Relationship Id="rId21" Type="http://schemas.openxmlformats.org/officeDocument/2006/relationships/image" Target="../media/image1504.png"/><Relationship Id="rId7" Type="http://schemas.openxmlformats.org/officeDocument/2006/relationships/image" Target="../media/image1490.png"/><Relationship Id="rId12" Type="http://schemas.openxmlformats.org/officeDocument/2006/relationships/image" Target="../media/image1495.png"/><Relationship Id="rId17" Type="http://schemas.openxmlformats.org/officeDocument/2006/relationships/image" Target="../media/image1500.png"/><Relationship Id="rId25" Type="http://schemas.openxmlformats.org/officeDocument/2006/relationships/image" Target="../media/image1508.png"/><Relationship Id="rId2" Type="http://schemas.openxmlformats.org/officeDocument/2006/relationships/image" Target="../media/image1451.png"/><Relationship Id="rId16" Type="http://schemas.openxmlformats.org/officeDocument/2006/relationships/image" Target="../media/image1499.png"/><Relationship Id="rId20" Type="http://schemas.openxmlformats.org/officeDocument/2006/relationships/image" Target="../media/image15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9.png"/><Relationship Id="rId11" Type="http://schemas.openxmlformats.org/officeDocument/2006/relationships/image" Target="../media/image1494.png"/><Relationship Id="rId24" Type="http://schemas.openxmlformats.org/officeDocument/2006/relationships/image" Target="../media/image1507.png"/><Relationship Id="rId5" Type="http://schemas.openxmlformats.org/officeDocument/2006/relationships/image" Target="../media/image1488.png"/><Relationship Id="rId15" Type="http://schemas.openxmlformats.org/officeDocument/2006/relationships/image" Target="../media/image1498.png"/><Relationship Id="rId23" Type="http://schemas.openxmlformats.org/officeDocument/2006/relationships/image" Target="../media/image1506.png"/><Relationship Id="rId28" Type="http://schemas.openxmlformats.org/officeDocument/2006/relationships/image" Target="../media/image1511.png"/><Relationship Id="rId10" Type="http://schemas.openxmlformats.org/officeDocument/2006/relationships/image" Target="../media/image1493.png"/><Relationship Id="rId19" Type="http://schemas.openxmlformats.org/officeDocument/2006/relationships/image" Target="../media/image1502.png"/><Relationship Id="rId4" Type="http://schemas.openxmlformats.org/officeDocument/2006/relationships/image" Target="../media/image1487.png"/><Relationship Id="rId9" Type="http://schemas.openxmlformats.org/officeDocument/2006/relationships/image" Target="../media/image1492.png"/><Relationship Id="rId14" Type="http://schemas.openxmlformats.org/officeDocument/2006/relationships/image" Target="../media/image1497.png"/><Relationship Id="rId22" Type="http://schemas.openxmlformats.org/officeDocument/2006/relationships/image" Target="../media/image1505.png"/><Relationship Id="rId27" Type="http://schemas.openxmlformats.org/officeDocument/2006/relationships/image" Target="../media/image15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3.png"/><Relationship Id="rId2" Type="http://schemas.openxmlformats.org/officeDocument/2006/relationships/image" Target="../media/image1512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5.png"/><Relationship Id="rId13" Type="http://schemas.openxmlformats.org/officeDocument/2006/relationships/image" Target="../media/image1522.png"/><Relationship Id="rId18" Type="http://schemas.openxmlformats.org/officeDocument/2006/relationships/image" Target="../media/image1527.png"/><Relationship Id="rId3" Type="http://schemas.openxmlformats.org/officeDocument/2006/relationships/image" Target="../media/image1515.png"/><Relationship Id="rId7" Type="http://schemas.openxmlformats.org/officeDocument/2006/relationships/image" Target="../media/image1518.png"/><Relationship Id="rId12" Type="http://schemas.openxmlformats.org/officeDocument/2006/relationships/image" Target="../media/image1521.png"/><Relationship Id="rId17" Type="http://schemas.openxmlformats.org/officeDocument/2006/relationships/image" Target="../media/image1526.png"/><Relationship Id="rId2" Type="http://schemas.openxmlformats.org/officeDocument/2006/relationships/image" Target="../media/image1514.png"/><Relationship Id="rId16" Type="http://schemas.openxmlformats.org/officeDocument/2006/relationships/image" Target="../media/image15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7.png"/><Relationship Id="rId11" Type="http://schemas.openxmlformats.org/officeDocument/2006/relationships/image" Target="../media/image1508.png"/><Relationship Id="rId5" Type="http://schemas.openxmlformats.org/officeDocument/2006/relationships/image" Target="../media/image1495.png"/><Relationship Id="rId15" Type="http://schemas.openxmlformats.org/officeDocument/2006/relationships/image" Target="../media/image1524.png"/><Relationship Id="rId10" Type="http://schemas.openxmlformats.org/officeDocument/2006/relationships/image" Target="../media/image1520.png"/><Relationship Id="rId19" Type="http://schemas.openxmlformats.org/officeDocument/2006/relationships/image" Target="../media/image1528.png"/><Relationship Id="rId4" Type="http://schemas.openxmlformats.org/officeDocument/2006/relationships/image" Target="../media/image1516.png"/><Relationship Id="rId9" Type="http://schemas.openxmlformats.org/officeDocument/2006/relationships/image" Target="../media/image1519.png"/><Relationship Id="rId14" Type="http://schemas.openxmlformats.org/officeDocument/2006/relationships/image" Target="../media/image1523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1.png"/><Relationship Id="rId13" Type="http://schemas.openxmlformats.org/officeDocument/2006/relationships/image" Target="../media/image1536.png"/><Relationship Id="rId18" Type="http://schemas.openxmlformats.org/officeDocument/2006/relationships/image" Target="../media/image1541.png"/><Relationship Id="rId26" Type="http://schemas.openxmlformats.org/officeDocument/2006/relationships/image" Target="../media/image1549.png"/><Relationship Id="rId3" Type="http://schemas.openxmlformats.org/officeDocument/2006/relationships/image" Target="../media/image1529.png"/><Relationship Id="rId21" Type="http://schemas.openxmlformats.org/officeDocument/2006/relationships/image" Target="../media/image1544.png"/><Relationship Id="rId7" Type="http://schemas.openxmlformats.org/officeDocument/2006/relationships/image" Target="../media/image1524.png"/><Relationship Id="rId12" Type="http://schemas.openxmlformats.org/officeDocument/2006/relationships/image" Target="../media/image1535.png"/><Relationship Id="rId17" Type="http://schemas.openxmlformats.org/officeDocument/2006/relationships/image" Target="../media/image1540.png"/><Relationship Id="rId25" Type="http://schemas.openxmlformats.org/officeDocument/2006/relationships/image" Target="../media/image1548.png"/><Relationship Id="rId2" Type="http://schemas.openxmlformats.org/officeDocument/2006/relationships/image" Target="../media/image1514.png"/><Relationship Id="rId16" Type="http://schemas.openxmlformats.org/officeDocument/2006/relationships/image" Target="../media/image1539.png"/><Relationship Id="rId20" Type="http://schemas.openxmlformats.org/officeDocument/2006/relationships/image" Target="../media/image15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0.png"/><Relationship Id="rId11" Type="http://schemas.openxmlformats.org/officeDocument/2006/relationships/image" Target="../media/image1534.png"/><Relationship Id="rId24" Type="http://schemas.openxmlformats.org/officeDocument/2006/relationships/image" Target="../media/image1547.png"/><Relationship Id="rId5" Type="http://schemas.openxmlformats.org/officeDocument/2006/relationships/image" Target="../media/image1522.png"/><Relationship Id="rId15" Type="http://schemas.openxmlformats.org/officeDocument/2006/relationships/image" Target="../media/image1538.png"/><Relationship Id="rId23" Type="http://schemas.openxmlformats.org/officeDocument/2006/relationships/image" Target="../media/image1546.png"/><Relationship Id="rId10" Type="http://schemas.openxmlformats.org/officeDocument/2006/relationships/image" Target="../media/image1533.png"/><Relationship Id="rId19" Type="http://schemas.openxmlformats.org/officeDocument/2006/relationships/image" Target="../media/image1542.png"/><Relationship Id="rId4" Type="http://schemas.openxmlformats.org/officeDocument/2006/relationships/image" Target="../media/image1521.png"/><Relationship Id="rId9" Type="http://schemas.openxmlformats.org/officeDocument/2006/relationships/image" Target="../media/image1532.png"/><Relationship Id="rId14" Type="http://schemas.openxmlformats.org/officeDocument/2006/relationships/image" Target="../media/image1537.png"/><Relationship Id="rId22" Type="http://schemas.openxmlformats.org/officeDocument/2006/relationships/image" Target="../media/image1545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4.png"/><Relationship Id="rId13" Type="http://schemas.openxmlformats.org/officeDocument/2006/relationships/image" Target="../media/image1557.png"/><Relationship Id="rId18" Type="http://schemas.openxmlformats.org/officeDocument/2006/relationships/image" Target="../media/image114.png"/><Relationship Id="rId3" Type="http://schemas.openxmlformats.org/officeDocument/2006/relationships/image" Target="../media/image1550.png"/><Relationship Id="rId21" Type="http://schemas.openxmlformats.org/officeDocument/2006/relationships/image" Target="../media/image1563.png"/><Relationship Id="rId7" Type="http://schemas.openxmlformats.org/officeDocument/2006/relationships/image" Target="../media/image1553.png"/><Relationship Id="rId12" Type="http://schemas.openxmlformats.org/officeDocument/2006/relationships/image" Target="../media/image1556.png"/><Relationship Id="rId17" Type="http://schemas.openxmlformats.org/officeDocument/2006/relationships/image" Target="../media/image1560.png"/><Relationship Id="rId2" Type="http://schemas.openxmlformats.org/officeDocument/2006/relationships/image" Target="../media/image1514.png"/><Relationship Id="rId16" Type="http://schemas.openxmlformats.org/officeDocument/2006/relationships/image" Target="../media/image109.png"/><Relationship Id="rId20" Type="http://schemas.openxmlformats.org/officeDocument/2006/relationships/image" Target="../media/image15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8.png"/><Relationship Id="rId11" Type="http://schemas.openxmlformats.org/officeDocument/2006/relationships/image" Target="../media/image635.png"/><Relationship Id="rId5" Type="http://schemas.openxmlformats.org/officeDocument/2006/relationships/image" Target="../media/image1552.png"/><Relationship Id="rId15" Type="http://schemas.openxmlformats.org/officeDocument/2006/relationships/image" Target="../media/image1559.png"/><Relationship Id="rId10" Type="http://schemas.openxmlformats.org/officeDocument/2006/relationships/image" Target="../media/image99.png"/><Relationship Id="rId19" Type="http://schemas.openxmlformats.org/officeDocument/2006/relationships/image" Target="../media/image1561.png"/><Relationship Id="rId4" Type="http://schemas.openxmlformats.org/officeDocument/2006/relationships/image" Target="../media/image1551.png"/><Relationship Id="rId9" Type="http://schemas.openxmlformats.org/officeDocument/2006/relationships/image" Target="../media/image1555.png"/><Relationship Id="rId14" Type="http://schemas.openxmlformats.org/officeDocument/2006/relationships/image" Target="../media/image1558.png"/><Relationship Id="rId22" Type="http://schemas.openxmlformats.org/officeDocument/2006/relationships/image" Target="../media/image1564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0.png"/><Relationship Id="rId13" Type="http://schemas.openxmlformats.org/officeDocument/2006/relationships/image" Target="../media/image1575.png"/><Relationship Id="rId18" Type="http://schemas.openxmlformats.org/officeDocument/2006/relationships/image" Target="../media/image1580.png"/><Relationship Id="rId3" Type="http://schemas.openxmlformats.org/officeDocument/2006/relationships/image" Target="../media/image1565.png"/><Relationship Id="rId21" Type="http://schemas.openxmlformats.org/officeDocument/2006/relationships/image" Target="../media/image1583.png"/><Relationship Id="rId7" Type="http://schemas.openxmlformats.org/officeDocument/2006/relationships/image" Target="../media/image1569.png"/><Relationship Id="rId12" Type="http://schemas.openxmlformats.org/officeDocument/2006/relationships/image" Target="../media/image1574.png"/><Relationship Id="rId17" Type="http://schemas.openxmlformats.org/officeDocument/2006/relationships/image" Target="../media/image1579.png"/><Relationship Id="rId2" Type="http://schemas.openxmlformats.org/officeDocument/2006/relationships/image" Target="../media/image1514.png"/><Relationship Id="rId16" Type="http://schemas.openxmlformats.org/officeDocument/2006/relationships/image" Target="../media/image1578.png"/><Relationship Id="rId20" Type="http://schemas.openxmlformats.org/officeDocument/2006/relationships/image" Target="../media/image15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8.png"/><Relationship Id="rId11" Type="http://schemas.openxmlformats.org/officeDocument/2006/relationships/image" Target="../media/image1573.png"/><Relationship Id="rId5" Type="http://schemas.openxmlformats.org/officeDocument/2006/relationships/image" Target="../media/image1567.png"/><Relationship Id="rId15" Type="http://schemas.openxmlformats.org/officeDocument/2006/relationships/image" Target="../media/image1577.png"/><Relationship Id="rId10" Type="http://schemas.openxmlformats.org/officeDocument/2006/relationships/image" Target="../media/image1572.png"/><Relationship Id="rId19" Type="http://schemas.openxmlformats.org/officeDocument/2006/relationships/image" Target="../media/image1581.png"/><Relationship Id="rId4" Type="http://schemas.openxmlformats.org/officeDocument/2006/relationships/image" Target="../media/image1566.png"/><Relationship Id="rId9" Type="http://schemas.openxmlformats.org/officeDocument/2006/relationships/image" Target="../media/image1571.png"/><Relationship Id="rId14" Type="http://schemas.openxmlformats.org/officeDocument/2006/relationships/image" Target="../media/image1576.png"/><Relationship Id="rId22" Type="http://schemas.openxmlformats.org/officeDocument/2006/relationships/image" Target="../media/image1584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0.png"/><Relationship Id="rId13" Type="http://schemas.openxmlformats.org/officeDocument/2006/relationships/image" Target="../media/image1595.png"/><Relationship Id="rId18" Type="http://schemas.openxmlformats.org/officeDocument/2006/relationships/image" Target="../media/image1600.png"/><Relationship Id="rId26" Type="http://schemas.openxmlformats.org/officeDocument/2006/relationships/image" Target="../media/image1608.png"/><Relationship Id="rId3" Type="http://schemas.openxmlformats.org/officeDocument/2006/relationships/image" Target="../media/image1585.png"/><Relationship Id="rId21" Type="http://schemas.openxmlformats.org/officeDocument/2006/relationships/image" Target="../media/image1603.png"/><Relationship Id="rId7" Type="http://schemas.openxmlformats.org/officeDocument/2006/relationships/image" Target="../media/image1589.png"/><Relationship Id="rId12" Type="http://schemas.openxmlformats.org/officeDocument/2006/relationships/image" Target="../media/image1594.png"/><Relationship Id="rId17" Type="http://schemas.openxmlformats.org/officeDocument/2006/relationships/image" Target="../media/image1599.png"/><Relationship Id="rId25" Type="http://schemas.openxmlformats.org/officeDocument/2006/relationships/image" Target="../media/image1607.png"/><Relationship Id="rId2" Type="http://schemas.openxmlformats.org/officeDocument/2006/relationships/image" Target="../media/image1514.png"/><Relationship Id="rId16" Type="http://schemas.openxmlformats.org/officeDocument/2006/relationships/image" Target="../media/image1598.png"/><Relationship Id="rId20" Type="http://schemas.openxmlformats.org/officeDocument/2006/relationships/image" Target="../media/image16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8.png"/><Relationship Id="rId11" Type="http://schemas.openxmlformats.org/officeDocument/2006/relationships/image" Target="../media/image1593.png"/><Relationship Id="rId24" Type="http://schemas.openxmlformats.org/officeDocument/2006/relationships/image" Target="../media/image1606.png"/><Relationship Id="rId5" Type="http://schemas.openxmlformats.org/officeDocument/2006/relationships/image" Target="../media/image1587.png"/><Relationship Id="rId15" Type="http://schemas.openxmlformats.org/officeDocument/2006/relationships/image" Target="../media/image1597.png"/><Relationship Id="rId23" Type="http://schemas.openxmlformats.org/officeDocument/2006/relationships/image" Target="../media/image1605.png"/><Relationship Id="rId10" Type="http://schemas.openxmlformats.org/officeDocument/2006/relationships/image" Target="../media/image1592.png"/><Relationship Id="rId19" Type="http://schemas.openxmlformats.org/officeDocument/2006/relationships/image" Target="../media/image1601.png"/><Relationship Id="rId4" Type="http://schemas.openxmlformats.org/officeDocument/2006/relationships/image" Target="../media/image1586.png"/><Relationship Id="rId9" Type="http://schemas.openxmlformats.org/officeDocument/2006/relationships/image" Target="../media/image1591.png"/><Relationship Id="rId14" Type="http://schemas.openxmlformats.org/officeDocument/2006/relationships/image" Target="../media/image1596.png"/><Relationship Id="rId22" Type="http://schemas.openxmlformats.org/officeDocument/2006/relationships/image" Target="../media/image1604.png"/><Relationship Id="rId27" Type="http://schemas.openxmlformats.org/officeDocument/2006/relationships/image" Target="../media/image1609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5.png"/><Relationship Id="rId13" Type="http://schemas.openxmlformats.org/officeDocument/2006/relationships/image" Target="../media/image1620.png"/><Relationship Id="rId18" Type="http://schemas.openxmlformats.org/officeDocument/2006/relationships/image" Target="../media/image1625.png"/><Relationship Id="rId26" Type="http://schemas.openxmlformats.org/officeDocument/2006/relationships/image" Target="../media/image1633.png"/><Relationship Id="rId3" Type="http://schemas.openxmlformats.org/officeDocument/2006/relationships/image" Target="../media/image1610.png"/><Relationship Id="rId21" Type="http://schemas.openxmlformats.org/officeDocument/2006/relationships/image" Target="../media/image1628.png"/><Relationship Id="rId34" Type="http://schemas.openxmlformats.org/officeDocument/2006/relationships/image" Target="../media/image1641.png"/><Relationship Id="rId7" Type="http://schemas.openxmlformats.org/officeDocument/2006/relationships/image" Target="../media/image1614.png"/><Relationship Id="rId12" Type="http://schemas.openxmlformats.org/officeDocument/2006/relationships/image" Target="../media/image1619.png"/><Relationship Id="rId17" Type="http://schemas.openxmlformats.org/officeDocument/2006/relationships/image" Target="../media/image1624.png"/><Relationship Id="rId25" Type="http://schemas.openxmlformats.org/officeDocument/2006/relationships/image" Target="../media/image1632.png"/><Relationship Id="rId33" Type="http://schemas.openxmlformats.org/officeDocument/2006/relationships/image" Target="../media/image1640.png"/><Relationship Id="rId2" Type="http://schemas.openxmlformats.org/officeDocument/2006/relationships/image" Target="../media/image1514.png"/><Relationship Id="rId16" Type="http://schemas.openxmlformats.org/officeDocument/2006/relationships/image" Target="../media/image1623.png"/><Relationship Id="rId20" Type="http://schemas.openxmlformats.org/officeDocument/2006/relationships/image" Target="../media/image1627.png"/><Relationship Id="rId29" Type="http://schemas.openxmlformats.org/officeDocument/2006/relationships/image" Target="../media/image16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3.png"/><Relationship Id="rId11" Type="http://schemas.openxmlformats.org/officeDocument/2006/relationships/image" Target="../media/image1618.png"/><Relationship Id="rId24" Type="http://schemas.openxmlformats.org/officeDocument/2006/relationships/image" Target="../media/image1631.png"/><Relationship Id="rId32" Type="http://schemas.openxmlformats.org/officeDocument/2006/relationships/image" Target="../media/image1639.png"/><Relationship Id="rId5" Type="http://schemas.openxmlformats.org/officeDocument/2006/relationships/image" Target="../media/image1612.png"/><Relationship Id="rId15" Type="http://schemas.openxmlformats.org/officeDocument/2006/relationships/image" Target="../media/image1622.png"/><Relationship Id="rId23" Type="http://schemas.openxmlformats.org/officeDocument/2006/relationships/image" Target="../media/image1630.png"/><Relationship Id="rId28" Type="http://schemas.openxmlformats.org/officeDocument/2006/relationships/image" Target="../media/image1635.png"/><Relationship Id="rId10" Type="http://schemas.openxmlformats.org/officeDocument/2006/relationships/image" Target="../media/image1617.png"/><Relationship Id="rId19" Type="http://schemas.openxmlformats.org/officeDocument/2006/relationships/image" Target="../media/image1626.png"/><Relationship Id="rId31" Type="http://schemas.openxmlformats.org/officeDocument/2006/relationships/image" Target="../media/image1638.png"/><Relationship Id="rId4" Type="http://schemas.openxmlformats.org/officeDocument/2006/relationships/image" Target="../media/image1611.png"/><Relationship Id="rId9" Type="http://schemas.openxmlformats.org/officeDocument/2006/relationships/image" Target="../media/image1616.png"/><Relationship Id="rId14" Type="http://schemas.openxmlformats.org/officeDocument/2006/relationships/image" Target="../media/image1621.png"/><Relationship Id="rId22" Type="http://schemas.openxmlformats.org/officeDocument/2006/relationships/image" Target="../media/image1629.png"/><Relationship Id="rId27" Type="http://schemas.openxmlformats.org/officeDocument/2006/relationships/image" Target="../media/image1634.png"/><Relationship Id="rId30" Type="http://schemas.openxmlformats.org/officeDocument/2006/relationships/image" Target="../media/image1637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5.png"/><Relationship Id="rId13" Type="http://schemas.openxmlformats.org/officeDocument/2006/relationships/image" Target="../media/image1617.png"/><Relationship Id="rId18" Type="http://schemas.openxmlformats.org/officeDocument/2006/relationships/image" Target="../media/image1622.png"/><Relationship Id="rId26" Type="http://schemas.openxmlformats.org/officeDocument/2006/relationships/image" Target="../media/image1624.png"/><Relationship Id="rId3" Type="http://schemas.openxmlformats.org/officeDocument/2006/relationships/image" Target="../media/image1610.png"/><Relationship Id="rId21" Type="http://schemas.openxmlformats.org/officeDocument/2006/relationships/image" Target="../media/image1653.png"/><Relationship Id="rId34" Type="http://schemas.openxmlformats.org/officeDocument/2006/relationships/image" Target="../media/image1661.png"/><Relationship Id="rId7" Type="http://schemas.openxmlformats.org/officeDocument/2006/relationships/image" Target="../media/image1644.png"/><Relationship Id="rId12" Type="http://schemas.openxmlformats.org/officeDocument/2006/relationships/image" Target="../media/image1649.png"/><Relationship Id="rId17" Type="http://schemas.openxmlformats.org/officeDocument/2006/relationships/image" Target="../media/image1651.png"/><Relationship Id="rId25" Type="http://schemas.openxmlformats.org/officeDocument/2006/relationships/image" Target="../media/image1639.png"/><Relationship Id="rId33" Type="http://schemas.openxmlformats.org/officeDocument/2006/relationships/image" Target="../media/image1660.png"/><Relationship Id="rId2" Type="http://schemas.openxmlformats.org/officeDocument/2006/relationships/image" Target="../media/image1514.png"/><Relationship Id="rId16" Type="http://schemas.openxmlformats.org/officeDocument/2006/relationships/image" Target="../media/image1640.png"/><Relationship Id="rId20" Type="http://schemas.openxmlformats.org/officeDocument/2006/relationships/image" Target="../media/image1625.png"/><Relationship Id="rId29" Type="http://schemas.openxmlformats.org/officeDocument/2006/relationships/image" Target="../media/image16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3.png"/><Relationship Id="rId11" Type="http://schemas.openxmlformats.org/officeDocument/2006/relationships/image" Target="../media/image1648.png"/><Relationship Id="rId24" Type="http://schemas.openxmlformats.org/officeDocument/2006/relationships/image" Target="../media/image1623.png"/><Relationship Id="rId32" Type="http://schemas.openxmlformats.org/officeDocument/2006/relationships/image" Target="../media/image1659.png"/><Relationship Id="rId5" Type="http://schemas.openxmlformats.org/officeDocument/2006/relationships/image" Target="../media/image1642.png"/><Relationship Id="rId15" Type="http://schemas.openxmlformats.org/officeDocument/2006/relationships/image" Target="../media/image1613.png"/><Relationship Id="rId23" Type="http://schemas.openxmlformats.org/officeDocument/2006/relationships/image" Target="../media/image1654.png"/><Relationship Id="rId28" Type="http://schemas.openxmlformats.org/officeDocument/2006/relationships/image" Target="../media/image1656.png"/><Relationship Id="rId36" Type="http://schemas.openxmlformats.org/officeDocument/2006/relationships/image" Target="../media/image1637.png"/><Relationship Id="rId10" Type="http://schemas.openxmlformats.org/officeDocument/2006/relationships/image" Target="../media/image1647.png"/><Relationship Id="rId19" Type="http://schemas.openxmlformats.org/officeDocument/2006/relationships/image" Target="../media/image1652.png"/><Relationship Id="rId31" Type="http://schemas.openxmlformats.org/officeDocument/2006/relationships/image" Target="../media/image1658.png"/><Relationship Id="rId4" Type="http://schemas.openxmlformats.org/officeDocument/2006/relationships/image" Target="../media/image1611.png"/><Relationship Id="rId9" Type="http://schemas.openxmlformats.org/officeDocument/2006/relationships/image" Target="../media/image1646.png"/><Relationship Id="rId14" Type="http://schemas.openxmlformats.org/officeDocument/2006/relationships/image" Target="../media/image1650.png"/><Relationship Id="rId22" Type="http://schemas.openxmlformats.org/officeDocument/2006/relationships/image" Target="../media/image1612.png"/><Relationship Id="rId27" Type="http://schemas.openxmlformats.org/officeDocument/2006/relationships/image" Target="../media/image1655.png"/><Relationship Id="rId30" Type="http://schemas.openxmlformats.org/officeDocument/2006/relationships/image" Target="../media/image1636.png"/><Relationship Id="rId35" Type="http://schemas.openxmlformats.org/officeDocument/2006/relationships/image" Target="../media/image1662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8.png"/><Relationship Id="rId13" Type="http://schemas.openxmlformats.org/officeDocument/2006/relationships/image" Target="../media/image1673.png"/><Relationship Id="rId18" Type="http://schemas.openxmlformats.org/officeDocument/2006/relationships/image" Target="../media/image1678.png"/><Relationship Id="rId26" Type="http://schemas.openxmlformats.org/officeDocument/2006/relationships/image" Target="../media/image1686.png"/><Relationship Id="rId3" Type="http://schemas.openxmlformats.org/officeDocument/2006/relationships/image" Target="../media/image1663.png"/><Relationship Id="rId21" Type="http://schemas.openxmlformats.org/officeDocument/2006/relationships/image" Target="../media/image1681.png"/><Relationship Id="rId7" Type="http://schemas.openxmlformats.org/officeDocument/2006/relationships/image" Target="../media/image1667.png"/><Relationship Id="rId12" Type="http://schemas.openxmlformats.org/officeDocument/2006/relationships/image" Target="../media/image1672.png"/><Relationship Id="rId17" Type="http://schemas.openxmlformats.org/officeDocument/2006/relationships/image" Target="../media/image1677.png"/><Relationship Id="rId25" Type="http://schemas.openxmlformats.org/officeDocument/2006/relationships/image" Target="../media/image1685.png"/><Relationship Id="rId33" Type="http://schemas.openxmlformats.org/officeDocument/2006/relationships/image" Target="../media/image1693.png"/><Relationship Id="rId2" Type="http://schemas.openxmlformats.org/officeDocument/2006/relationships/image" Target="../media/image1514.png"/><Relationship Id="rId16" Type="http://schemas.openxmlformats.org/officeDocument/2006/relationships/image" Target="../media/image1676.png"/><Relationship Id="rId20" Type="http://schemas.openxmlformats.org/officeDocument/2006/relationships/image" Target="../media/image1680.png"/><Relationship Id="rId29" Type="http://schemas.openxmlformats.org/officeDocument/2006/relationships/image" Target="../media/image16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6.png"/><Relationship Id="rId11" Type="http://schemas.openxmlformats.org/officeDocument/2006/relationships/image" Target="../media/image1671.png"/><Relationship Id="rId24" Type="http://schemas.openxmlformats.org/officeDocument/2006/relationships/image" Target="../media/image1684.png"/><Relationship Id="rId32" Type="http://schemas.openxmlformats.org/officeDocument/2006/relationships/image" Target="../media/image1692.png"/><Relationship Id="rId5" Type="http://schemas.openxmlformats.org/officeDocument/2006/relationships/image" Target="../media/image1665.png"/><Relationship Id="rId15" Type="http://schemas.openxmlformats.org/officeDocument/2006/relationships/image" Target="../media/image1675.png"/><Relationship Id="rId23" Type="http://schemas.openxmlformats.org/officeDocument/2006/relationships/image" Target="../media/image1683.png"/><Relationship Id="rId28" Type="http://schemas.openxmlformats.org/officeDocument/2006/relationships/image" Target="../media/image1688.png"/><Relationship Id="rId10" Type="http://schemas.openxmlformats.org/officeDocument/2006/relationships/image" Target="../media/image1670.png"/><Relationship Id="rId19" Type="http://schemas.openxmlformats.org/officeDocument/2006/relationships/image" Target="../media/image1679.png"/><Relationship Id="rId31" Type="http://schemas.openxmlformats.org/officeDocument/2006/relationships/image" Target="../media/image1691.png"/><Relationship Id="rId4" Type="http://schemas.openxmlformats.org/officeDocument/2006/relationships/image" Target="../media/image1664.png"/><Relationship Id="rId9" Type="http://schemas.openxmlformats.org/officeDocument/2006/relationships/image" Target="../media/image1669.png"/><Relationship Id="rId14" Type="http://schemas.openxmlformats.org/officeDocument/2006/relationships/image" Target="../media/image1674.png"/><Relationship Id="rId22" Type="http://schemas.openxmlformats.org/officeDocument/2006/relationships/image" Target="../media/image1682.png"/><Relationship Id="rId27" Type="http://schemas.openxmlformats.org/officeDocument/2006/relationships/image" Target="../media/image1687.png"/><Relationship Id="rId30" Type="http://schemas.openxmlformats.org/officeDocument/2006/relationships/image" Target="../media/image1690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9.png"/><Relationship Id="rId13" Type="http://schemas.openxmlformats.org/officeDocument/2006/relationships/image" Target="../media/image1704.png"/><Relationship Id="rId18" Type="http://schemas.openxmlformats.org/officeDocument/2006/relationships/image" Target="../media/image1709.png"/><Relationship Id="rId26" Type="http://schemas.openxmlformats.org/officeDocument/2006/relationships/image" Target="../media/image1717.png"/><Relationship Id="rId3" Type="http://schemas.openxmlformats.org/officeDocument/2006/relationships/image" Target="../media/image1694.png"/><Relationship Id="rId21" Type="http://schemas.openxmlformats.org/officeDocument/2006/relationships/image" Target="../media/image1712.png"/><Relationship Id="rId7" Type="http://schemas.openxmlformats.org/officeDocument/2006/relationships/image" Target="../media/image1698.png"/><Relationship Id="rId12" Type="http://schemas.openxmlformats.org/officeDocument/2006/relationships/image" Target="../media/image1703.png"/><Relationship Id="rId17" Type="http://schemas.openxmlformats.org/officeDocument/2006/relationships/image" Target="../media/image1708.png"/><Relationship Id="rId25" Type="http://schemas.openxmlformats.org/officeDocument/2006/relationships/image" Target="../media/image1716.png"/><Relationship Id="rId2" Type="http://schemas.openxmlformats.org/officeDocument/2006/relationships/image" Target="../media/image1514.png"/><Relationship Id="rId16" Type="http://schemas.openxmlformats.org/officeDocument/2006/relationships/image" Target="../media/image1707.png"/><Relationship Id="rId20" Type="http://schemas.openxmlformats.org/officeDocument/2006/relationships/image" Target="../media/image17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7.png"/><Relationship Id="rId11" Type="http://schemas.openxmlformats.org/officeDocument/2006/relationships/image" Target="../media/image1702.png"/><Relationship Id="rId24" Type="http://schemas.openxmlformats.org/officeDocument/2006/relationships/image" Target="../media/image1715.png"/><Relationship Id="rId5" Type="http://schemas.openxmlformats.org/officeDocument/2006/relationships/image" Target="../media/image1696.png"/><Relationship Id="rId15" Type="http://schemas.openxmlformats.org/officeDocument/2006/relationships/image" Target="../media/image1706.png"/><Relationship Id="rId23" Type="http://schemas.openxmlformats.org/officeDocument/2006/relationships/image" Target="../media/image1714.png"/><Relationship Id="rId10" Type="http://schemas.openxmlformats.org/officeDocument/2006/relationships/image" Target="../media/image1701.png"/><Relationship Id="rId19" Type="http://schemas.openxmlformats.org/officeDocument/2006/relationships/image" Target="../media/image1710.png"/><Relationship Id="rId4" Type="http://schemas.openxmlformats.org/officeDocument/2006/relationships/image" Target="../media/image1695.png"/><Relationship Id="rId9" Type="http://schemas.openxmlformats.org/officeDocument/2006/relationships/image" Target="../media/image1700.png"/><Relationship Id="rId14" Type="http://schemas.openxmlformats.org/officeDocument/2006/relationships/image" Target="../media/image1705.png"/><Relationship Id="rId22" Type="http://schemas.openxmlformats.org/officeDocument/2006/relationships/image" Target="../media/image1713.png"/><Relationship Id="rId27" Type="http://schemas.openxmlformats.org/officeDocument/2006/relationships/image" Target="../media/image1718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4.png"/><Relationship Id="rId13" Type="http://schemas.openxmlformats.org/officeDocument/2006/relationships/image" Target="../media/image1729.png"/><Relationship Id="rId3" Type="http://schemas.openxmlformats.org/officeDocument/2006/relationships/image" Target="../media/image1719.png"/><Relationship Id="rId7" Type="http://schemas.openxmlformats.org/officeDocument/2006/relationships/image" Target="../media/image1723.png"/><Relationship Id="rId12" Type="http://schemas.openxmlformats.org/officeDocument/2006/relationships/image" Target="../media/image1728.png"/><Relationship Id="rId2" Type="http://schemas.openxmlformats.org/officeDocument/2006/relationships/image" Target="../media/image1514.png"/><Relationship Id="rId16" Type="http://schemas.openxmlformats.org/officeDocument/2006/relationships/image" Target="../media/image17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2.png"/><Relationship Id="rId11" Type="http://schemas.openxmlformats.org/officeDocument/2006/relationships/image" Target="../media/image1727.png"/><Relationship Id="rId5" Type="http://schemas.openxmlformats.org/officeDocument/2006/relationships/image" Target="../media/image1721.png"/><Relationship Id="rId15" Type="http://schemas.openxmlformats.org/officeDocument/2006/relationships/image" Target="../media/image1731.png"/><Relationship Id="rId10" Type="http://schemas.openxmlformats.org/officeDocument/2006/relationships/image" Target="../media/image1726.png"/><Relationship Id="rId4" Type="http://schemas.openxmlformats.org/officeDocument/2006/relationships/image" Target="../media/image1720.png"/><Relationship Id="rId9" Type="http://schemas.openxmlformats.org/officeDocument/2006/relationships/image" Target="../media/image1725.png"/><Relationship Id="rId14" Type="http://schemas.openxmlformats.org/officeDocument/2006/relationships/image" Target="../media/image1730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7.png"/><Relationship Id="rId13" Type="http://schemas.openxmlformats.org/officeDocument/2006/relationships/image" Target="../media/image1742.png"/><Relationship Id="rId18" Type="http://schemas.openxmlformats.org/officeDocument/2006/relationships/image" Target="../media/image1747.png"/><Relationship Id="rId3" Type="http://schemas.openxmlformats.org/officeDocument/2006/relationships/image" Target="../media/image1733.png"/><Relationship Id="rId7" Type="http://schemas.openxmlformats.org/officeDocument/2006/relationships/image" Target="../media/image1736.png"/><Relationship Id="rId12" Type="http://schemas.openxmlformats.org/officeDocument/2006/relationships/image" Target="../media/image1741.png"/><Relationship Id="rId17" Type="http://schemas.openxmlformats.org/officeDocument/2006/relationships/image" Target="../media/image1746.png"/><Relationship Id="rId2" Type="http://schemas.openxmlformats.org/officeDocument/2006/relationships/image" Target="../media/image1514.png"/><Relationship Id="rId16" Type="http://schemas.openxmlformats.org/officeDocument/2006/relationships/image" Target="../media/image1745.png"/><Relationship Id="rId20" Type="http://schemas.openxmlformats.org/officeDocument/2006/relationships/image" Target="../media/image17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5.png"/><Relationship Id="rId11" Type="http://schemas.openxmlformats.org/officeDocument/2006/relationships/image" Target="../media/image1740.png"/><Relationship Id="rId5" Type="http://schemas.openxmlformats.org/officeDocument/2006/relationships/image" Target="../media/image1723.png"/><Relationship Id="rId15" Type="http://schemas.openxmlformats.org/officeDocument/2006/relationships/image" Target="../media/image1744.png"/><Relationship Id="rId10" Type="http://schemas.openxmlformats.org/officeDocument/2006/relationships/image" Target="../media/image1739.png"/><Relationship Id="rId19" Type="http://schemas.openxmlformats.org/officeDocument/2006/relationships/image" Target="../media/image1748.png"/><Relationship Id="rId4" Type="http://schemas.openxmlformats.org/officeDocument/2006/relationships/image" Target="../media/image1734.png"/><Relationship Id="rId9" Type="http://schemas.openxmlformats.org/officeDocument/2006/relationships/image" Target="../media/image1738.png"/><Relationship Id="rId14" Type="http://schemas.openxmlformats.org/officeDocument/2006/relationships/image" Target="../media/image1743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0.png"/><Relationship Id="rId13" Type="http://schemas.openxmlformats.org/officeDocument/2006/relationships/image" Target="../media/image1753.png"/><Relationship Id="rId3" Type="http://schemas.openxmlformats.org/officeDocument/2006/relationships/image" Target="../media/image1733.png"/><Relationship Id="rId7" Type="http://schemas.openxmlformats.org/officeDocument/2006/relationships/image" Target="../media/image1736.png"/><Relationship Id="rId12" Type="http://schemas.openxmlformats.org/officeDocument/2006/relationships/image" Target="../media/image1741.png"/><Relationship Id="rId2" Type="http://schemas.openxmlformats.org/officeDocument/2006/relationships/image" Target="../media/image15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5.png"/><Relationship Id="rId11" Type="http://schemas.openxmlformats.org/officeDocument/2006/relationships/image" Target="../media/image1752.png"/><Relationship Id="rId5" Type="http://schemas.openxmlformats.org/officeDocument/2006/relationships/image" Target="../media/image1723.png"/><Relationship Id="rId15" Type="http://schemas.openxmlformats.org/officeDocument/2006/relationships/image" Target="../media/image1749.png"/><Relationship Id="rId10" Type="http://schemas.openxmlformats.org/officeDocument/2006/relationships/image" Target="../media/image1751.png"/><Relationship Id="rId4" Type="http://schemas.openxmlformats.org/officeDocument/2006/relationships/image" Target="../media/image1734.png"/><Relationship Id="rId9" Type="http://schemas.openxmlformats.org/officeDocument/2006/relationships/image" Target="../media/image1738.png"/><Relationship Id="rId14" Type="http://schemas.openxmlformats.org/officeDocument/2006/relationships/image" Target="../media/image1754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6.png"/><Relationship Id="rId2" Type="http://schemas.openxmlformats.org/officeDocument/2006/relationships/image" Target="../media/image1755.png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3.png"/><Relationship Id="rId13" Type="http://schemas.openxmlformats.org/officeDocument/2006/relationships/image" Target="../media/image1768.png"/><Relationship Id="rId18" Type="http://schemas.openxmlformats.org/officeDocument/2006/relationships/image" Target="../media/image1773.png"/><Relationship Id="rId26" Type="http://schemas.openxmlformats.org/officeDocument/2006/relationships/image" Target="../media/image1781.png"/><Relationship Id="rId39" Type="http://schemas.openxmlformats.org/officeDocument/2006/relationships/image" Target="../media/image1793.png"/><Relationship Id="rId3" Type="http://schemas.openxmlformats.org/officeDocument/2006/relationships/image" Target="../media/image1758.png"/><Relationship Id="rId21" Type="http://schemas.openxmlformats.org/officeDocument/2006/relationships/image" Target="../media/image1776.png"/><Relationship Id="rId34" Type="http://schemas.openxmlformats.org/officeDocument/2006/relationships/image" Target="../media/image1788.png"/><Relationship Id="rId42" Type="http://schemas.openxmlformats.org/officeDocument/2006/relationships/image" Target="../media/image1796.png"/><Relationship Id="rId7" Type="http://schemas.openxmlformats.org/officeDocument/2006/relationships/image" Target="../media/image1762.png"/><Relationship Id="rId12" Type="http://schemas.openxmlformats.org/officeDocument/2006/relationships/image" Target="../media/image1767.png"/><Relationship Id="rId17" Type="http://schemas.openxmlformats.org/officeDocument/2006/relationships/image" Target="../media/image1772.png"/><Relationship Id="rId25" Type="http://schemas.openxmlformats.org/officeDocument/2006/relationships/image" Target="../media/image1780.png"/><Relationship Id="rId33" Type="http://schemas.openxmlformats.org/officeDocument/2006/relationships/image" Target="../media/image1787.png"/><Relationship Id="rId38" Type="http://schemas.openxmlformats.org/officeDocument/2006/relationships/image" Target="../media/image1792.png"/><Relationship Id="rId2" Type="http://schemas.openxmlformats.org/officeDocument/2006/relationships/image" Target="../media/image1757.png"/><Relationship Id="rId16" Type="http://schemas.openxmlformats.org/officeDocument/2006/relationships/image" Target="../media/image1771.png"/><Relationship Id="rId20" Type="http://schemas.openxmlformats.org/officeDocument/2006/relationships/image" Target="../media/image1775.png"/><Relationship Id="rId29" Type="http://schemas.openxmlformats.org/officeDocument/2006/relationships/image" Target="../media/image1783.png"/><Relationship Id="rId41" Type="http://schemas.openxmlformats.org/officeDocument/2006/relationships/image" Target="../media/image17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1.png"/><Relationship Id="rId11" Type="http://schemas.openxmlformats.org/officeDocument/2006/relationships/image" Target="../media/image1766.png"/><Relationship Id="rId24" Type="http://schemas.openxmlformats.org/officeDocument/2006/relationships/image" Target="../media/image1779.png"/><Relationship Id="rId32" Type="http://schemas.openxmlformats.org/officeDocument/2006/relationships/image" Target="../media/image1786.png"/><Relationship Id="rId37" Type="http://schemas.openxmlformats.org/officeDocument/2006/relationships/image" Target="../media/image1791.png"/><Relationship Id="rId40" Type="http://schemas.openxmlformats.org/officeDocument/2006/relationships/image" Target="../media/image1794.png"/><Relationship Id="rId5" Type="http://schemas.openxmlformats.org/officeDocument/2006/relationships/image" Target="../media/image1760.png"/><Relationship Id="rId15" Type="http://schemas.openxmlformats.org/officeDocument/2006/relationships/image" Target="../media/image1770.png"/><Relationship Id="rId23" Type="http://schemas.openxmlformats.org/officeDocument/2006/relationships/image" Target="../media/image1778.png"/><Relationship Id="rId28" Type="http://schemas.openxmlformats.org/officeDocument/2006/relationships/image" Target="../media/image1782.png"/><Relationship Id="rId36" Type="http://schemas.openxmlformats.org/officeDocument/2006/relationships/image" Target="../media/image1790.png"/><Relationship Id="rId10" Type="http://schemas.openxmlformats.org/officeDocument/2006/relationships/image" Target="../media/image1765.png"/><Relationship Id="rId19" Type="http://schemas.openxmlformats.org/officeDocument/2006/relationships/image" Target="../media/image1774.png"/><Relationship Id="rId31" Type="http://schemas.openxmlformats.org/officeDocument/2006/relationships/image" Target="../media/image1785.png"/><Relationship Id="rId4" Type="http://schemas.openxmlformats.org/officeDocument/2006/relationships/image" Target="../media/image1759.png"/><Relationship Id="rId9" Type="http://schemas.openxmlformats.org/officeDocument/2006/relationships/image" Target="../media/image1764.png"/><Relationship Id="rId14" Type="http://schemas.openxmlformats.org/officeDocument/2006/relationships/image" Target="../media/image1769.png"/><Relationship Id="rId22" Type="http://schemas.openxmlformats.org/officeDocument/2006/relationships/image" Target="../media/image1777.png"/><Relationship Id="rId27" Type="http://schemas.openxmlformats.org/officeDocument/2006/relationships/image" Target="../media/image1723.png"/><Relationship Id="rId30" Type="http://schemas.openxmlformats.org/officeDocument/2006/relationships/image" Target="../media/image1784.png"/><Relationship Id="rId35" Type="http://schemas.openxmlformats.org/officeDocument/2006/relationships/image" Target="../media/image1789.png"/><Relationship Id="rId43" Type="http://schemas.openxmlformats.org/officeDocument/2006/relationships/image" Target="../media/image1797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9.png"/><Relationship Id="rId13" Type="http://schemas.openxmlformats.org/officeDocument/2006/relationships/image" Target="../media/image1802.png"/><Relationship Id="rId18" Type="http://schemas.openxmlformats.org/officeDocument/2006/relationships/image" Target="../media/image1806.png"/><Relationship Id="rId26" Type="http://schemas.openxmlformats.org/officeDocument/2006/relationships/image" Target="../media/image1797.png"/><Relationship Id="rId3" Type="http://schemas.openxmlformats.org/officeDocument/2006/relationships/image" Target="../media/image1783.png"/><Relationship Id="rId21" Type="http://schemas.openxmlformats.org/officeDocument/2006/relationships/image" Target="../media/image1769.png"/><Relationship Id="rId7" Type="http://schemas.openxmlformats.org/officeDocument/2006/relationships/image" Target="../media/image1725.png"/><Relationship Id="rId12" Type="http://schemas.openxmlformats.org/officeDocument/2006/relationships/image" Target="../media/image1801.png"/><Relationship Id="rId17" Type="http://schemas.openxmlformats.org/officeDocument/2006/relationships/image" Target="../media/image1805.png"/><Relationship Id="rId25" Type="http://schemas.openxmlformats.org/officeDocument/2006/relationships/image" Target="../media/image1778.png"/><Relationship Id="rId2" Type="http://schemas.openxmlformats.org/officeDocument/2006/relationships/image" Target="../media/image1757.png"/><Relationship Id="rId16" Type="http://schemas.openxmlformats.org/officeDocument/2006/relationships/image" Target="../media/image1795.png"/><Relationship Id="rId20" Type="http://schemas.openxmlformats.org/officeDocument/2006/relationships/image" Target="../media/image1808.png"/><Relationship Id="rId29" Type="http://schemas.openxmlformats.org/officeDocument/2006/relationships/image" Target="../media/image18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8.png"/><Relationship Id="rId11" Type="http://schemas.openxmlformats.org/officeDocument/2006/relationships/image" Target="../media/image1724.png"/><Relationship Id="rId24" Type="http://schemas.openxmlformats.org/officeDocument/2006/relationships/image" Target="../media/image1811.png"/><Relationship Id="rId5" Type="http://schemas.openxmlformats.org/officeDocument/2006/relationships/image" Target="../media/image1723.png"/><Relationship Id="rId15" Type="http://schemas.openxmlformats.org/officeDocument/2006/relationships/image" Target="../media/image1804.png"/><Relationship Id="rId23" Type="http://schemas.openxmlformats.org/officeDocument/2006/relationships/image" Target="../media/image1810.png"/><Relationship Id="rId28" Type="http://schemas.openxmlformats.org/officeDocument/2006/relationships/image" Target="../media/image1727.png"/><Relationship Id="rId10" Type="http://schemas.openxmlformats.org/officeDocument/2006/relationships/image" Target="../media/image1800.png"/><Relationship Id="rId19" Type="http://schemas.openxmlformats.org/officeDocument/2006/relationships/image" Target="../media/image1807.png"/><Relationship Id="rId4" Type="http://schemas.openxmlformats.org/officeDocument/2006/relationships/image" Target="../media/image1784.png"/><Relationship Id="rId9" Type="http://schemas.openxmlformats.org/officeDocument/2006/relationships/image" Target="../media/image1773.png"/><Relationship Id="rId14" Type="http://schemas.openxmlformats.org/officeDocument/2006/relationships/image" Target="../media/image1803.png"/><Relationship Id="rId22" Type="http://schemas.openxmlformats.org/officeDocument/2006/relationships/image" Target="../media/image1809.png"/><Relationship Id="rId27" Type="http://schemas.openxmlformats.org/officeDocument/2006/relationships/image" Target="../media/image1812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3.png"/><Relationship Id="rId13" Type="http://schemas.openxmlformats.org/officeDocument/2006/relationships/image" Target="../media/image1820.png"/><Relationship Id="rId18" Type="http://schemas.openxmlformats.org/officeDocument/2006/relationships/image" Target="../media/image1720.png"/><Relationship Id="rId26" Type="http://schemas.openxmlformats.org/officeDocument/2006/relationships/image" Target="../media/image1827.png"/><Relationship Id="rId3" Type="http://schemas.openxmlformats.org/officeDocument/2006/relationships/image" Target="../media/image1801.png"/><Relationship Id="rId21" Type="http://schemas.openxmlformats.org/officeDocument/2006/relationships/image" Target="../media/image1773.png"/><Relationship Id="rId34" Type="http://schemas.openxmlformats.org/officeDocument/2006/relationships/image" Target="../media/image1832.png"/><Relationship Id="rId7" Type="http://schemas.openxmlformats.org/officeDocument/2006/relationships/image" Target="../media/image1805.png"/><Relationship Id="rId12" Type="http://schemas.openxmlformats.org/officeDocument/2006/relationships/image" Target="../media/image1819.png"/><Relationship Id="rId17" Type="http://schemas.openxmlformats.org/officeDocument/2006/relationships/image" Target="../media/image1822.png"/><Relationship Id="rId25" Type="http://schemas.openxmlformats.org/officeDocument/2006/relationships/image" Target="../media/image1826.png"/><Relationship Id="rId33" Type="http://schemas.openxmlformats.org/officeDocument/2006/relationships/image" Target="../media/image1831.png"/><Relationship Id="rId2" Type="http://schemas.openxmlformats.org/officeDocument/2006/relationships/image" Target="../media/image1757.png"/><Relationship Id="rId16" Type="http://schemas.openxmlformats.org/officeDocument/2006/relationships/image" Target="../media/image1696.png"/><Relationship Id="rId20" Type="http://schemas.openxmlformats.org/officeDocument/2006/relationships/image" Target="../media/image1824.png"/><Relationship Id="rId29" Type="http://schemas.openxmlformats.org/officeDocument/2006/relationships/image" Target="../media/image18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6.png"/><Relationship Id="rId11" Type="http://schemas.openxmlformats.org/officeDocument/2006/relationships/image" Target="../media/image1818.png"/><Relationship Id="rId24" Type="http://schemas.openxmlformats.org/officeDocument/2006/relationships/image" Target="../media/image1784.png"/><Relationship Id="rId32" Type="http://schemas.openxmlformats.org/officeDocument/2006/relationships/image" Target="../media/image1830.png"/><Relationship Id="rId5" Type="http://schemas.openxmlformats.org/officeDocument/2006/relationships/image" Target="../media/image1815.png"/><Relationship Id="rId15" Type="http://schemas.openxmlformats.org/officeDocument/2006/relationships/image" Target="../media/image1769.png"/><Relationship Id="rId23" Type="http://schemas.openxmlformats.org/officeDocument/2006/relationships/image" Target="../media/image1771.png"/><Relationship Id="rId28" Type="http://schemas.openxmlformats.org/officeDocument/2006/relationships/image" Target="../media/image1802.png"/><Relationship Id="rId10" Type="http://schemas.openxmlformats.org/officeDocument/2006/relationships/image" Target="../media/image1723.png"/><Relationship Id="rId19" Type="http://schemas.openxmlformats.org/officeDocument/2006/relationships/image" Target="../media/image1823.png"/><Relationship Id="rId31" Type="http://schemas.openxmlformats.org/officeDocument/2006/relationships/image" Target="../media/image1829.png"/><Relationship Id="rId4" Type="http://schemas.openxmlformats.org/officeDocument/2006/relationships/image" Target="../media/image1814.png"/><Relationship Id="rId9" Type="http://schemas.openxmlformats.org/officeDocument/2006/relationships/image" Target="../media/image1817.png"/><Relationship Id="rId14" Type="http://schemas.openxmlformats.org/officeDocument/2006/relationships/image" Target="../media/image1821.png"/><Relationship Id="rId22" Type="http://schemas.openxmlformats.org/officeDocument/2006/relationships/image" Target="../media/image1825.png"/><Relationship Id="rId27" Type="http://schemas.openxmlformats.org/officeDocument/2006/relationships/image" Target="../media/image1725.png"/><Relationship Id="rId30" Type="http://schemas.openxmlformats.org/officeDocument/2006/relationships/image" Target="../media/image1729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4.png"/><Relationship Id="rId2" Type="http://schemas.openxmlformats.org/officeDocument/2006/relationships/image" Target="../media/image1833.pn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46.png"/><Relationship Id="rId18" Type="http://schemas.openxmlformats.org/officeDocument/2006/relationships/image" Target="../media/image1851.png"/><Relationship Id="rId26" Type="http://schemas.openxmlformats.org/officeDocument/2006/relationships/image" Target="../media/image1859.png"/><Relationship Id="rId39" Type="http://schemas.openxmlformats.org/officeDocument/2006/relationships/image" Target="../media/image1872.png"/><Relationship Id="rId21" Type="http://schemas.openxmlformats.org/officeDocument/2006/relationships/image" Target="../media/image1854.png"/><Relationship Id="rId34" Type="http://schemas.openxmlformats.org/officeDocument/2006/relationships/image" Target="../media/image1867.png"/><Relationship Id="rId42" Type="http://schemas.openxmlformats.org/officeDocument/2006/relationships/image" Target="../media/image1875.png"/><Relationship Id="rId47" Type="http://schemas.openxmlformats.org/officeDocument/2006/relationships/image" Target="../media/image1880.png"/><Relationship Id="rId50" Type="http://schemas.openxmlformats.org/officeDocument/2006/relationships/image" Target="../media/image1883.png"/><Relationship Id="rId55" Type="http://schemas.openxmlformats.org/officeDocument/2006/relationships/image" Target="../media/image1888.png"/><Relationship Id="rId63" Type="http://schemas.openxmlformats.org/officeDocument/2006/relationships/image" Target="../media/image1896.png"/><Relationship Id="rId68" Type="http://schemas.openxmlformats.org/officeDocument/2006/relationships/image" Target="../media/image1901.png"/><Relationship Id="rId76" Type="http://schemas.openxmlformats.org/officeDocument/2006/relationships/image" Target="../media/image1909.png"/><Relationship Id="rId84" Type="http://schemas.openxmlformats.org/officeDocument/2006/relationships/image" Target="../media/image1917.png"/><Relationship Id="rId89" Type="http://schemas.openxmlformats.org/officeDocument/2006/relationships/image" Target="../media/image1922.png"/><Relationship Id="rId7" Type="http://schemas.openxmlformats.org/officeDocument/2006/relationships/image" Target="../media/image1840.png"/><Relationship Id="rId71" Type="http://schemas.openxmlformats.org/officeDocument/2006/relationships/image" Target="../media/image1904.png"/><Relationship Id="rId2" Type="http://schemas.openxmlformats.org/officeDocument/2006/relationships/image" Target="../media/image1835.png"/><Relationship Id="rId16" Type="http://schemas.openxmlformats.org/officeDocument/2006/relationships/image" Target="../media/image1849.png"/><Relationship Id="rId29" Type="http://schemas.openxmlformats.org/officeDocument/2006/relationships/image" Target="../media/image1862.png"/><Relationship Id="rId11" Type="http://schemas.openxmlformats.org/officeDocument/2006/relationships/image" Target="../media/image1844.png"/><Relationship Id="rId24" Type="http://schemas.openxmlformats.org/officeDocument/2006/relationships/image" Target="../media/image1857.png"/><Relationship Id="rId32" Type="http://schemas.openxmlformats.org/officeDocument/2006/relationships/image" Target="../media/image1865.png"/><Relationship Id="rId37" Type="http://schemas.openxmlformats.org/officeDocument/2006/relationships/image" Target="../media/image1870.png"/><Relationship Id="rId40" Type="http://schemas.openxmlformats.org/officeDocument/2006/relationships/image" Target="../media/image1873.png"/><Relationship Id="rId45" Type="http://schemas.openxmlformats.org/officeDocument/2006/relationships/image" Target="../media/image1878.png"/><Relationship Id="rId53" Type="http://schemas.openxmlformats.org/officeDocument/2006/relationships/image" Target="../media/image1886.png"/><Relationship Id="rId58" Type="http://schemas.openxmlformats.org/officeDocument/2006/relationships/image" Target="../media/image1891.png"/><Relationship Id="rId66" Type="http://schemas.openxmlformats.org/officeDocument/2006/relationships/image" Target="../media/image1899.png"/><Relationship Id="rId74" Type="http://schemas.openxmlformats.org/officeDocument/2006/relationships/image" Target="../media/image1907.png"/><Relationship Id="rId79" Type="http://schemas.openxmlformats.org/officeDocument/2006/relationships/image" Target="../media/image1912.png"/><Relationship Id="rId87" Type="http://schemas.openxmlformats.org/officeDocument/2006/relationships/image" Target="../media/image1920.png"/><Relationship Id="rId5" Type="http://schemas.openxmlformats.org/officeDocument/2006/relationships/image" Target="../media/image1838.png"/><Relationship Id="rId61" Type="http://schemas.openxmlformats.org/officeDocument/2006/relationships/image" Target="../media/image1894.png"/><Relationship Id="rId82" Type="http://schemas.openxmlformats.org/officeDocument/2006/relationships/image" Target="../media/image1915.png"/><Relationship Id="rId19" Type="http://schemas.openxmlformats.org/officeDocument/2006/relationships/image" Target="../media/image1852.png"/><Relationship Id="rId4" Type="http://schemas.openxmlformats.org/officeDocument/2006/relationships/image" Target="../media/image1837.png"/><Relationship Id="rId9" Type="http://schemas.openxmlformats.org/officeDocument/2006/relationships/image" Target="../media/image1842.png"/><Relationship Id="rId14" Type="http://schemas.openxmlformats.org/officeDocument/2006/relationships/image" Target="../media/image1847.png"/><Relationship Id="rId22" Type="http://schemas.openxmlformats.org/officeDocument/2006/relationships/image" Target="../media/image1855.png"/><Relationship Id="rId27" Type="http://schemas.openxmlformats.org/officeDocument/2006/relationships/image" Target="../media/image1860.png"/><Relationship Id="rId30" Type="http://schemas.openxmlformats.org/officeDocument/2006/relationships/image" Target="../media/image1863.png"/><Relationship Id="rId35" Type="http://schemas.openxmlformats.org/officeDocument/2006/relationships/image" Target="../media/image1868.png"/><Relationship Id="rId43" Type="http://schemas.openxmlformats.org/officeDocument/2006/relationships/image" Target="../media/image1876.png"/><Relationship Id="rId48" Type="http://schemas.openxmlformats.org/officeDocument/2006/relationships/image" Target="../media/image1881.png"/><Relationship Id="rId56" Type="http://schemas.openxmlformats.org/officeDocument/2006/relationships/image" Target="../media/image1889.png"/><Relationship Id="rId64" Type="http://schemas.openxmlformats.org/officeDocument/2006/relationships/image" Target="../media/image1897.png"/><Relationship Id="rId69" Type="http://schemas.openxmlformats.org/officeDocument/2006/relationships/image" Target="../media/image1902.png"/><Relationship Id="rId77" Type="http://schemas.openxmlformats.org/officeDocument/2006/relationships/image" Target="../media/image1910.png"/><Relationship Id="rId8" Type="http://schemas.openxmlformats.org/officeDocument/2006/relationships/image" Target="../media/image1841.png"/><Relationship Id="rId51" Type="http://schemas.openxmlformats.org/officeDocument/2006/relationships/image" Target="../media/image1884.png"/><Relationship Id="rId72" Type="http://schemas.openxmlformats.org/officeDocument/2006/relationships/image" Target="../media/image1905.png"/><Relationship Id="rId80" Type="http://schemas.openxmlformats.org/officeDocument/2006/relationships/image" Target="../media/image1913.png"/><Relationship Id="rId85" Type="http://schemas.openxmlformats.org/officeDocument/2006/relationships/image" Target="../media/image1918.png"/><Relationship Id="rId3" Type="http://schemas.openxmlformats.org/officeDocument/2006/relationships/image" Target="../media/image1836.png"/><Relationship Id="rId12" Type="http://schemas.openxmlformats.org/officeDocument/2006/relationships/image" Target="../media/image1845.png"/><Relationship Id="rId17" Type="http://schemas.openxmlformats.org/officeDocument/2006/relationships/image" Target="../media/image1850.png"/><Relationship Id="rId25" Type="http://schemas.openxmlformats.org/officeDocument/2006/relationships/image" Target="../media/image1858.png"/><Relationship Id="rId33" Type="http://schemas.openxmlformats.org/officeDocument/2006/relationships/image" Target="../media/image1866.png"/><Relationship Id="rId38" Type="http://schemas.openxmlformats.org/officeDocument/2006/relationships/image" Target="../media/image1871.png"/><Relationship Id="rId46" Type="http://schemas.openxmlformats.org/officeDocument/2006/relationships/image" Target="../media/image1879.png"/><Relationship Id="rId59" Type="http://schemas.openxmlformats.org/officeDocument/2006/relationships/image" Target="../media/image1892.png"/><Relationship Id="rId67" Type="http://schemas.openxmlformats.org/officeDocument/2006/relationships/image" Target="../media/image1900.png"/><Relationship Id="rId20" Type="http://schemas.openxmlformats.org/officeDocument/2006/relationships/image" Target="../media/image1853.png"/><Relationship Id="rId41" Type="http://schemas.openxmlformats.org/officeDocument/2006/relationships/image" Target="../media/image1874.png"/><Relationship Id="rId54" Type="http://schemas.openxmlformats.org/officeDocument/2006/relationships/image" Target="../media/image1887.png"/><Relationship Id="rId62" Type="http://schemas.openxmlformats.org/officeDocument/2006/relationships/image" Target="../media/image1895.png"/><Relationship Id="rId70" Type="http://schemas.openxmlformats.org/officeDocument/2006/relationships/image" Target="../media/image1903.png"/><Relationship Id="rId75" Type="http://schemas.openxmlformats.org/officeDocument/2006/relationships/image" Target="../media/image1908.png"/><Relationship Id="rId83" Type="http://schemas.openxmlformats.org/officeDocument/2006/relationships/image" Target="../media/image1916.png"/><Relationship Id="rId88" Type="http://schemas.openxmlformats.org/officeDocument/2006/relationships/image" Target="../media/image19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9.png"/><Relationship Id="rId15" Type="http://schemas.openxmlformats.org/officeDocument/2006/relationships/image" Target="../media/image1848.png"/><Relationship Id="rId23" Type="http://schemas.openxmlformats.org/officeDocument/2006/relationships/image" Target="../media/image1856.png"/><Relationship Id="rId28" Type="http://schemas.openxmlformats.org/officeDocument/2006/relationships/image" Target="../media/image1861.png"/><Relationship Id="rId36" Type="http://schemas.openxmlformats.org/officeDocument/2006/relationships/image" Target="../media/image1869.png"/><Relationship Id="rId49" Type="http://schemas.openxmlformats.org/officeDocument/2006/relationships/image" Target="../media/image1882.png"/><Relationship Id="rId57" Type="http://schemas.openxmlformats.org/officeDocument/2006/relationships/image" Target="../media/image1890.png"/><Relationship Id="rId10" Type="http://schemas.openxmlformats.org/officeDocument/2006/relationships/image" Target="../media/image1843.png"/><Relationship Id="rId31" Type="http://schemas.openxmlformats.org/officeDocument/2006/relationships/image" Target="../media/image1864.png"/><Relationship Id="rId44" Type="http://schemas.openxmlformats.org/officeDocument/2006/relationships/image" Target="../media/image1877.png"/><Relationship Id="rId52" Type="http://schemas.openxmlformats.org/officeDocument/2006/relationships/image" Target="../media/image1885.png"/><Relationship Id="rId60" Type="http://schemas.openxmlformats.org/officeDocument/2006/relationships/image" Target="../media/image1893.png"/><Relationship Id="rId65" Type="http://schemas.openxmlformats.org/officeDocument/2006/relationships/image" Target="../media/image1898.png"/><Relationship Id="rId73" Type="http://schemas.openxmlformats.org/officeDocument/2006/relationships/image" Target="../media/image1906.png"/><Relationship Id="rId78" Type="http://schemas.openxmlformats.org/officeDocument/2006/relationships/image" Target="../media/image1911.png"/><Relationship Id="rId81" Type="http://schemas.openxmlformats.org/officeDocument/2006/relationships/image" Target="../media/image1914.png"/><Relationship Id="rId86" Type="http://schemas.openxmlformats.org/officeDocument/2006/relationships/image" Target="../media/image1919.png"/></Relationships>
</file>

<file path=ppt/slides/_rels/slide1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30.png"/><Relationship Id="rId18" Type="http://schemas.openxmlformats.org/officeDocument/2006/relationships/image" Target="../media/image1934.png"/><Relationship Id="rId26" Type="http://schemas.openxmlformats.org/officeDocument/2006/relationships/image" Target="../media/image1942.png"/><Relationship Id="rId39" Type="http://schemas.openxmlformats.org/officeDocument/2006/relationships/image" Target="../media/image1952.png"/><Relationship Id="rId21" Type="http://schemas.openxmlformats.org/officeDocument/2006/relationships/image" Target="../media/image1937.png"/><Relationship Id="rId34" Type="http://schemas.openxmlformats.org/officeDocument/2006/relationships/image" Target="../media/image1947.png"/><Relationship Id="rId42" Type="http://schemas.openxmlformats.org/officeDocument/2006/relationships/image" Target="../media/image1955.png"/><Relationship Id="rId47" Type="http://schemas.openxmlformats.org/officeDocument/2006/relationships/image" Target="../media/image1960.png"/><Relationship Id="rId50" Type="http://schemas.openxmlformats.org/officeDocument/2006/relationships/image" Target="../media/image1768.png"/><Relationship Id="rId55" Type="http://schemas.openxmlformats.org/officeDocument/2006/relationships/image" Target="../media/image1966.png"/><Relationship Id="rId63" Type="http://schemas.openxmlformats.org/officeDocument/2006/relationships/image" Target="../media/image1973.png"/><Relationship Id="rId7" Type="http://schemas.openxmlformats.org/officeDocument/2006/relationships/image" Target="../media/image1773.png"/><Relationship Id="rId2" Type="http://schemas.openxmlformats.org/officeDocument/2006/relationships/image" Target="../media/image1835.png"/><Relationship Id="rId16" Type="http://schemas.openxmlformats.org/officeDocument/2006/relationships/image" Target="../media/image1932.png"/><Relationship Id="rId20" Type="http://schemas.openxmlformats.org/officeDocument/2006/relationships/image" Target="../media/image1936.png"/><Relationship Id="rId29" Type="http://schemas.openxmlformats.org/officeDocument/2006/relationships/image" Target="../media/image1943.png"/><Relationship Id="rId41" Type="http://schemas.openxmlformats.org/officeDocument/2006/relationships/image" Target="../media/image1954.png"/><Relationship Id="rId54" Type="http://schemas.openxmlformats.org/officeDocument/2006/relationships/image" Target="../media/image1965.png"/><Relationship Id="rId62" Type="http://schemas.openxmlformats.org/officeDocument/2006/relationships/image" Target="../media/image19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9.png"/><Relationship Id="rId11" Type="http://schemas.openxmlformats.org/officeDocument/2006/relationships/image" Target="../media/image1928.png"/><Relationship Id="rId24" Type="http://schemas.openxmlformats.org/officeDocument/2006/relationships/image" Target="../media/image1940.png"/><Relationship Id="rId32" Type="http://schemas.openxmlformats.org/officeDocument/2006/relationships/image" Target="../media/image1781.png"/><Relationship Id="rId37" Type="http://schemas.openxmlformats.org/officeDocument/2006/relationships/image" Target="../media/image1950.png"/><Relationship Id="rId40" Type="http://schemas.openxmlformats.org/officeDocument/2006/relationships/image" Target="../media/image1953.png"/><Relationship Id="rId45" Type="http://schemas.openxmlformats.org/officeDocument/2006/relationships/image" Target="../media/image1958.png"/><Relationship Id="rId53" Type="http://schemas.openxmlformats.org/officeDocument/2006/relationships/image" Target="../media/image1964.png"/><Relationship Id="rId58" Type="http://schemas.openxmlformats.org/officeDocument/2006/relationships/image" Target="../media/image1969.png"/><Relationship Id="rId5" Type="http://schemas.openxmlformats.org/officeDocument/2006/relationships/image" Target="../media/image1925.png"/><Relationship Id="rId15" Type="http://schemas.openxmlformats.org/officeDocument/2006/relationships/image" Target="../media/image1696.png"/><Relationship Id="rId23" Type="http://schemas.openxmlformats.org/officeDocument/2006/relationships/image" Target="../media/image1939.png"/><Relationship Id="rId28" Type="http://schemas.openxmlformats.org/officeDocument/2006/relationships/image" Target="../media/image1723.png"/><Relationship Id="rId36" Type="http://schemas.openxmlformats.org/officeDocument/2006/relationships/image" Target="../media/image1949.png"/><Relationship Id="rId49" Type="http://schemas.openxmlformats.org/officeDocument/2006/relationships/image" Target="../media/image1962.png"/><Relationship Id="rId57" Type="http://schemas.openxmlformats.org/officeDocument/2006/relationships/image" Target="../media/image1968.png"/><Relationship Id="rId61" Type="http://schemas.openxmlformats.org/officeDocument/2006/relationships/image" Target="../media/image1971.png"/><Relationship Id="rId10" Type="http://schemas.openxmlformats.org/officeDocument/2006/relationships/image" Target="../media/image1927.png"/><Relationship Id="rId19" Type="http://schemas.openxmlformats.org/officeDocument/2006/relationships/image" Target="../media/image1935.png"/><Relationship Id="rId31" Type="http://schemas.openxmlformats.org/officeDocument/2006/relationships/image" Target="../media/image1945.png"/><Relationship Id="rId44" Type="http://schemas.openxmlformats.org/officeDocument/2006/relationships/image" Target="../media/image1957.png"/><Relationship Id="rId52" Type="http://schemas.openxmlformats.org/officeDocument/2006/relationships/image" Target="../media/image1963.png"/><Relationship Id="rId60" Type="http://schemas.openxmlformats.org/officeDocument/2006/relationships/image" Target="../media/image1761.png"/><Relationship Id="rId4" Type="http://schemas.openxmlformats.org/officeDocument/2006/relationships/image" Target="../media/image1924.png"/><Relationship Id="rId9" Type="http://schemas.openxmlformats.org/officeDocument/2006/relationships/image" Target="../media/image1797.png"/><Relationship Id="rId14" Type="http://schemas.openxmlformats.org/officeDocument/2006/relationships/image" Target="../media/image1931.png"/><Relationship Id="rId22" Type="http://schemas.openxmlformats.org/officeDocument/2006/relationships/image" Target="../media/image1938.png"/><Relationship Id="rId27" Type="http://schemas.openxmlformats.org/officeDocument/2006/relationships/image" Target="../media/image1795.png"/><Relationship Id="rId30" Type="http://schemas.openxmlformats.org/officeDocument/2006/relationships/image" Target="../media/image1944.png"/><Relationship Id="rId35" Type="http://schemas.openxmlformats.org/officeDocument/2006/relationships/image" Target="../media/image1948.png"/><Relationship Id="rId43" Type="http://schemas.openxmlformats.org/officeDocument/2006/relationships/image" Target="../media/image1956.png"/><Relationship Id="rId48" Type="http://schemas.openxmlformats.org/officeDocument/2006/relationships/image" Target="../media/image1961.png"/><Relationship Id="rId56" Type="http://schemas.openxmlformats.org/officeDocument/2006/relationships/image" Target="../media/image1967.png"/><Relationship Id="rId64" Type="http://schemas.openxmlformats.org/officeDocument/2006/relationships/image" Target="../media/image1974.png"/><Relationship Id="rId8" Type="http://schemas.openxmlformats.org/officeDocument/2006/relationships/image" Target="../media/image1926.png"/><Relationship Id="rId51" Type="http://schemas.openxmlformats.org/officeDocument/2006/relationships/image" Target="../media/image1788.png"/><Relationship Id="rId3" Type="http://schemas.openxmlformats.org/officeDocument/2006/relationships/image" Target="../media/image1923.png"/><Relationship Id="rId12" Type="http://schemas.openxmlformats.org/officeDocument/2006/relationships/image" Target="../media/image1929.png"/><Relationship Id="rId17" Type="http://schemas.openxmlformats.org/officeDocument/2006/relationships/image" Target="../media/image1933.png"/><Relationship Id="rId25" Type="http://schemas.openxmlformats.org/officeDocument/2006/relationships/image" Target="../media/image1941.png"/><Relationship Id="rId33" Type="http://schemas.openxmlformats.org/officeDocument/2006/relationships/image" Target="../media/image1946.png"/><Relationship Id="rId38" Type="http://schemas.openxmlformats.org/officeDocument/2006/relationships/image" Target="../media/image1951.png"/><Relationship Id="rId46" Type="http://schemas.openxmlformats.org/officeDocument/2006/relationships/image" Target="../media/image1959.png"/><Relationship Id="rId59" Type="http://schemas.openxmlformats.org/officeDocument/2006/relationships/image" Target="../media/image1970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0.png"/><Relationship Id="rId13" Type="http://schemas.openxmlformats.org/officeDocument/2006/relationships/image" Target="../media/image1985.png"/><Relationship Id="rId18" Type="http://schemas.openxmlformats.org/officeDocument/2006/relationships/image" Target="../media/image1990.png"/><Relationship Id="rId26" Type="http://schemas.openxmlformats.org/officeDocument/2006/relationships/image" Target="../media/image1998.png"/><Relationship Id="rId3" Type="http://schemas.openxmlformats.org/officeDocument/2006/relationships/image" Target="../media/image1975.png"/><Relationship Id="rId21" Type="http://schemas.openxmlformats.org/officeDocument/2006/relationships/image" Target="../media/image1993.png"/><Relationship Id="rId7" Type="http://schemas.openxmlformats.org/officeDocument/2006/relationships/image" Target="../media/image1979.png"/><Relationship Id="rId12" Type="http://schemas.openxmlformats.org/officeDocument/2006/relationships/image" Target="../media/image1984.png"/><Relationship Id="rId17" Type="http://schemas.openxmlformats.org/officeDocument/2006/relationships/image" Target="../media/image1989.png"/><Relationship Id="rId25" Type="http://schemas.openxmlformats.org/officeDocument/2006/relationships/image" Target="../media/image1997.png"/><Relationship Id="rId2" Type="http://schemas.openxmlformats.org/officeDocument/2006/relationships/image" Target="../media/image1835.png"/><Relationship Id="rId16" Type="http://schemas.openxmlformats.org/officeDocument/2006/relationships/image" Target="../media/image1988.png"/><Relationship Id="rId20" Type="http://schemas.openxmlformats.org/officeDocument/2006/relationships/image" Target="../media/image1992.png"/><Relationship Id="rId29" Type="http://schemas.openxmlformats.org/officeDocument/2006/relationships/image" Target="../media/image20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8.png"/><Relationship Id="rId11" Type="http://schemas.openxmlformats.org/officeDocument/2006/relationships/image" Target="../media/image1983.png"/><Relationship Id="rId24" Type="http://schemas.openxmlformats.org/officeDocument/2006/relationships/image" Target="../media/image1996.png"/><Relationship Id="rId5" Type="http://schemas.openxmlformats.org/officeDocument/2006/relationships/image" Target="../media/image1977.png"/><Relationship Id="rId15" Type="http://schemas.openxmlformats.org/officeDocument/2006/relationships/image" Target="../media/image1987.png"/><Relationship Id="rId23" Type="http://schemas.openxmlformats.org/officeDocument/2006/relationships/image" Target="../media/image1995.png"/><Relationship Id="rId28" Type="http://schemas.openxmlformats.org/officeDocument/2006/relationships/image" Target="../media/image2000.png"/><Relationship Id="rId10" Type="http://schemas.openxmlformats.org/officeDocument/2006/relationships/image" Target="../media/image1982.png"/><Relationship Id="rId19" Type="http://schemas.openxmlformats.org/officeDocument/2006/relationships/image" Target="../media/image1991.png"/><Relationship Id="rId4" Type="http://schemas.openxmlformats.org/officeDocument/2006/relationships/image" Target="../media/image1976.png"/><Relationship Id="rId9" Type="http://schemas.openxmlformats.org/officeDocument/2006/relationships/image" Target="../media/image1981.png"/><Relationship Id="rId14" Type="http://schemas.openxmlformats.org/officeDocument/2006/relationships/image" Target="../media/image1986.png"/><Relationship Id="rId22" Type="http://schemas.openxmlformats.org/officeDocument/2006/relationships/image" Target="../media/image1994.png"/><Relationship Id="rId27" Type="http://schemas.openxmlformats.org/officeDocument/2006/relationships/image" Target="../media/image1999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7.png"/><Relationship Id="rId13" Type="http://schemas.openxmlformats.org/officeDocument/2006/relationships/image" Target="../media/image2012.png"/><Relationship Id="rId3" Type="http://schemas.openxmlformats.org/officeDocument/2006/relationships/image" Target="../media/image2002.png"/><Relationship Id="rId7" Type="http://schemas.openxmlformats.org/officeDocument/2006/relationships/image" Target="../media/image2006.png"/><Relationship Id="rId12" Type="http://schemas.openxmlformats.org/officeDocument/2006/relationships/image" Target="../media/image2011.png"/><Relationship Id="rId2" Type="http://schemas.openxmlformats.org/officeDocument/2006/relationships/image" Target="../media/image18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5.png"/><Relationship Id="rId11" Type="http://schemas.openxmlformats.org/officeDocument/2006/relationships/image" Target="../media/image2010.png"/><Relationship Id="rId5" Type="http://schemas.openxmlformats.org/officeDocument/2006/relationships/image" Target="../media/image2004.png"/><Relationship Id="rId10" Type="http://schemas.openxmlformats.org/officeDocument/2006/relationships/image" Target="../media/image2009.png"/><Relationship Id="rId4" Type="http://schemas.openxmlformats.org/officeDocument/2006/relationships/image" Target="../media/image2003.png"/><Relationship Id="rId9" Type="http://schemas.openxmlformats.org/officeDocument/2006/relationships/image" Target="../media/image2008.png"/><Relationship Id="rId14" Type="http://schemas.openxmlformats.org/officeDocument/2006/relationships/image" Target="../media/image2013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5.png"/><Relationship Id="rId2" Type="http://schemas.openxmlformats.org/officeDocument/2006/relationships/image" Target="../media/image20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0176" y="3454908"/>
            <a:ext cx="6090285" cy="1092835"/>
            <a:chOff x="2170176" y="3454908"/>
            <a:chExt cx="609028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0176" y="3454908"/>
              <a:ext cx="6089904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0524" y="3473196"/>
              <a:ext cx="3601212" cy="100888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01288" y="3578097"/>
            <a:ext cx="3027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3907" y="259079"/>
            <a:ext cx="3601212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44036" y="362839"/>
            <a:ext cx="3027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INTRODUCTION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28116" y="1914144"/>
            <a:ext cx="8216265" cy="2496820"/>
            <a:chOff x="928116" y="1914144"/>
            <a:chExt cx="8216265" cy="24968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9616" y="1914144"/>
              <a:ext cx="1525523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0716" y="1914144"/>
              <a:ext cx="697992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4283" y="1914144"/>
              <a:ext cx="644652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34511" y="1914144"/>
              <a:ext cx="1106424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1544" y="1914144"/>
              <a:ext cx="577596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79748" y="1914144"/>
              <a:ext cx="1257300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94148" y="1914144"/>
              <a:ext cx="2148840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00087" y="1914144"/>
              <a:ext cx="1025651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82839" y="1914144"/>
              <a:ext cx="1565148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78596" y="1914144"/>
              <a:ext cx="565403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8116" y="2340863"/>
              <a:ext cx="1677924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78024" y="2340863"/>
              <a:ext cx="1720596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70604" y="2340863"/>
              <a:ext cx="2459736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02324" y="2340863"/>
              <a:ext cx="1801368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75675" y="2340863"/>
              <a:ext cx="1068324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8116" y="2767583"/>
              <a:ext cx="1568196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80844" y="2767583"/>
              <a:ext cx="851916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17292" y="2767583"/>
              <a:ext cx="1176528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78351" y="2767583"/>
              <a:ext cx="2037588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46548" y="2767583"/>
              <a:ext cx="563879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96483" y="2767583"/>
              <a:ext cx="1013460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096000" y="2767583"/>
              <a:ext cx="1417320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97851" y="2767583"/>
              <a:ext cx="746759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29144" y="2767583"/>
              <a:ext cx="1514855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28116" y="3194304"/>
              <a:ext cx="1255775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30324" y="3194304"/>
              <a:ext cx="963168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441448" y="3194304"/>
              <a:ext cx="2456688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44568" y="3194304"/>
              <a:ext cx="780288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971287" y="3194304"/>
              <a:ext cx="850391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469636" y="3194304"/>
              <a:ext cx="1443228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59295" y="3194304"/>
              <a:ext cx="746759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954012" y="3194304"/>
              <a:ext cx="1321307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921751" y="3194304"/>
              <a:ext cx="1222248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8116" y="3621023"/>
              <a:ext cx="786384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25880" y="3621023"/>
              <a:ext cx="1953768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94076" y="3621023"/>
              <a:ext cx="780288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285744" y="3621023"/>
              <a:ext cx="1095755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994404" y="3621023"/>
              <a:ext cx="786384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393692" y="3621023"/>
              <a:ext cx="1014984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39283" y="3621023"/>
              <a:ext cx="563879" cy="789432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928116" y="4645152"/>
            <a:ext cx="8216265" cy="1216660"/>
            <a:chOff x="928116" y="4645152"/>
            <a:chExt cx="8216265" cy="1216660"/>
          </a:xfrm>
        </p:grpSpPr>
        <p:pic>
          <p:nvPicPr>
            <p:cNvPr id="46" name="object 4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99616" y="4645152"/>
              <a:ext cx="918972" cy="789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189988" y="4645152"/>
              <a:ext cx="801624" cy="789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763011" y="4645152"/>
              <a:ext cx="1228343" cy="7894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62755" y="4645152"/>
              <a:ext cx="963168" cy="78943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497324" y="4645152"/>
              <a:ext cx="1213103" cy="78943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481827" y="4645152"/>
              <a:ext cx="1836420" cy="78943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089648" y="4645152"/>
              <a:ext cx="772668" cy="78943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633716" y="4645152"/>
              <a:ext cx="1510283" cy="78943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28116" y="5071872"/>
              <a:ext cx="2458212" cy="789431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136091" y="1993518"/>
            <a:ext cx="7788275" cy="360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7150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Python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 a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high-level,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interpreted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general-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purpose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language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focuses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readability.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syntax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Python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helps</a:t>
            </a:r>
            <a:r>
              <a:rPr sz="2800" b="1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programmers</a:t>
            </a:r>
            <a:r>
              <a:rPr sz="2800" b="1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2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coding</a:t>
            </a:r>
            <a:r>
              <a:rPr sz="2800" b="1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fewer</a:t>
            </a:r>
            <a:r>
              <a:rPr sz="2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steps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compared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Java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C++.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>
              <a:latin typeface="Calibri"/>
              <a:cs typeface="Calibri"/>
            </a:endParaRPr>
          </a:p>
          <a:p>
            <a:pPr marL="12700" marR="6985" indent="571500" algn="just">
              <a:lnSpc>
                <a:spcPct val="100000"/>
              </a:lnSpc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Let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 us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learn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basic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elements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 of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python </a:t>
            </a:r>
            <a:r>
              <a:rPr sz="2800" b="1" spc="-6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programming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13560" y="3168395"/>
            <a:ext cx="6875145" cy="1092835"/>
            <a:chOff x="1813560" y="3168395"/>
            <a:chExt cx="687514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3560" y="3168395"/>
              <a:ext cx="6874764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3680" y="3188207"/>
              <a:ext cx="4986528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043554" y="3291916"/>
            <a:ext cx="44151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7350" algn="l"/>
              </a:tabLst>
            </a:pP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 is	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Character</a:t>
            </a:r>
            <a:r>
              <a:rPr sz="3600" b="1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Set?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6376" y="259079"/>
            <a:ext cx="5256276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6251" y="362839"/>
            <a:ext cx="4685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45" dirty="0"/>
              <a:t> </a:t>
            </a:r>
            <a:r>
              <a:rPr spc="-10" dirty="0"/>
              <a:t>CHARACTERSET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2289048"/>
            <a:ext cx="4434840" cy="899160"/>
            <a:chOff x="1754123" y="2289048"/>
            <a:chExt cx="443484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2289048"/>
              <a:ext cx="1459991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9107" y="2289048"/>
              <a:ext cx="79705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5639" y="2289048"/>
              <a:ext cx="2161032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1663" y="2289048"/>
              <a:ext cx="1257300" cy="89916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993519" y="2378710"/>
            <a:ext cx="39268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3835" algn="l"/>
              </a:tabLst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	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Character</a:t>
            </a:r>
            <a:r>
              <a:rPr sz="3200" b="1" spc="-8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Set?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54123" y="3459479"/>
            <a:ext cx="7292340" cy="1386840"/>
            <a:chOff x="1754123" y="3459479"/>
            <a:chExt cx="7292340" cy="138684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5623" y="3459479"/>
              <a:ext cx="2157983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90644" y="3459479"/>
              <a:ext cx="1039368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8571" y="3459479"/>
              <a:ext cx="797051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42659" y="3459479"/>
              <a:ext cx="734567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84264" y="3459479"/>
              <a:ext cx="1574292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5591" y="3459479"/>
              <a:ext cx="880872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4123" y="3947159"/>
              <a:ext cx="2345436" cy="8991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1311" y="3947159"/>
              <a:ext cx="2093976" cy="89915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993519" y="3549522"/>
            <a:ext cx="423481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1500">
              <a:lnSpc>
                <a:spcPct val="100000"/>
              </a:lnSpc>
              <a:spcBef>
                <a:spcPts val="105"/>
              </a:spcBef>
              <a:tabLst>
                <a:tab pos="2649220" algn="l"/>
                <a:tab pos="3597275" algn="l"/>
              </a:tabLst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Character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set	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ide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tifying	</a:t>
            </a:r>
            <a:r>
              <a:rPr sz="3200" b="1" spc="-6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797040" y="3947159"/>
            <a:ext cx="2249805" cy="899160"/>
            <a:chOff x="6797040" y="3947159"/>
            <a:chExt cx="2249805" cy="899160"/>
          </a:xfrm>
        </p:grpSpPr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97040" y="3947159"/>
              <a:ext cx="851916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50708" y="3947159"/>
              <a:ext cx="1095755" cy="89915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282690" y="3549522"/>
            <a:ext cx="249872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105"/>
              </a:spcBef>
              <a:tabLst>
                <a:tab pos="641350" algn="l"/>
                <a:tab pos="212280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	bu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h	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tabLst>
                <a:tab pos="1153160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	the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54123" y="4434840"/>
            <a:ext cx="4531360" cy="899160"/>
            <a:chOff x="1754123" y="4434840"/>
            <a:chExt cx="4531360" cy="899160"/>
          </a:xfrm>
        </p:grpSpPr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54123" y="4434840"/>
              <a:ext cx="2811779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19372" y="4434840"/>
              <a:ext cx="2057400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43371" y="4434840"/>
              <a:ext cx="641603" cy="89916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993519" y="4525136"/>
            <a:ext cx="40239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sz="32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language.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13560" y="3168395"/>
            <a:ext cx="6875145" cy="1092835"/>
            <a:chOff x="1813560" y="3168395"/>
            <a:chExt cx="687514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3560" y="3168395"/>
              <a:ext cx="6874764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35936" y="3188207"/>
              <a:ext cx="5462016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805810" y="3291916"/>
            <a:ext cx="1631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YTHON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2370" y="3291916"/>
            <a:ext cx="2974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CHARACTERSET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6376" y="259079"/>
            <a:ext cx="5256276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6251" y="362839"/>
            <a:ext cx="4685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45" dirty="0"/>
              <a:t> </a:t>
            </a:r>
            <a:r>
              <a:rPr spc="-10" dirty="0"/>
              <a:t>CHARACTERSET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041904" y="1418844"/>
            <a:ext cx="2906395" cy="2865120"/>
            <a:chOff x="3041904" y="1418844"/>
            <a:chExt cx="2906395" cy="28651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1904" y="1418844"/>
              <a:ext cx="2906268" cy="28651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6848" y="2161031"/>
              <a:ext cx="1612391" cy="7178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0628" y="2510027"/>
              <a:ext cx="2086355" cy="7178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2984" y="2859024"/>
              <a:ext cx="886967" cy="71780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89730" y="2238248"/>
            <a:ext cx="1610360" cy="110426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065" marR="5080" indent="1270" algn="ctr">
              <a:lnSpc>
                <a:spcPts val="2750"/>
              </a:lnSpc>
              <a:spcBef>
                <a:spcPts val="395"/>
              </a:spcBef>
            </a:pPr>
            <a:r>
              <a:rPr sz="2500" b="1" spc="-5" dirty="0">
                <a:solidFill>
                  <a:srgbClr val="FFFFFF"/>
                </a:solidFill>
                <a:latin typeface="Calibri"/>
                <a:cs typeface="Calibri"/>
              </a:rPr>
              <a:t>PYTHON </a:t>
            </a:r>
            <a:r>
              <a:rPr sz="25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Calibri"/>
                <a:cs typeface="Calibri"/>
              </a:rPr>
              <a:t>CHAR</a:t>
            </a:r>
            <a:r>
              <a:rPr sz="2500" b="1" spc="-4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5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500" b="1" spc="-10" dirty="0">
                <a:solidFill>
                  <a:srgbClr val="FFFFFF"/>
                </a:solidFill>
                <a:latin typeface="Calibri"/>
                <a:cs typeface="Calibri"/>
              </a:rPr>
              <a:t>TER  SET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41576" y="4230623"/>
            <a:ext cx="6240780" cy="2307590"/>
            <a:chOff x="1941576" y="4230623"/>
            <a:chExt cx="6240780" cy="230759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52244" y="4230623"/>
              <a:ext cx="6190487" cy="21579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1576" y="4261103"/>
              <a:ext cx="6240780" cy="22768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99488" y="4255007"/>
              <a:ext cx="6096000" cy="2063750"/>
            </a:xfrm>
            <a:custGeom>
              <a:avLst/>
              <a:gdLst/>
              <a:ahLst/>
              <a:cxnLst/>
              <a:rect l="l" t="t" r="r" b="b"/>
              <a:pathLst>
                <a:path w="6096000" h="2063750">
                  <a:moveTo>
                    <a:pt x="5889625" y="0"/>
                  </a:moveTo>
                  <a:lnTo>
                    <a:pt x="206375" y="0"/>
                  </a:lnTo>
                  <a:lnTo>
                    <a:pt x="159033" y="5446"/>
                  </a:lnTo>
                  <a:lnTo>
                    <a:pt x="115586" y="20964"/>
                  </a:lnTo>
                  <a:lnTo>
                    <a:pt x="77269" y="45316"/>
                  </a:lnTo>
                  <a:lnTo>
                    <a:pt x="45316" y="77269"/>
                  </a:lnTo>
                  <a:lnTo>
                    <a:pt x="20964" y="115586"/>
                  </a:lnTo>
                  <a:lnTo>
                    <a:pt x="5446" y="159033"/>
                  </a:lnTo>
                  <a:lnTo>
                    <a:pt x="0" y="206375"/>
                  </a:lnTo>
                  <a:lnTo>
                    <a:pt x="0" y="1857146"/>
                  </a:lnTo>
                  <a:lnTo>
                    <a:pt x="5446" y="1904462"/>
                  </a:lnTo>
                  <a:lnTo>
                    <a:pt x="20964" y="1947896"/>
                  </a:lnTo>
                  <a:lnTo>
                    <a:pt x="45316" y="1986210"/>
                  </a:lnTo>
                  <a:lnTo>
                    <a:pt x="77269" y="2018165"/>
                  </a:lnTo>
                  <a:lnTo>
                    <a:pt x="115586" y="2042523"/>
                  </a:lnTo>
                  <a:lnTo>
                    <a:pt x="159033" y="2058046"/>
                  </a:lnTo>
                  <a:lnTo>
                    <a:pt x="206375" y="2063496"/>
                  </a:lnTo>
                  <a:lnTo>
                    <a:pt x="5889625" y="2063496"/>
                  </a:lnTo>
                  <a:lnTo>
                    <a:pt x="5936966" y="2058046"/>
                  </a:lnTo>
                  <a:lnTo>
                    <a:pt x="5980413" y="2042523"/>
                  </a:lnTo>
                  <a:lnTo>
                    <a:pt x="6018730" y="2018165"/>
                  </a:lnTo>
                  <a:lnTo>
                    <a:pt x="6050683" y="1986210"/>
                  </a:lnTo>
                  <a:lnTo>
                    <a:pt x="6075035" y="1947896"/>
                  </a:lnTo>
                  <a:lnTo>
                    <a:pt x="6090553" y="1904462"/>
                  </a:lnTo>
                  <a:lnTo>
                    <a:pt x="6096000" y="1857146"/>
                  </a:lnTo>
                  <a:lnTo>
                    <a:pt x="6096000" y="206375"/>
                  </a:lnTo>
                  <a:lnTo>
                    <a:pt x="6090553" y="159033"/>
                  </a:lnTo>
                  <a:lnTo>
                    <a:pt x="6075035" y="115586"/>
                  </a:lnTo>
                  <a:lnTo>
                    <a:pt x="6050683" y="77269"/>
                  </a:lnTo>
                  <a:lnTo>
                    <a:pt x="6018730" y="45316"/>
                  </a:lnTo>
                  <a:lnTo>
                    <a:pt x="5980413" y="20964"/>
                  </a:lnTo>
                  <a:lnTo>
                    <a:pt x="5936966" y="5446"/>
                  </a:lnTo>
                  <a:lnTo>
                    <a:pt x="588962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9488" y="4255007"/>
              <a:ext cx="6096000" cy="2063750"/>
            </a:xfrm>
            <a:custGeom>
              <a:avLst/>
              <a:gdLst/>
              <a:ahLst/>
              <a:cxnLst/>
              <a:rect l="l" t="t" r="r" b="b"/>
              <a:pathLst>
                <a:path w="6096000" h="2063750">
                  <a:moveTo>
                    <a:pt x="0" y="206375"/>
                  </a:moveTo>
                  <a:lnTo>
                    <a:pt x="5446" y="159033"/>
                  </a:lnTo>
                  <a:lnTo>
                    <a:pt x="20964" y="115586"/>
                  </a:lnTo>
                  <a:lnTo>
                    <a:pt x="45316" y="77269"/>
                  </a:lnTo>
                  <a:lnTo>
                    <a:pt x="77269" y="45316"/>
                  </a:lnTo>
                  <a:lnTo>
                    <a:pt x="115586" y="20964"/>
                  </a:lnTo>
                  <a:lnTo>
                    <a:pt x="159033" y="5446"/>
                  </a:lnTo>
                  <a:lnTo>
                    <a:pt x="206375" y="0"/>
                  </a:lnTo>
                  <a:lnTo>
                    <a:pt x="5889625" y="0"/>
                  </a:lnTo>
                  <a:lnTo>
                    <a:pt x="5936966" y="5446"/>
                  </a:lnTo>
                  <a:lnTo>
                    <a:pt x="5980413" y="20964"/>
                  </a:lnTo>
                  <a:lnTo>
                    <a:pt x="6018730" y="45316"/>
                  </a:lnTo>
                  <a:lnTo>
                    <a:pt x="6050683" y="77269"/>
                  </a:lnTo>
                  <a:lnTo>
                    <a:pt x="6075035" y="115586"/>
                  </a:lnTo>
                  <a:lnTo>
                    <a:pt x="6090553" y="159033"/>
                  </a:lnTo>
                  <a:lnTo>
                    <a:pt x="6096000" y="206375"/>
                  </a:lnTo>
                  <a:lnTo>
                    <a:pt x="6096000" y="1857146"/>
                  </a:lnTo>
                  <a:lnTo>
                    <a:pt x="6090553" y="1904462"/>
                  </a:lnTo>
                  <a:lnTo>
                    <a:pt x="6075035" y="1947896"/>
                  </a:lnTo>
                  <a:lnTo>
                    <a:pt x="6050683" y="1986210"/>
                  </a:lnTo>
                  <a:lnTo>
                    <a:pt x="6018730" y="2018165"/>
                  </a:lnTo>
                  <a:lnTo>
                    <a:pt x="5980413" y="2042523"/>
                  </a:lnTo>
                  <a:lnTo>
                    <a:pt x="5936966" y="2058046"/>
                  </a:lnTo>
                  <a:lnTo>
                    <a:pt x="5889625" y="2063496"/>
                  </a:lnTo>
                  <a:lnTo>
                    <a:pt x="206375" y="2063496"/>
                  </a:lnTo>
                  <a:lnTo>
                    <a:pt x="159033" y="2058046"/>
                  </a:lnTo>
                  <a:lnTo>
                    <a:pt x="115586" y="2042523"/>
                  </a:lnTo>
                  <a:lnTo>
                    <a:pt x="77269" y="2018165"/>
                  </a:lnTo>
                  <a:lnTo>
                    <a:pt x="45316" y="1986210"/>
                  </a:lnTo>
                  <a:lnTo>
                    <a:pt x="20964" y="1947896"/>
                  </a:lnTo>
                  <a:lnTo>
                    <a:pt x="5446" y="1904462"/>
                  </a:lnTo>
                  <a:lnTo>
                    <a:pt x="0" y="1857146"/>
                  </a:lnTo>
                  <a:lnTo>
                    <a:pt x="0" y="206375"/>
                  </a:lnTo>
                  <a:close/>
                </a:path>
              </a:pathLst>
            </a:custGeom>
            <a:ln w="9144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2724" y="4279391"/>
              <a:ext cx="426719" cy="5212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54936" y="4279391"/>
              <a:ext cx="1022603" cy="5212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65120" y="4279391"/>
              <a:ext cx="382524" cy="5212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38856" y="4279391"/>
              <a:ext cx="451104" cy="5212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77540" y="4279391"/>
              <a:ext cx="382524" cy="52120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47644" y="4279391"/>
              <a:ext cx="644652" cy="52120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79876" y="4279391"/>
              <a:ext cx="382524" cy="5212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49980" y="4279391"/>
              <a:ext cx="403860" cy="52120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2724" y="4571999"/>
              <a:ext cx="426719" cy="5212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54936" y="4571999"/>
              <a:ext cx="911351" cy="5212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53868" y="4571999"/>
              <a:ext cx="382524" cy="52120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26080" y="4571999"/>
              <a:ext cx="847344" cy="5212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2724" y="4864607"/>
              <a:ext cx="426719" cy="52120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54936" y="4864607"/>
              <a:ext cx="1886712" cy="52120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29227" y="4864607"/>
              <a:ext cx="382524" cy="52120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116963" y="4315205"/>
            <a:ext cx="1842770" cy="9036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40"/>
              </a:spcBef>
              <a:buFont typeface="Calibri"/>
              <a:buChar char="•"/>
              <a:tabLst>
                <a:tab pos="185420" algn="l"/>
              </a:tabLst>
            </a:pPr>
            <a:r>
              <a:rPr sz="1800" b="1" spc="-15" dirty="0">
                <a:latin typeface="Calibri"/>
                <a:cs typeface="Calibri"/>
              </a:rPr>
              <a:t>Letters:-</a:t>
            </a:r>
            <a:r>
              <a:rPr sz="1800" b="1" spc="3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A-Z,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a-z</a:t>
            </a:r>
            <a:endParaRPr sz="18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145"/>
              </a:spcBef>
              <a:buFont typeface="Calibri"/>
              <a:buChar char="•"/>
              <a:tabLst>
                <a:tab pos="185420" algn="l"/>
              </a:tabLst>
            </a:pPr>
            <a:r>
              <a:rPr sz="1800" b="1" spc="-5" dirty="0">
                <a:latin typeface="Calibri"/>
                <a:cs typeface="Calibri"/>
              </a:rPr>
              <a:t>Digits:-</a:t>
            </a:r>
            <a:r>
              <a:rPr sz="1800" b="1" spc="3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to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145"/>
              </a:spcBef>
              <a:buFont typeface="Calibri"/>
              <a:buChar char="•"/>
              <a:tabLst>
                <a:tab pos="185420" algn="l"/>
              </a:tabLst>
            </a:pPr>
            <a:r>
              <a:rPr sz="1800" b="1" spc="-5" dirty="0">
                <a:latin typeface="Calibri"/>
                <a:cs typeface="Calibri"/>
              </a:rPr>
              <a:t>Special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Symbols:-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953255" y="4864608"/>
            <a:ext cx="4188460" cy="521334"/>
            <a:chOff x="3953255" y="4864608"/>
            <a:chExt cx="4188460" cy="521334"/>
          </a:xfrm>
        </p:grpSpPr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53255" y="4864608"/>
              <a:ext cx="1066800" cy="52120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07636" y="4864608"/>
              <a:ext cx="382524" cy="52120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29555" y="4864608"/>
              <a:ext cx="3311652" cy="52120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087748" y="4918709"/>
            <a:ext cx="38500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space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+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/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)</a:t>
            </a:r>
            <a:r>
              <a:rPr sz="1800" b="1" spc="3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[</a:t>
            </a:r>
            <a:r>
              <a:rPr sz="1800" b="1" spc="3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]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!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3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&lt;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&gt; ,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‘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“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$ # ;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: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? &amp;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982723" y="5157215"/>
            <a:ext cx="5962015" cy="1316990"/>
            <a:chOff x="1982723" y="5157215"/>
            <a:chExt cx="5962015" cy="1316990"/>
          </a:xfrm>
        </p:grpSpPr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2723" y="5157215"/>
              <a:ext cx="426719" cy="52120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54935" y="5157215"/>
              <a:ext cx="1652015" cy="52120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94531" y="5157215"/>
              <a:ext cx="382524" cy="52120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66744" y="5157215"/>
              <a:ext cx="4277867" cy="52120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54935" y="5408675"/>
              <a:ext cx="1857756" cy="52120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82723" y="5702807"/>
              <a:ext cx="426719" cy="52120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54935" y="5702807"/>
              <a:ext cx="1982724" cy="52120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25239" y="5702807"/>
              <a:ext cx="382524" cy="52120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47159" y="5702807"/>
              <a:ext cx="3820667" cy="52120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54935" y="5952743"/>
              <a:ext cx="2211324" cy="52120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2116963" y="5211571"/>
            <a:ext cx="5623560" cy="109537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4785" marR="5080" indent="-172720">
              <a:lnSpc>
                <a:spcPts val="1980"/>
              </a:lnSpc>
              <a:spcBef>
                <a:spcPts val="315"/>
              </a:spcBef>
              <a:buFont typeface="Calibri"/>
              <a:buChar char="•"/>
              <a:tabLst>
                <a:tab pos="185420" algn="l"/>
              </a:tabLst>
            </a:pPr>
            <a:r>
              <a:rPr sz="1800" b="1" spc="-10" dirty="0">
                <a:latin typeface="Calibri"/>
                <a:cs typeface="Calibri"/>
              </a:rPr>
              <a:t>White </a:t>
            </a:r>
            <a:r>
              <a:rPr sz="1800" b="1" dirty="0">
                <a:latin typeface="Calibri"/>
                <a:cs typeface="Calibri"/>
              </a:rPr>
              <a:t>Spaces:-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Blank Space , </a:t>
            </a:r>
            <a:r>
              <a:rPr sz="1800" b="1" spc="-10" dirty="0">
                <a:latin typeface="Calibri"/>
                <a:cs typeface="Calibri"/>
              </a:rPr>
              <a:t>Horizontal </a:t>
            </a:r>
            <a:r>
              <a:rPr sz="1800" b="1" spc="-35" dirty="0">
                <a:latin typeface="Calibri"/>
                <a:cs typeface="Calibri"/>
              </a:rPr>
              <a:t>Tab, </a:t>
            </a:r>
            <a:r>
              <a:rPr sz="1800" b="1" spc="-20" dirty="0">
                <a:latin typeface="Calibri"/>
                <a:cs typeface="Calibri"/>
              </a:rPr>
              <a:t>Vertical </a:t>
            </a:r>
            <a:r>
              <a:rPr sz="1800" b="1" spc="-5" dirty="0">
                <a:latin typeface="Calibri"/>
                <a:cs typeface="Calibri"/>
              </a:rPr>
              <a:t>tab,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Carriage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Return.</a:t>
            </a:r>
            <a:endParaRPr sz="1800">
              <a:latin typeface="Calibri"/>
              <a:cs typeface="Calibri"/>
            </a:endParaRPr>
          </a:p>
          <a:p>
            <a:pPr marL="184785" marR="181610" indent="-172720">
              <a:lnSpc>
                <a:spcPts val="1970"/>
              </a:lnSpc>
              <a:spcBef>
                <a:spcPts val="345"/>
              </a:spcBef>
              <a:buFont typeface="Calibri"/>
              <a:buChar char="•"/>
              <a:tabLst>
                <a:tab pos="185420" algn="l"/>
              </a:tabLst>
            </a:pPr>
            <a:r>
              <a:rPr sz="1800" b="1" spc="-5" dirty="0">
                <a:latin typeface="Calibri"/>
                <a:cs typeface="Calibri"/>
              </a:rPr>
              <a:t>Other </a:t>
            </a:r>
            <a:r>
              <a:rPr sz="1800" b="1" spc="-10" dirty="0">
                <a:latin typeface="Calibri"/>
                <a:cs typeface="Calibri"/>
              </a:rPr>
              <a:t>Characters:- </a:t>
            </a:r>
            <a:r>
              <a:rPr sz="1800" b="1" dirty="0">
                <a:latin typeface="Calibri"/>
                <a:cs typeface="Calibri"/>
              </a:rPr>
              <a:t>Python </a:t>
            </a:r>
            <a:r>
              <a:rPr sz="1800" b="1" spc="-5" dirty="0">
                <a:latin typeface="Calibri"/>
                <a:cs typeface="Calibri"/>
              </a:rPr>
              <a:t>can process </a:t>
            </a:r>
            <a:r>
              <a:rPr sz="1800" b="1" dirty="0">
                <a:latin typeface="Calibri"/>
                <a:cs typeface="Calibri"/>
              </a:rPr>
              <a:t>all 256 ASCII and </a:t>
            </a:r>
            <a:r>
              <a:rPr sz="1800" b="1" spc="-39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Unicode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Characters.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8" name="object 4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533644" y="2211323"/>
            <a:ext cx="2176272" cy="2772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0176" y="3041904"/>
            <a:ext cx="6090285" cy="982980"/>
            <a:chOff x="2170176" y="3041904"/>
            <a:chExt cx="6090285" cy="982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0176" y="3041904"/>
              <a:ext cx="6089904" cy="9829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5164" y="3060192"/>
              <a:ext cx="5547360" cy="8991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95194" y="3151124"/>
            <a:ext cx="50406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3835" algn="l"/>
              </a:tabLst>
            </a:pPr>
            <a:r>
              <a:rPr sz="3200" spc="-10" dirty="0"/>
              <a:t>What</a:t>
            </a:r>
            <a:r>
              <a:rPr sz="3200" spc="-20" dirty="0"/>
              <a:t> </a:t>
            </a:r>
            <a:r>
              <a:rPr sz="3200" dirty="0"/>
              <a:t>is	</a:t>
            </a:r>
            <a:r>
              <a:rPr sz="3200" spc="-75" dirty="0"/>
              <a:t>Token</a:t>
            </a:r>
            <a:r>
              <a:rPr sz="3200" spc="-30" dirty="0"/>
              <a:t> </a:t>
            </a:r>
            <a:r>
              <a:rPr sz="3200" dirty="0"/>
              <a:t>or</a:t>
            </a:r>
            <a:r>
              <a:rPr sz="3200" spc="-20" dirty="0"/>
              <a:t> </a:t>
            </a:r>
            <a:r>
              <a:rPr sz="3200" spc="-10" dirty="0"/>
              <a:t>lexical</a:t>
            </a:r>
            <a:r>
              <a:rPr sz="3200" spc="-25" dirty="0"/>
              <a:t> </a:t>
            </a:r>
            <a:r>
              <a:rPr sz="3200" dirty="0"/>
              <a:t>unit?</a:t>
            </a: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3411" y="259079"/>
            <a:ext cx="5442203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23286" y="362839"/>
            <a:ext cx="4867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TOKENS</a:t>
            </a:r>
            <a:r>
              <a:rPr spc="-35" dirty="0"/>
              <a:t> </a:t>
            </a:r>
            <a:r>
              <a:rPr spc="-5" dirty="0"/>
              <a:t>OR</a:t>
            </a:r>
            <a:r>
              <a:rPr spc="-35" dirty="0"/>
              <a:t> </a:t>
            </a:r>
            <a:r>
              <a:rPr dirty="0"/>
              <a:t>LEXICAL</a:t>
            </a:r>
            <a:r>
              <a:rPr spc="-25" dirty="0"/>
              <a:t> </a:t>
            </a:r>
            <a:r>
              <a:rPr dirty="0"/>
              <a:t>UNIT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2145792"/>
            <a:ext cx="3176270" cy="899160"/>
            <a:chOff x="1754123" y="2145792"/>
            <a:chExt cx="317627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2145792"/>
              <a:ext cx="1459991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9107" y="2145792"/>
              <a:ext cx="79705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5639" y="2145792"/>
              <a:ext cx="1714500" cy="89916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754123" y="3316223"/>
            <a:ext cx="7292340" cy="1874520"/>
            <a:chOff x="1754123" y="3316223"/>
            <a:chExt cx="7292340" cy="187452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5623" y="3316223"/>
              <a:ext cx="2205228" cy="8991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54123" y="3803903"/>
              <a:ext cx="2162555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79291" y="3803903"/>
              <a:ext cx="941832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53939" y="3316223"/>
              <a:ext cx="2095500" cy="8991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44283" y="3316223"/>
              <a:ext cx="1231392" cy="8991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70520" y="3316223"/>
              <a:ext cx="1075944" cy="8991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83735" y="3803903"/>
              <a:ext cx="2808732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55079" y="3803903"/>
              <a:ext cx="2052827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70520" y="3803903"/>
              <a:ext cx="1075944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4123" y="4291583"/>
              <a:ext cx="1525524" cy="8991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36163" y="4291583"/>
              <a:ext cx="1659636" cy="899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52316" y="4291583"/>
              <a:ext cx="897636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07991" y="4291583"/>
              <a:ext cx="1589532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54039" y="4291583"/>
              <a:ext cx="1211580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32220" y="4291583"/>
              <a:ext cx="641603" cy="89915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993519" y="2235530"/>
            <a:ext cx="6788150" cy="2660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3835" algn="l"/>
              </a:tabLst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	</a:t>
            </a:r>
            <a:r>
              <a:rPr sz="3200" b="1" spc="-65" dirty="0">
                <a:solidFill>
                  <a:srgbClr val="FFFF00"/>
                </a:solidFill>
                <a:latin typeface="Calibri"/>
                <a:cs typeface="Calibri"/>
              </a:rPr>
              <a:t>Token?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12700" marR="5080" indent="571500" algn="just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Individual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elements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identified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programming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language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tokens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lexical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unit.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0176" y="3041904"/>
            <a:ext cx="6090285" cy="982980"/>
            <a:chOff x="2170176" y="3041904"/>
            <a:chExt cx="6090285" cy="982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0176" y="3041904"/>
              <a:ext cx="6089904" cy="9829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1696" y="3060192"/>
              <a:ext cx="4655820" cy="8991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41726" y="3151124"/>
            <a:ext cx="4147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TYPES</a:t>
            </a:r>
            <a:r>
              <a:rPr sz="3200" spc="-25" dirty="0"/>
              <a:t> </a:t>
            </a:r>
            <a:r>
              <a:rPr sz="3200" dirty="0"/>
              <a:t>OF</a:t>
            </a:r>
            <a:r>
              <a:rPr sz="3200" spc="-35" dirty="0"/>
              <a:t> </a:t>
            </a:r>
            <a:r>
              <a:rPr sz="3200" dirty="0"/>
              <a:t>LEXICAL</a:t>
            </a:r>
            <a:r>
              <a:rPr sz="3200" spc="-25" dirty="0"/>
              <a:t> </a:t>
            </a:r>
            <a:r>
              <a:rPr sz="3200" spc="-5" dirty="0"/>
              <a:t>UNITS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135" y="259079"/>
            <a:ext cx="5286756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1010" y="362839"/>
            <a:ext cx="4714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TOKENS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dirty="0"/>
              <a:t>LEXICAL</a:t>
            </a:r>
            <a:r>
              <a:rPr spc="-30" dirty="0"/>
              <a:t> </a:t>
            </a:r>
            <a:r>
              <a:rPr dirty="0"/>
              <a:t>UNITS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113276" y="3255264"/>
            <a:ext cx="1632585" cy="1632585"/>
            <a:chOff x="4113276" y="3255264"/>
            <a:chExt cx="1632585" cy="16325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3276" y="3255264"/>
              <a:ext cx="1632203" cy="16322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0624" y="3742944"/>
              <a:ext cx="1421891" cy="69037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12360" y="3817111"/>
            <a:ext cx="1035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22291" y="2791967"/>
            <a:ext cx="614172" cy="41452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113276" y="1092708"/>
            <a:ext cx="1632585" cy="1633855"/>
            <a:chOff x="4113276" y="1092708"/>
            <a:chExt cx="1632585" cy="163385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13276" y="1092708"/>
              <a:ext cx="1632203" cy="16337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97324" y="1531620"/>
              <a:ext cx="934212" cy="5212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5988" y="1781556"/>
              <a:ext cx="976884" cy="52120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10480" y="1585086"/>
            <a:ext cx="63944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0955">
              <a:lnSpc>
                <a:spcPts val="1970"/>
              </a:lnSpc>
              <a:spcBef>
                <a:spcPts val="325"/>
              </a:spcBef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1. </a:t>
            </a:r>
            <a:r>
              <a:rPr sz="1800" b="1" spc="-20" dirty="0">
                <a:solidFill>
                  <a:srgbClr val="001F5F"/>
                </a:solidFill>
                <a:latin typeface="Calibri"/>
                <a:cs typeface="Calibri"/>
              </a:rPr>
              <a:t>Key </a:t>
            </a:r>
            <a:r>
              <a:rPr sz="1800" b="1" spc="-39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75" dirty="0">
                <a:solidFill>
                  <a:srgbClr val="001F5F"/>
                </a:solidFill>
                <a:latin typeface="Calibri"/>
                <a:cs typeface="Calibri"/>
              </a:rPr>
              <a:t>W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o</a:t>
            </a:r>
            <a:r>
              <a:rPr sz="1800" b="1" spc="-25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ds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99759" y="2586227"/>
            <a:ext cx="2101850" cy="1633855"/>
            <a:chOff x="5699759" y="2586227"/>
            <a:chExt cx="2101850" cy="163385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99759" y="3413760"/>
              <a:ext cx="489203" cy="62026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67627" y="2586227"/>
              <a:ext cx="1633727" cy="16337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75703" y="3064763"/>
              <a:ext cx="481583" cy="4648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26707" y="3287268"/>
              <a:ext cx="1135380" cy="46482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544818" y="3111499"/>
            <a:ext cx="882015" cy="491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sz="1600" b="1" spc="-5" dirty="0">
                <a:solidFill>
                  <a:srgbClr val="001F5F"/>
                </a:solidFill>
                <a:latin typeface="Calibri"/>
                <a:cs typeface="Calibri"/>
              </a:rPr>
              <a:t>2.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835"/>
              </a:lnSpc>
            </a:pPr>
            <a:r>
              <a:rPr sz="1600" b="1" spc="-10" dirty="0">
                <a:solidFill>
                  <a:srgbClr val="001F5F"/>
                </a:solidFill>
                <a:latin typeface="Calibri"/>
                <a:cs typeface="Calibri"/>
              </a:rPr>
              <a:t>Identifiers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47132" y="4625340"/>
            <a:ext cx="1769745" cy="2010410"/>
            <a:chOff x="5247132" y="4625340"/>
            <a:chExt cx="1769745" cy="2010410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47132" y="4625340"/>
              <a:ext cx="624839" cy="5806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82768" y="5003292"/>
              <a:ext cx="1633728" cy="163220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99176" y="5567172"/>
              <a:ext cx="1222248" cy="52120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733034" y="5621528"/>
            <a:ext cx="935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3.</a:t>
            </a:r>
            <a:r>
              <a:rPr sz="1800" b="1" spc="-8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Literals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42260" y="4625340"/>
            <a:ext cx="1769745" cy="2010410"/>
            <a:chOff x="2842260" y="4625340"/>
            <a:chExt cx="1769745" cy="2010410"/>
          </a:xfrm>
        </p:grpSpPr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86784" y="4625340"/>
              <a:ext cx="624839" cy="5806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42260" y="5003292"/>
              <a:ext cx="1632204" cy="16322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48812" y="5481828"/>
              <a:ext cx="481584" cy="46482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80004" y="5704332"/>
              <a:ext cx="1175004" cy="46482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198367" y="5528564"/>
            <a:ext cx="920750" cy="491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sz="1600" b="1" spc="-5" dirty="0">
                <a:solidFill>
                  <a:srgbClr val="001F5F"/>
                </a:solidFill>
                <a:latin typeface="Calibri"/>
                <a:cs typeface="Calibri"/>
              </a:rPr>
              <a:t>4.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835"/>
              </a:lnSpc>
            </a:pPr>
            <a:r>
              <a:rPr sz="1600" b="1" spc="-15" dirty="0">
                <a:solidFill>
                  <a:srgbClr val="001F5F"/>
                </a:solidFill>
                <a:latin typeface="Calibri"/>
                <a:cs typeface="Calibri"/>
              </a:rPr>
              <a:t>Operators.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57400" y="2586227"/>
            <a:ext cx="2100580" cy="1633855"/>
            <a:chOff x="2057400" y="2586227"/>
            <a:chExt cx="2100580" cy="1633855"/>
          </a:xfrm>
        </p:grpSpPr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69791" y="3413760"/>
              <a:ext cx="487679" cy="62026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057400" y="2586227"/>
              <a:ext cx="1632203" cy="163372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63951" y="3064763"/>
              <a:ext cx="481584" cy="46482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35707" y="3287268"/>
              <a:ext cx="1293875" cy="46482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353817" y="3111499"/>
            <a:ext cx="1040130" cy="491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35"/>
              </a:lnSpc>
              <a:spcBef>
                <a:spcPts val="95"/>
              </a:spcBef>
            </a:pPr>
            <a:r>
              <a:rPr sz="1600" b="1" spc="-5" dirty="0">
                <a:solidFill>
                  <a:srgbClr val="001F5F"/>
                </a:solidFill>
                <a:latin typeface="Calibri"/>
                <a:cs typeface="Calibri"/>
              </a:rPr>
              <a:t>5.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835"/>
              </a:lnSpc>
            </a:pPr>
            <a:r>
              <a:rPr sz="1600" b="1" spc="-10" dirty="0">
                <a:solidFill>
                  <a:srgbClr val="001F5F"/>
                </a:solidFill>
                <a:latin typeface="Calibri"/>
                <a:cs typeface="Calibri"/>
              </a:rPr>
              <a:t>Punctuators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0432" y="3240023"/>
            <a:ext cx="7874634" cy="1092835"/>
            <a:chOff x="1170432" y="3240023"/>
            <a:chExt cx="7874634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0432" y="3240023"/>
              <a:ext cx="7874508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4084" y="3259835"/>
              <a:ext cx="7380732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703958" y="3363848"/>
            <a:ext cx="68141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What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Keyword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or 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reserved</a:t>
            </a:r>
            <a:r>
              <a:rPr sz="36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word?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4123" y="2145792"/>
            <a:ext cx="3672840" cy="899160"/>
            <a:chOff x="1754123" y="2145792"/>
            <a:chExt cx="3672840" cy="899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4123" y="2145792"/>
              <a:ext cx="1459991" cy="8991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9107" y="2145792"/>
              <a:ext cx="797052" cy="8991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5639" y="2145792"/>
              <a:ext cx="2211324" cy="89916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754123" y="3096767"/>
            <a:ext cx="7292340" cy="3337560"/>
            <a:chOff x="1754123" y="3096767"/>
            <a:chExt cx="7292340" cy="333756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5623" y="3096767"/>
              <a:ext cx="2182368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2127" y="3096767"/>
              <a:ext cx="1078991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15255" y="3096767"/>
              <a:ext cx="1214627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4020" y="3096767"/>
              <a:ext cx="1525524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2155" y="3096767"/>
              <a:ext cx="896111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42403" y="3096767"/>
              <a:ext cx="2004059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54123" y="3584447"/>
              <a:ext cx="1572768" cy="8991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95599" y="3584447"/>
              <a:ext cx="1463039" cy="8991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27347" y="3584447"/>
              <a:ext cx="1078991" cy="8991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75047" y="3584447"/>
              <a:ext cx="1650492" cy="89915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94247" y="3584447"/>
              <a:ext cx="1688592" cy="8991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51547" y="3584447"/>
              <a:ext cx="1994916" cy="8991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54123" y="4072127"/>
              <a:ext cx="851915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05811" y="4072127"/>
              <a:ext cx="1738884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44467" y="4072127"/>
              <a:ext cx="2054352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65420" y="4072127"/>
              <a:ext cx="641603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39967" y="4072127"/>
              <a:ext cx="1158239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97979" y="4072127"/>
              <a:ext cx="1572768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70520" y="4072127"/>
              <a:ext cx="1075944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54123" y="4559807"/>
              <a:ext cx="1821179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47059" y="4559807"/>
              <a:ext cx="851915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70731" y="4559807"/>
              <a:ext cx="1097280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39767" y="4559807"/>
              <a:ext cx="1738884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50408" y="4559807"/>
              <a:ext cx="2377440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99603" y="4559807"/>
              <a:ext cx="1546859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54123" y="5047488"/>
              <a:ext cx="1464564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933699" y="5047488"/>
              <a:ext cx="1257300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06011" y="5047488"/>
              <a:ext cx="955548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76572" y="5047488"/>
              <a:ext cx="1336548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8132" y="5047488"/>
              <a:ext cx="896112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239255" y="5047488"/>
              <a:ext cx="2807207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54123" y="5535167"/>
              <a:ext cx="2249424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70147" y="5535167"/>
              <a:ext cx="641603" cy="89916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993519" y="2235530"/>
            <a:ext cx="6788150" cy="3904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73835" algn="l"/>
              </a:tabLst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	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Keyword?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50">
              <a:latin typeface="Calibri"/>
              <a:cs typeface="Calibri"/>
            </a:endParaRPr>
          </a:p>
          <a:p>
            <a:pPr marL="12700" marR="5080" indent="571500" algn="just">
              <a:lnSpc>
                <a:spcPct val="100000"/>
              </a:lnSpc>
            </a:pP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Keywords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also called as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reserved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words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these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 having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special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meaning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language.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words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defined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 the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python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interpreter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hence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these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cant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used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programming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identifiers.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1" name="object 4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269235" y="400811"/>
            <a:ext cx="5818632" cy="1008888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2540254" y="504190"/>
            <a:ext cx="5246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40" dirty="0"/>
              <a:t> </a:t>
            </a:r>
            <a:r>
              <a:rPr spc="-15" dirty="0"/>
              <a:t>Keyword/Reserved</a:t>
            </a:r>
            <a:r>
              <a:rPr spc="-65" dirty="0"/>
              <a:t> </a:t>
            </a:r>
            <a:r>
              <a:rPr spc="-50" dirty="0"/>
              <a:t>Word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0432" y="3454908"/>
            <a:ext cx="7874634" cy="1092835"/>
            <a:chOff x="1170432" y="3454908"/>
            <a:chExt cx="7874634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0432" y="3454908"/>
              <a:ext cx="7874508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840" y="3473196"/>
              <a:ext cx="7475220" cy="100888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56714" y="3578097"/>
            <a:ext cx="6905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Some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Keywords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Python 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Language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903" y="259079"/>
            <a:ext cx="7475220" cy="10088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06778" y="362839"/>
            <a:ext cx="6904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Some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Keywords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Python 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Language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67127" y="1633727"/>
            <a:ext cx="5614670" cy="4561840"/>
            <a:chOff x="2167127" y="1633727"/>
            <a:chExt cx="5614670" cy="45618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7127" y="1761743"/>
              <a:ext cx="5614416" cy="44333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4498" y="1785924"/>
              <a:ext cx="5500116" cy="43342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09799" y="2385948"/>
              <a:ext cx="5510530" cy="38100"/>
            </a:xfrm>
            <a:custGeom>
              <a:avLst/>
              <a:gdLst/>
              <a:ahLst/>
              <a:cxnLst/>
              <a:rect l="l" t="t" r="r" b="b"/>
              <a:pathLst>
                <a:path w="5510530" h="38100">
                  <a:moveTo>
                    <a:pt x="0" y="38100"/>
                  </a:moveTo>
                  <a:lnTo>
                    <a:pt x="5510276" y="38100"/>
                  </a:lnTo>
                  <a:lnTo>
                    <a:pt x="5510276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09799" y="1781174"/>
              <a:ext cx="5510530" cy="4343400"/>
            </a:xfrm>
            <a:custGeom>
              <a:avLst/>
              <a:gdLst/>
              <a:ahLst/>
              <a:cxnLst/>
              <a:rect l="l" t="t" r="r" b="b"/>
              <a:pathLst>
                <a:path w="5510530" h="4343400">
                  <a:moveTo>
                    <a:pt x="4699" y="0"/>
                  </a:moveTo>
                  <a:lnTo>
                    <a:pt x="4699" y="4343387"/>
                  </a:lnTo>
                </a:path>
                <a:path w="5510530" h="4343400">
                  <a:moveTo>
                    <a:pt x="5505450" y="0"/>
                  </a:moveTo>
                  <a:lnTo>
                    <a:pt x="5505450" y="4343387"/>
                  </a:lnTo>
                </a:path>
                <a:path w="5510530" h="4343400">
                  <a:moveTo>
                    <a:pt x="0" y="4338624"/>
                  </a:moveTo>
                  <a:lnTo>
                    <a:pt x="5510276" y="4338624"/>
                  </a:lnTo>
                </a:path>
              </a:pathLst>
            </a:custGeom>
            <a:ln w="9525">
              <a:solidFill>
                <a:srgbClr val="D0DC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9799" y="1781111"/>
              <a:ext cx="5510276" cy="6280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1450" y="2401569"/>
              <a:ext cx="5507735" cy="6263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1450" y="3020313"/>
              <a:ext cx="5507735" cy="6263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11450" y="3639057"/>
              <a:ext cx="5507735" cy="6278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11450" y="4257801"/>
              <a:ext cx="5507735" cy="6278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11450" y="4878070"/>
              <a:ext cx="5507735" cy="6263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11450" y="5496864"/>
              <a:ext cx="5507735" cy="62636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4263" y="2263140"/>
              <a:ext cx="1581912" cy="6461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78836" y="1633727"/>
              <a:ext cx="1572767" cy="11186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88863" y="2263140"/>
              <a:ext cx="1937004" cy="6461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93435" y="1633727"/>
              <a:ext cx="1927860" cy="1118615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180079" y="1751202"/>
            <a:ext cx="38087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26665" algn="l"/>
              </a:tabLst>
            </a:pPr>
            <a:r>
              <a:rPr sz="4000" spc="-5" dirty="0">
                <a:solidFill>
                  <a:srgbClr val="FFFFFF"/>
                </a:solidFill>
              </a:rPr>
              <a:t>and	ass</a:t>
            </a:r>
            <a:r>
              <a:rPr sz="4000" dirty="0">
                <a:solidFill>
                  <a:srgbClr val="FFFFFF"/>
                </a:solidFill>
              </a:rPr>
              <a:t>e</a:t>
            </a:r>
            <a:r>
              <a:rPr sz="4000" spc="-10" dirty="0">
                <a:solidFill>
                  <a:srgbClr val="FFFFFF"/>
                </a:solidFill>
              </a:rPr>
              <a:t>rt</a:t>
            </a:r>
            <a:endParaRPr sz="4000"/>
          </a:p>
        </p:txBody>
      </p:sp>
      <p:grpSp>
        <p:nvGrpSpPr>
          <p:cNvPr id="21" name="object 21"/>
          <p:cNvGrpSpPr/>
          <p:nvPr/>
        </p:nvGrpSpPr>
        <p:grpSpPr>
          <a:xfrm>
            <a:off x="2345435" y="2253995"/>
            <a:ext cx="5039995" cy="4369435"/>
            <a:chOff x="2345435" y="2253995"/>
            <a:chExt cx="5039995" cy="4369435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73095" y="2881883"/>
              <a:ext cx="1984248" cy="6461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77667" y="2253995"/>
              <a:ext cx="1975104" cy="11186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26023" y="2881883"/>
              <a:ext cx="1662683" cy="6461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30595" y="2253995"/>
              <a:ext cx="1653540" cy="11186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45435" y="3502151"/>
              <a:ext cx="2522219" cy="6446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50007" y="2872739"/>
              <a:ext cx="2513075" cy="11186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36335" y="3502151"/>
              <a:ext cx="1356360" cy="6446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40907" y="2872739"/>
              <a:ext cx="1347215" cy="111861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44367" y="4120895"/>
              <a:ext cx="1438656" cy="6461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48939" y="3491483"/>
              <a:ext cx="1429512" cy="11186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89091" y="4120895"/>
              <a:ext cx="1336547" cy="64617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93664" y="3491483"/>
              <a:ext cx="1327404" cy="111861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851403" y="4739639"/>
              <a:ext cx="1624583" cy="64617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55975" y="4110227"/>
              <a:ext cx="1615439" cy="11186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30951" y="4739639"/>
              <a:ext cx="2054352" cy="6461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35523" y="4110227"/>
              <a:ext cx="2045207" cy="11186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02635" y="5358383"/>
              <a:ext cx="1722119" cy="64617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07207" y="4730495"/>
              <a:ext cx="1712975" cy="111861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73623" y="5358383"/>
              <a:ext cx="1969007" cy="6461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78195" y="4730495"/>
              <a:ext cx="1959863" cy="111861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968751" y="5978651"/>
              <a:ext cx="1391412" cy="64465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973323" y="5349239"/>
              <a:ext cx="1382268" cy="111861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2650998" y="2370581"/>
            <a:ext cx="1878964" cy="373062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-2540" algn="ctr">
              <a:lnSpc>
                <a:spcPct val="101600"/>
              </a:lnSpc>
              <a:spcBef>
                <a:spcPts val="20"/>
              </a:spcBef>
            </a:pPr>
            <a:r>
              <a:rPr sz="4000" b="1" spc="-15" dirty="0">
                <a:solidFill>
                  <a:srgbClr val="FFFFFF"/>
                </a:solidFill>
                <a:latin typeface="Calibri"/>
                <a:cs typeface="Calibri"/>
              </a:rPr>
              <a:t>break 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4000" b="1" spc="-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tinue  del</a:t>
            </a:r>
            <a:endParaRPr sz="4000">
              <a:latin typeface="Calibri"/>
              <a:cs typeface="Calibri"/>
            </a:endParaRPr>
          </a:p>
          <a:p>
            <a:pPr marL="469900" marR="464184" indent="48260" algn="just">
              <a:lnSpc>
                <a:spcPct val="101600"/>
              </a:lnSpc>
            </a:pP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else </a:t>
            </a:r>
            <a:r>
              <a:rPr sz="4000" b="1" spc="-89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6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b="1" spc="-105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ec  </a:t>
            </a:r>
            <a:r>
              <a:rPr sz="4000" b="1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512308" y="5349240"/>
            <a:ext cx="1690370" cy="1274445"/>
            <a:chOff x="5512308" y="5349240"/>
            <a:chExt cx="1690370" cy="1274445"/>
          </a:xfrm>
        </p:grpSpPr>
        <p:pic>
          <p:nvPicPr>
            <p:cNvPr id="46" name="object 4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512308" y="5978652"/>
              <a:ext cx="1690115" cy="64465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516880" y="5349240"/>
              <a:ext cx="1680972" cy="1118616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5636514" y="2370581"/>
            <a:ext cx="1409700" cy="373062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065" marR="5080" indent="-2540" algn="ctr">
              <a:lnSpc>
                <a:spcPct val="1016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class 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def 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elif </a:t>
            </a:r>
            <a:r>
              <a:rPr sz="40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6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b="1" spc="-105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4000" b="1" spc="-10" dirty="0">
                <a:solidFill>
                  <a:srgbClr val="FFFFFF"/>
                </a:solidFill>
                <a:latin typeface="Calibri"/>
                <a:cs typeface="Calibri"/>
              </a:rPr>
              <a:t>cept  finally </a:t>
            </a:r>
            <a:r>
              <a:rPr sz="4000" b="1" spc="-8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b="1" spc="-2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903" y="259079"/>
            <a:ext cx="7475220" cy="10088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06778" y="362839"/>
            <a:ext cx="6904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Some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Keywords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Python 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Language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95500" y="1420367"/>
            <a:ext cx="5614670" cy="5180330"/>
            <a:chOff x="2095500" y="1420367"/>
            <a:chExt cx="5614670" cy="51803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5500" y="1546859"/>
              <a:ext cx="5614415" cy="505358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3125" y="1571612"/>
              <a:ext cx="5500115" cy="4953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43125" y="2190749"/>
              <a:ext cx="5501005" cy="4333875"/>
            </a:xfrm>
            <a:custGeom>
              <a:avLst/>
              <a:gdLst/>
              <a:ahLst/>
              <a:cxnLst/>
              <a:rect l="l" t="t" r="r" b="b"/>
              <a:pathLst>
                <a:path w="5501005" h="4333875">
                  <a:moveTo>
                    <a:pt x="5500624" y="3714737"/>
                  </a:moveTo>
                  <a:lnTo>
                    <a:pt x="2750312" y="3714737"/>
                  </a:lnTo>
                  <a:lnTo>
                    <a:pt x="0" y="3714737"/>
                  </a:lnTo>
                  <a:lnTo>
                    <a:pt x="0" y="4333862"/>
                  </a:lnTo>
                  <a:lnTo>
                    <a:pt x="2750312" y="4333862"/>
                  </a:lnTo>
                  <a:lnTo>
                    <a:pt x="5500624" y="4333862"/>
                  </a:lnTo>
                  <a:lnTo>
                    <a:pt x="5500624" y="3714737"/>
                  </a:lnTo>
                  <a:close/>
                </a:path>
                <a:path w="5501005" h="4333875">
                  <a:moveTo>
                    <a:pt x="5500624" y="2476500"/>
                  </a:moveTo>
                  <a:lnTo>
                    <a:pt x="2750312" y="2476500"/>
                  </a:lnTo>
                  <a:lnTo>
                    <a:pt x="0" y="2476500"/>
                  </a:lnTo>
                  <a:lnTo>
                    <a:pt x="0" y="3095625"/>
                  </a:lnTo>
                  <a:lnTo>
                    <a:pt x="2750312" y="3095625"/>
                  </a:lnTo>
                  <a:lnTo>
                    <a:pt x="5500624" y="3095625"/>
                  </a:lnTo>
                  <a:lnTo>
                    <a:pt x="5500624" y="2476500"/>
                  </a:lnTo>
                  <a:close/>
                </a:path>
                <a:path w="5501005" h="4333875">
                  <a:moveTo>
                    <a:pt x="5500624" y="1238250"/>
                  </a:moveTo>
                  <a:lnTo>
                    <a:pt x="2750312" y="1238250"/>
                  </a:lnTo>
                  <a:lnTo>
                    <a:pt x="0" y="1238250"/>
                  </a:lnTo>
                  <a:lnTo>
                    <a:pt x="0" y="1857375"/>
                  </a:lnTo>
                  <a:lnTo>
                    <a:pt x="2750312" y="1857375"/>
                  </a:lnTo>
                  <a:lnTo>
                    <a:pt x="5500624" y="1857375"/>
                  </a:lnTo>
                  <a:lnTo>
                    <a:pt x="5500624" y="1238250"/>
                  </a:lnTo>
                  <a:close/>
                </a:path>
                <a:path w="5501005" h="4333875">
                  <a:moveTo>
                    <a:pt x="5500624" y="0"/>
                  </a:moveTo>
                  <a:lnTo>
                    <a:pt x="2750312" y="0"/>
                  </a:lnTo>
                  <a:lnTo>
                    <a:pt x="0" y="0"/>
                  </a:lnTo>
                  <a:lnTo>
                    <a:pt x="0" y="619125"/>
                  </a:lnTo>
                  <a:lnTo>
                    <a:pt x="2750312" y="619125"/>
                  </a:lnTo>
                  <a:lnTo>
                    <a:pt x="5500624" y="619125"/>
                  </a:lnTo>
                  <a:lnTo>
                    <a:pt x="550062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8298" y="2190749"/>
              <a:ext cx="5510530" cy="0"/>
            </a:xfrm>
            <a:custGeom>
              <a:avLst/>
              <a:gdLst/>
              <a:ahLst/>
              <a:cxnLst/>
              <a:rect l="l" t="t" r="r" b="b"/>
              <a:pathLst>
                <a:path w="5510530">
                  <a:moveTo>
                    <a:pt x="0" y="0"/>
                  </a:moveTo>
                  <a:lnTo>
                    <a:pt x="5510276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38298" y="1566798"/>
              <a:ext cx="5510530" cy="4963160"/>
            </a:xfrm>
            <a:custGeom>
              <a:avLst/>
              <a:gdLst/>
              <a:ahLst/>
              <a:cxnLst/>
              <a:rect l="l" t="t" r="r" b="b"/>
              <a:pathLst>
                <a:path w="5510530" h="4963159">
                  <a:moveTo>
                    <a:pt x="4825" y="0"/>
                  </a:moveTo>
                  <a:lnTo>
                    <a:pt x="4825" y="4962575"/>
                  </a:lnTo>
                </a:path>
                <a:path w="5510530" h="4963159">
                  <a:moveTo>
                    <a:pt x="5505577" y="0"/>
                  </a:moveTo>
                  <a:lnTo>
                    <a:pt x="5505577" y="4962575"/>
                  </a:lnTo>
                </a:path>
                <a:path w="5510530" h="4963159">
                  <a:moveTo>
                    <a:pt x="0" y="4825"/>
                  </a:moveTo>
                  <a:lnTo>
                    <a:pt x="5510276" y="4825"/>
                  </a:lnTo>
                </a:path>
                <a:path w="5510530" h="4963159">
                  <a:moveTo>
                    <a:pt x="0" y="4957813"/>
                  </a:moveTo>
                  <a:lnTo>
                    <a:pt x="5510276" y="4957813"/>
                  </a:lnTo>
                </a:path>
              </a:pathLst>
            </a:custGeom>
            <a:ln w="9525">
              <a:solidFill>
                <a:srgbClr val="DEBC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7272" y="2048255"/>
              <a:ext cx="2074164" cy="6461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61844" y="1420367"/>
              <a:ext cx="2065020" cy="11186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07964" y="2048255"/>
              <a:ext cx="955547" cy="6461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12535" y="1420367"/>
              <a:ext cx="946404" cy="11186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97836" y="2668523"/>
              <a:ext cx="2189988" cy="64465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02408" y="2039111"/>
              <a:ext cx="2180844" cy="11186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59196" y="2668523"/>
              <a:ext cx="1053083" cy="64465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63767" y="2039111"/>
              <a:ext cx="1043939" cy="1118615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803651" y="1536954"/>
            <a:ext cx="3669029" cy="1253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95"/>
              </a:spcBef>
              <a:tabLst>
                <a:tab pos="3322320" algn="l"/>
              </a:tabLst>
            </a:pPr>
            <a:r>
              <a:rPr sz="4000" spc="-10" dirty="0">
                <a:solidFill>
                  <a:srgbClr val="FFFFFF"/>
                </a:solidFill>
              </a:rPr>
              <a:t>global	</a:t>
            </a:r>
            <a:r>
              <a:rPr sz="4000" spc="-5" dirty="0">
                <a:solidFill>
                  <a:srgbClr val="FFFFFF"/>
                </a:solidFill>
              </a:rPr>
              <a:t>if</a:t>
            </a:r>
            <a:endParaRPr sz="4000"/>
          </a:p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3273425" algn="l"/>
              </a:tabLst>
            </a:pPr>
            <a:r>
              <a:rPr sz="4000" b="0" spc="-5" dirty="0">
                <a:solidFill>
                  <a:srgbClr val="FFFFFF"/>
                </a:solidFill>
                <a:latin typeface="Calibri"/>
                <a:cs typeface="Calibri"/>
              </a:rPr>
              <a:t>import	</a:t>
            </a:r>
            <a:r>
              <a:rPr sz="4000" b="0" spc="-1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11195" y="2657855"/>
            <a:ext cx="4681855" cy="4200525"/>
            <a:chOff x="2711195" y="2657855"/>
            <a:chExt cx="4681855" cy="4200525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43427" y="3287268"/>
              <a:ext cx="1098803" cy="64617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47999" y="2657855"/>
              <a:ext cx="1089660" cy="11186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80075" y="3287268"/>
              <a:ext cx="2212848" cy="6461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84647" y="2657855"/>
              <a:ext cx="2203704" cy="11186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46831" y="3906011"/>
              <a:ext cx="1488947" cy="6461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51403" y="3278123"/>
              <a:ext cx="1479804" cy="11186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28716" y="3906011"/>
              <a:ext cx="1115567" cy="64617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33288" y="3278123"/>
              <a:ext cx="1106423" cy="11186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746247" y="4524755"/>
              <a:ext cx="1691639" cy="64617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50819" y="3896867"/>
              <a:ext cx="1682495" cy="111861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54395" y="4524755"/>
              <a:ext cx="1662683" cy="6461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58967" y="3896867"/>
              <a:ext cx="1653539" cy="111861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11195" y="5145023"/>
              <a:ext cx="1761744" cy="64465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715767" y="4515611"/>
              <a:ext cx="1752600" cy="11186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00472" y="5145023"/>
              <a:ext cx="1972055" cy="6446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05044" y="4515611"/>
              <a:ext cx="1962911" cy="11186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09315" y="5763767"/>
              <a:ext cx="1365504" cy="6461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913887" y="5134355"/>
              <a:ext cx="1356360" cy="11186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393435" y="5763767"/>
              <a:ext cx="1784604" cy="64617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98007" y="5134355"/>
              <a:ext cx="1775460" cy="11186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741675" y="6382510"/>
              <a:ext cx="1586484" cy="47548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746247" y="5754622"/>
              <a:ext cx="1577339" cy="110337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516879" y="6382510"/>
              <a:ext cx="1652016" cy="47548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521451" y="5754622"/>
              <a:ext cx="1642872" cy="1103376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3017011" y="2775330"/>
            <a:ext cx="4037329" cy="373062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47955" marR="5080" indent="196215">
              <a:lnSpc>
                <a:spcPct val="101600"/>
              </a:lnSpc>
              <a:spcBef>
                <a:spcPts val="20"/>
              </a:spcBef>
              <a:tabLst>
                <a:tab pos="2480945" algn="l"/>
                <a:tab pos="3029585" algn="l"/>
              </a:tabLst>
            </a:pP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is	lambda 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not		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4000">
              <a:latin typeface="Calibri"/>
              <a:cs typeface="Calibri"/>
            </a:endParaRPr>
          </a:p>
          <a:p>
            <a:pPr marL="12065" marR="127000" indent="-120650" algn="ctr">
              <a:lnSpc>
                <a:spcPts val="4880"/>
              </a:lnSpc>
              <a:spcBef>
                <a:spcPts val="170"/>
              </a:spcBef>
              <a:tabLst>
                <a:tab pos="2496185" algn="l"/>
                <a:tab pos="2599690" algn="l"/>
              </a:tabLst>
            </a:pP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pass		</a:t>
            </a:r>
            <a:r>
              <a:rPr sz="4000" spc="-15" dirty="0">
                <a:solidFill>
                  <a:srgbClr val="FFFFFF"/>
                </a:solidFill>
                <a:latin typeface="Calibri"/>
                <a:cs typeface="Calibri"/>
              </a:rPr>
              <a:t>print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aise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		</a:t>
            </a:r>
            <a:r>
              <a:rPr sz="4000" spc="-9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4000" spc="-3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turn  </a:t>
            </a:r>
            <a:r>
              <a:rPr sz="4000" spc="5" dirty="0">
                <a:solidFill>
                  <a:srgbClr val="FFFFFF"/>
                </a:solidFill>
                <a:latin typeface="Calibri"/>
                <a:cs typeface="Calibri"/>
              </a:rPr>
              <a:t>try	</a:t>
            </a: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endParaRPr sz="4000">
              <a:latin typeface="Calibri"/>
              <a:cs typeface="Calibri"/>
            </a:endParaRPr>
          </a:p>
          <a:p>
            <a:pPr marR="186055" algn="ctr">
              <a:lnSpc>
                <a:spcPts val="4690"/>
              </a:lnSpc>
              <a:tabLst>
                <a:tab pos="2774950" algn="l"/>
              </a:tabLst>
            </a:pPr>
            <a:r>
              <a:rPr sz="4000" spc="-5" dirty="0">
                <a:solidFill>
                  <a:srgbClr val="FFFFFF"/>
                </a:solidFill>
                <a:latin typeface="Calibri"/>
                <a:cs typeface="Calibri"/>
              </a:rPr>
              <a:t>with	yield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85060" y="3023616"/>
            <a:ext cx="5516880" cy="1094740"/>
            <a:chOff x="2385060" y="3023616"/>
            <a:chExt cx="5516880" cy="1094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5060" y="3023616"/>
              <a:ext cx="5516880" cy="10942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9108" y="3043428"/>
              <a:ext cx="4780788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38982" y="3148076"/>
            <a:ext cx="4210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7985" algn="l"/>
              </a:tabLst>
            </a:pPr>
            <a:r>
              <a:rPr spc="-15" dirty="0"/>
              <a:t>What</a:t>
            </a:r>
            <a:r>
              <a:rPr dirty="0"/>
              <a:t> is	an</a:t>
            </a:r>
            <a:r>
              <a:rPr spc="-60" dirty="0"/>
              <a:t> </a:t>
            </a:r>
            <a:r>
              <a:rPr spc="-5" dirty="0"/>
              <a:t>identifier?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2779" y="259079"/>
            <a:ext cx="3464052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2909" y="362839"/>
            <a:ext cx="2791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70" dirty="0"/>
              <a:t> </a:t>
            </a:r>
            <a:r>
              <a:rPr spc="-5" dirty="0"/>
              <a:t>IDENTIFIERS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11224" y="1060703"/>
            <a:ext cx="7635240" cy="5775960"/>
            <a:chOff x="1411224" y="1060703"/>
            <a:chExt cx="7635240" cy="57759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1224" y="1060703"/>
              <a:ext cx="1459991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6208" y="1060703"/>
              <a:ext cx="797051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2740" y="1060703"/>
              <a:ext cx="952500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1756" y="1060703"/>
              <a:ext cx="2279904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5624" y="1645919"/>
              <a:ext cx="780288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14244" y="1645919"/>
              <a:ext cx="1741932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64508" y="1645919"/>
              <a:ext cx="2097024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9864" y="1645919"/>
              <a:ext cx="79705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5247" y="1645919"/>
              <a:ext cx="734568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18147" y="1645919"/>
              <a:ext cx="1485900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12380" y="1645919"/>
              <a:ext cx="1434083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54124" y="2133600"/>
              <a:ext cx="890015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05228" y="2133600"/>
              <a:ext cx="734568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00884" y="2133600"/>
              <a:ext cx="2052827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14800" y="2133600"/>
              <a:ext cx="1432560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08447" y="2133600"/>
              <a:ext cx="1990344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59880" y="2133600"/>
              <a:ext cx="1927860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48828" y="2133600"/>
              <a:ext cx="897635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54124" y="2621279"/>
              <a:ext cx="1461515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07791" y="2621279"/>
              <a:ext cx="1752600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352544" y="2621279"/>
              <a:ext cx="1231391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76088" y="2621279"/>
              <a:ext cx="1463039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31280" y="2621279"/>
              <a:ext cx="955548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78980" y="2621279"/>
              <a:ext cx="1424940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196071" y="2621279"/>
              <a:ext cx="850392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54124" y="3108959"/>
              <a:ext cx="1303020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615184" y="3108959"/>
              <a:ext cx="1743456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15156" y="3108959"/>
              <a:ext cx="1972055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53812" y="3108959"/>
              <a:ext cx="641603" cy="899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325624" y="3694175"/>
              <a:ext cx="859536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70632" y="3694175"/>
              <a:ext cx="1523999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878580" y="3694175"/>
              <a:ext cx="938784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01312" y="3694175"/>
              <a:ext cx="734567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721352" y="3694175"/>
              <a:ext cx="1484376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791200" y="3694175"/>
              <a:ext cx="2136648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513320" y="3694175"/>
              <a:ext cx="851916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950707" y="3694175"/>
              <a:ext cx="1095755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54124" y="4181855"/>
              <a:ext cx="1972055" cy="89915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192780" y="4181855"/>
              <a:ext cx="641604" cy="8991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11224" y="4767071"/>
              <a:ext cx="1080515" cy="89915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049780" y="4767071"/>
              <a:ext cx="1967483" cy="89915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483863" y="4767071"/>
              <a:ext cx="646176" cy="89915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86556" y="4767071"/>
              <a:ext cx="839724" cy="89915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082796" y="4767071"/>
              <a:ext cx="856488" cy="89915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497324" y="4767071"/>
              <a:ext cx="704088" cy="89915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11224" y="5352288"/>
              <a:ext cx="734568" cy="8991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703832" y="5352288"/>
              <a:ext cx="751332" cy="8991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013204" y="5352288"/>
              <a:ext cx="1170432" cy="89916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740152" y="5352288"/>
              <a:ext cx="704088" cy="89916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002280" y="5352288"/>
              <a:ext cx="1078992" cy="89916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639312" y="5352288"/>
              <a:ext cx="1097280" cy="89916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294631" y="5352288"/>
              <a:ext cx="2249423" cy="89916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099047" y="5352288"/>
              <a:ext cx="1170431" cy="89916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11224" y="5937502"/>
              <a:ext cx="734568" cy="89916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703832" y="5937502"/>
              <a:ext cx="751332" cy="89916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013204" y="5937502"/>
              <a:ext cx="819912" cy="89916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391156" y="5937502"/>
              <a:ext cx="704088" cy="89916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653284" y="5937502"/>
              <a:ext cx="1170432" cy="89916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380231" y="5937502"/>
              <a:ext cx="638556" cy="89916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576828" y="5937502"/>
              <a:ext cx="1078991" cy="89916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213859" y="5937502"/>
              <a:ext cx="1097280" cy="89916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869180" y="5937502"/>
              <a:ext cx="1659635" cy="899160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1650619" y="1053816"/>
            <a:ext cx="7131050" cy="548830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3200" b="1" spc="70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an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identifier?</a:t>
            </a:r>
            <a:endParaRPr sz="3200">
              <a:latin typeface="Calibri"/>
              <a:cs typeface="Calibri"/>
            </a:endParaRPr>
          </a:p>
          <a:p>
            <a:pPr marL="355600" marR="5080" indent="571500" algn="just">
              <a:lnSpc>
                <a:spcPct val="100000"/>
              </a:lnSpc>
              <a:spcBef>
                <a:spcPts val="765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Python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Identifier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 a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name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given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function, class,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variable,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module,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objects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you’ll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be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3200" b="1" spc="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your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program.</a:t>
            </a:r>
            <a:endParaRPr sz="3200">
              <a:latin typeface="Calibri"/>
              <a:cs typeface="Calibri"/>
            </a:endParaRPr>
          </a:p>
          <a:p>
            <a:pPr marL="355600" marR="6985" indent="571500" algn="just">
              <a:lnSpc>
                <a:spcPct val="100000"/>
              </a:lnSpc>
              <a:spcBef>
                <a:spcPts val="775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short, its a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name appeared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program.</a:t>
            </a:r>
            <a:endParaRPr sz="32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65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example: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a,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b,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c</a:t>
            </a:r>
            <a:endParaRPr sz="3200">
              <a:latin typeface="Calibri"/>
              <a:cs typeface="Calibri"/>
            </a:endParaRPr>
          </a:p>
          <a:p>
            <a:pPr marL="12700" marR="1783714" algn="just">
              <a:lnSpc>
                <a:spcPct val="120000"/>
              </a:lnSpc>
              <a:spcBef>
                <a:spcPts val="5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identifiers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are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tokens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98675" y="2418588"/>
            <a:ext cx="7239000" cy="3199130"/>
            <a:chOff x="1598675" y="2418588"/>
            <a:chExt cx="7239000" cy="31991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8675" y="2418588"/>
              <a:ext cx="7239000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7839" y="2438400"/>
              <a:ext cx="7027163" cy="10088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0303" y="4524755"/>
              <a:ext cx="7089648" cy="10927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1011" y="4543044"/>
              <a:ext cx="6560820" cy="10088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38827" y="3453384"/>
              <a:ext cx="1248155" cy="10927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81499" y="3471672"/>
              <a:ext cx="1164336" cy="10088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038350" y="2542159"/>
            <a:ext cx="6353175" cy="2680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622422"/>
                </a:solidFill>
                <a:latin typeface="Calibri"/>
                <a:cs typeface="Calibri"/>
              </a:rPr>
              <a:t>PYTHON</a:t>
            </a:r>
            <a:r>
              <a:rPr sz="3600" b="1" spc="-10" dirty="0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622422"/>
                </a:solidFill>
                <a:latin typeface="Calibri"/>
                <a:cs typeface="Calibri"/>
              </a:rPr>
              <a:t>NAMING </a:t>
            </a:r>
            <a:r>
              <a:rPr sz="3600" b="1" spc="-10" dirty="0">
                <a:solidFill>
                  <a:srgbClr val="622422"/>
                </a:solidFill>
                <a:latin typeface="Calibri"/>
                <a:cs typeface="Calibri"/>
              </a:rPr>
              <a:t>CONVENTIONS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100">
              <a:latin typeface="Calibri"/>
              <a:cs typeface="Calibri"/>
            </a:endParaRPr>
          </a:p>
          <a:p>
            <a:pPr marR="526415" algn="ctr">
              <a:lnSpc>
                <a:spcPct val="100000"/>
              </a:lnSpc>
            </a:pP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OR</a:t>
            </a:r>
            <a:endParaRPr sz="3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5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3600" b="1" dirty="0">
                <a:solidFill>
                  <a:srgbClr val="66FF33"/>
                </a:solidFill>
                <a:latin typeface="Calibri"/>
                <a:cs typeface="Calibri"/>
              </a:rPr>
              <a:t>IDENTIFIER</a:t>
            </a:r>
            <a:r>
              <a:rPr sz="3600" b="1" spc="-20" dirty="0">
                <a:solidFill>
                  <a:srgbClr val="66FF33"/>
                </a:solidFill>
                <a:latin typeface="Calibri"/>
                <a:cs typeface="Calibri"/>
              </a:rPr>
              <a:t> </a:t>
            </a:r>
            <a:r>
              <a:rPr sz="3600" b="1" spc="-40" dirty="0">
                <a:solidFill>
                  <a:srgbClr val="66FF33"/>
                </a:solidFill>
                <a:latin typeface="Calibri"/>
                <a:cs typeface="Calibri"/>
              </a:rPr>
              <a:t>FORMATION</a:t>
            </a:r>
            <a:r>
              <a:rPr sz="3600" b="1" spc="-15" dirty="0">
                <a:solidFill>
                  <a:srgbClr val="66FF33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66FF33"/>
                </a:solidFill>
                <a:latin typeface="Calibri"/>
                <a:cs typeface="Calibri"/>
              </a:rPr>
              <a:t>RULES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224" y="222504"/>
            <a:ext cx="702716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1098" y="327152"/>
            <a:ext cx="6353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10" dirty="0"/>
              <a:t> </a:t>
            </a:r>
            <a:r>
              <a:rPr dirty="0"/>
              <a:t>NAMING</a:t>
            </a:r>
            <a:r>
              <a:rPr spc="-5" dirty="0"/>
              <a:t> </a:t>
            </a:r>
            <a:r>
              <a:rPr spc="-10" dirty="0"/>
              <a:t>CONVENTIONS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1560575"/>
            <a:ext cx="7292340" cy="899160"/>
            <a:chOff x="1754123" y="1560575"/>
            <a:chExt cx="729234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1560575"/>
              <a:ext cx="1458468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4595" y="1560575"/>
              <a:ext cx="107899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5591" y="1560575"/>
              <a:ext cx="1097280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84876" y="1560575"/>
              <a:ext cx="1740407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57288" y="1560575"/>
              <a:ext cx="1789176" cy="89916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595240" y="1650619"/>
            <a:ext cx="41840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1730" algn="l"/>
                <a:tab pos="2914650" algn="l"/>
              </a:tabLst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the	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ython	n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mi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g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54123" y="2048255"/>
            <a:ext cx="2772155" cy="89916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993519" y="1650619"/>
            <a:ext cx="226377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503045" algn="l"/>
              </a:tabLst>
            </a:pP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What	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are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 co</a:t>
            </a:r>
            <a:r>
              <a:rPr sz="3200" b="1" spc="-6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v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e</a:t>
            </a:r>
            <a:r>
              <a:rPr sz="3200" b="1" spc="-4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tions?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11224" y="3218688"/>
            <a:ext cx="7635240" cy="3337560"/>
            <a:chOff x="1411224" y="3218688"/>
            <a:chExt cx="7635240" cy="333756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1224" y="3218688"/>
              <a:ext cx="739139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16964" y="3218688"/>
              <a:ext cx="641604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5624" y="3218688"/>
              <a:ext cx="998220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56560" y="3218688"/>
              <a:ext cx="2087880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77156" y="3218688"/>
              <a:ext cx="1118615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28488" y="3218688"/>
              <a:ext cx="955548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16752" y="3218688"/>
              <a:ext cx="734568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84036" y="3218688"/>
              <a:ext cx="2662427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54124" y="3706368"/>
              <a:ext cx="880872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53996" y="3706368"/>
              <a:ext cx="2264663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37659" y="3706368"/>
              <a:ext cx="1722119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78780" y="3706368"/>
              <a:ext cx="2229612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27391" y="3706368"/>
              <a:ext cx="1719072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54124" y="4194048"/>
              <a:ext cx="2691383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60519" y="4194048"/>
              <a:ext cx="1167384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42915" y="4194048"/>
              <a:ext cx="1449324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207252" y="4194048"/>
              <a:ext cx="658368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32220" y="4194048"/>
              <a:ext cx="739140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537959" y="4194048"/>
              <a:ext cx="658368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662927" y="4194048"/>
              <a:ext cx="739140" cy="899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68668" y="4194048"/>
              <a:ext cx="659892" cy="8991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95159" y="4194048"/>
              <a:ext cx="641603" cy="8991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353300" y="4194048"/>
              <a:ext cx="1693163" cy="8991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124" y="4681727"/>
              <a:ext cx="1097280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679191" y="4681727"/>
              <a:ext cx="2109216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4672" y="4681727"/>
              <a:ext cx="1078991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521452" y="4681727"/>
              <a:ext cx="1338072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687312" y="4681727"/>
              <a:ext cx="2247900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401812" y="4681727"/>
              <a:ext cx="644651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54124" y="5169408"/>
              <a:ext cx="1889760" cy="8991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10484" y="5169408"/>
              <a:ext cx="637032" cy="89915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694175" y="5169408"/>
              <a:ext cx="2606040" cy="89915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766815" y="5169408"/>
              <a:ext cx="637032" cy="89915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50508" y="5169408"/>
              <a:ext cx="1267967" cy="89915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85076" y="5169408"/>
              <a:ext cx="739140" cy="89915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290815" y="5169408"/>
              <a:ext cx="640079" cy="89915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877556" y="5169408"/>
              <a:ext cx="1168907" cy="89915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754124" y="5657088"/>
              <a:ext cx="3582924" cy="8991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03647" y="5657088"/>
              <a:ext cx="641603" cy="89916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1650619" y="3308984"/>
            <a:ext cx="7131684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3200" b="1" spc="18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3200" b="1" spc="5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identifier</a:t>
            </a:r>
            <a:r>
              <a:rPr sz="3200" b="1" spc="5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3200" b="1" spc="5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200" b="1" spc="5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5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combination </a:t>
            </a:r>
            <a:r>
              <a:rPr sz="3200" b="1" spc="-7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uppercase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letters,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lowercase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letters,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underscores,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and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digits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(0-9).</a:t>
            </a:r>
            <a:r>
              <a:rPr sz="3200" b="1" spc="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Hence,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following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valid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identifiers: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myClass,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my_variable,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var_1,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print_hello_world.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224" y="222504"/>
            <a:ext cx="702716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1098" y="327152"/>
            <a:ext cx="6353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10" dirty="0"/>
              <a:t> </a:t>
            </a:r>
            <a:r>
              <a:rPr dirty="0"/>
              <a:t>NAMING</a:t>
            </a:r>
            <a:r>
              <a:rPr spc="-5" dirty="0"/>
              <a:t> </a:t>
            </a:r>
            <a:r>
              <a:rPr spc="-10" dirty="0"/>
              <a:t>CONVENTIONS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66588" y="1417319"/>
            <a:ext cx="1738884" cy="8991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27392" y="1417319"/>
            <a:ext cx="1790700" cy="89916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467611" y="1417319"/>
            <a:ext cx="3877310" cy="1386840"/>
            <a:chOff x="1467611" y="1417319"/>
            <a:chExt cx="3877310" cy="138684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7611" y="1417319"/>
              <a:ext cx="1456944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6475" y="1417319"/>
              <a:ext cx="1078991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47388" y="1417319"/>
              <a:ext cx="1097280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67611" y="1905000"/>
              <a:ext cx="2772156" cy="89916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20139" y="2855976"/>
            <a:ext cx="856615" cy="1490980"/>
            <a:chOff x="1120139" y="2855976"/>
            <a:chExt cx="856615" cy="149098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4711" y="2855976"/>
              <a:ext cx="739139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30451" y="2855976"/>
              <a:ext cx="641604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20139" y="3432048"/>
              <a:ext cx="856487" cy="91440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124711" y="4514088"/>
            <a:ext cx="847725" cy="899160"/>
            <a:chOff x="1124711" y="4514088"/>
            <a:chExt cx="847725" cy="899160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24711" y="4514088"/>
              <a:ext cx="739139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30451" y="4514088"/>
              <a:ext cx="641604" cy="89916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2039111" y="2855976"/>
            <a:ext cx="7078980" cy="2557780"/>
            <a:chOff x="2039111" y="2855976"/>
            <a:chExt cx="7078980" cy="2557780"/>
          </a:xfrm>
        </p:grpSpPr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39111" y="2855976"/>
              <a:ext cx="1156715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55391" y="2855976"/>
              <a:ext cx="1202435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14344" y="2855976"/>
              <a:ext cx="2115312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84647" y="2855976"/>
              <a:ext cx="1382268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23432" y="2855976"/>
              <a:ext cx="955547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37020" y="2855976"/>
              <a:ext cx="1423416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27035" y="2855976"/>
              <a:ext cx="641603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98547" y="3441192"/>
              <a:ext cx="1720596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39667" y="3441192"/>
              <a:ext cx="2270760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330952" y="3441192"/>
              <a:ext cx="1299972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51447" y="3441192"/>
              <a:ext cx="897636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69608" y="3441192"/>
              <a:ext cx="830579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66788" y="3441192"/>
              <a:ext cx="638555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25867" y="3441192"/>
              <a:ext cx="1004316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950708" y="3441192"/>
              <a:ext cx="1167383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39111" y="3928872"/>
              <a:ext cx="739139" cy="8991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7815" y="3928872"/>
              <a:ext cx="1078992" cy="8991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974847" y="3928872"/>
              <a:ext cx="1112520" cy="8991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643883" y="3928872"/>
              <a:ext cx="1876043" cy="89915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76444" y="3928872"/>
              <a:ext cx="1615440" cy="89915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248400" y="3928872"/>
              <a:ext cx="2249424" cy="89915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64423" y="3928872"/>
              <a:ext cx="641603" cy="8991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039111" y="4514088"/>
              <a:ext cx="998219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56331" y="4514088"/>
              <a:ext cx="2089404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364735" y="4514088"/>
              <a:ext cx="1668780" cy="8991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52515" y="4514088"/>
              <a:ext cx="1112519" cy="8991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84035" y="4514088"/>
              <a:ext cx="1466088" cy="89916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469123" y="4514088"/>
              <a:ext cx="1296924" cy="8991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385047" y="4514088"/>
              <a:ext cx="733044" cy="89916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364741" y="1507616"/>
            <a:ext cx="7488555" cy="3611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>
              <a:lnSpc>
                <a:spcPct val="100000"/>
              </a:lnSpc>
              <a:spcBef>
                <a:spcPts val="105"/>
              </a:spcBef>
              <a:tabLst>
                <a:tab pos="1934210" algn="l"/>
                <a:tab pos="3135630" algn="l"/>
                <a:tab pos="4354830" algn="l"/>
                <a:tab pos="6216015" algn="l"/>
              </a:tabLst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W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h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	a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e	the	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y</a:t>
            </a:r>
            <a:r>
              <a:rPr sz="3200" b="1" spc="10" dirty="0">
                <a:solidFill>
                  <a:srgbClr val="FFFF00"/>
                </a:solidFill>
                <a:latin typeface="Calibri"/>
                <a:cs typeface="Calibri"/>
              </a:rPr>
              <a:t>t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h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on	n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mi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g 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conventions?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Calibri"/>
              <a:cs typeface="Calibri"/>
            </a:endParaRPr>
          </a:p>
          <a:p>
            <a:pPr marL="927100" indent="-915035">
              <a:lnSpc>
                <a:spcPct val="100000"/>
              </a:lnSpc>
              <a:buAutoNum type="arabicPeriod" startAt="2"/>
              <a:tabLst>
                <a:tab pos="927100" algn="l"/>
                <a:tab pos="927735" algn="l"/>
              </a:tabLst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first character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5" dirty="0">
                <a:solidFill>
                  <a:srgbClr val="FFFFFF"/>
                </a:solidFill>
                <a:latin typeface="Calibri"/>
                <a:cs typeface="Calibri"/>
              </a:rPr>
              <a:t>letter.</a:t>
            </a:r>
            <a:endParaRPr sz="3200">
              <a:latin typeface="Calibri"/>
              <a:cs typeface="Calibri"/>
            </a:endParaRPr>
          </a:p>
          <a:p>
            <a:pPr marL="986790" indent="-974090">
              <a:lnSpc>
                <a:spcPct val="100000"/>
              </a:lnSpc>
              <a:spcBef>
                <a:spcPts val="770"/>
              </a:spcBef>
              <a:buAutoNum type="arabicPeriod" startAt="2"/>
              <a:tabLst>
                <a:tab pos="986155" algn="l"/>
                <a:tab pos="986790" algn="l"/>
                <a:tab pos="2327910" algn="l"/>
                <a:tab pos="4218940" algn="l"/>
                <a:tab pos="5139690" algn="l"/>
                <a:tab pos="5657850" algn="l"/>
                <a:tab pos="6214110" algn="l"/>
                <a:tab pos="6839584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ecia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cha</a:t>
            </a:r>
            <a:r>
              <a:rPr sz="3200" b="1" spc="-8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	s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h	as	%,	@,	a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$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are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allowed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identifiers.</a:t>
            </a:r>
            <a:endParaRPr sz="3200">
              <a:latin typeface="Calibri"/>
              <a:cs typeface="Calibri"/>
            </a:endParaRPr>
          </a:p>
          <a:p>
            <a:pPr marL="927100" indent="-915035">
              <a:lnSpc>
                <a:spcPct val="100000"/>
              </a:lnSpc>
              <a:spcBef>
                <a:spcPts val="770"/>
              </a:spcBef>
              <a:buAutoNum type="arabicPeriod" startAt="4"/>
              <a:tabLst>
                <a:tab pos="927100" algn="l"/>
                <a:tab pos="927735" algn="l"/>
                <a:tab pos="1544320" algn="l"/>
                <a:tab pos="3253104" algn="l"/>
                <a:tab pos="4540885" algn="l"/>
                <a:tab pos="5272405" algn="l"/>
                <a:tab pos="6357620" algn="l"/>
                <a:tab pos="727392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	ide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tifier	sho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ld	not	beg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h	a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2039111" y="5001767"/>
            <a:ext cx="7078980" cy="1386840"/>
            <a:chOff x="2039111" y="5001767"/>
            <a:chExt cx="7078980" cy="1386840"/>
          </a:xfrm>
        </p:grpSpPr>
        <p:pic>
          <p:nvPicPr>
            <p:cNvPr id="50" name="object 5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039111" y="5001767"/>
              <a:ext cx="1830324" cy="8991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36036" y="5001767"/>
              <a:ext cx="640079" cy="8991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37432" y="5001767"/>
              <a:ext cx="1693164" cy="89916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1911" y="5001767"/>
              <a:ext cx="739139" cy="89916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597652" y="5001767"/>
              <a:ext cx="1888236" cy="89916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347203" y="5001767"/>
              <a:ext cx="795527" cy="89916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004047" y="5001767"/>
              <a:ext cx="1114044" cy="89916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039111" y="5489447"/>
              <a:ext cx="1444752" cy="899159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2279395" y="5092395"/>
            <a:ext cx="657034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811020" algn="l"/>
                <a:tab pos="3365500" algn="l"/>
                <a:tab pos="5321300" algn="l"/>
                <a:tab pos="5977890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mb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27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.	Hence,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3200" b="1" spc="-5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aria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le	is	not 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valid,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867911" y="5489447"/>
            <a:ext cx="5139055" cy="899160"/>
            <a:chOff x="3867911" y="5489447"/>
            <a:chExt cx="5139055" cy="899160"/>
          </a:xfrm>
        </p:grpSpPr>
        <p:pic>
          <p:nvPicPr>
            <p:cNvPr id="60" name="object 6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867911" y="5489447"/>
              <a:ext cx="1110996" cy="89915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536947" y="5489447"/>
              <a:ext cx="1889760" cy="89915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93307" y="5489447"/>
              <a:ext cx="739139" cy="89915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187439" y="5489447"/>
              <a:ext cx="797052" cy="89915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541007" y="5489447"/>
              <a:ext cx="2357628" cy="89915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65235" y="5489447"/>
              <a:ext cx="641603" cy="899159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4108450" y="5580684"/>
            <a:ext cx="46323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variable2</a:t>
            </a:r>
            <a:r>
              <a:rPr sz="32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acceptable.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4123" y="1560575"/>
            <a:ext cx="7292340" cy="899160"/>
            <a:chOff x="1754123" y="1560575"/>
            <a:chExt cx="7292340" cy="899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4123" y="1560575"/>
              <a:ext cx="1458468" cy="8991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4595" y="1560575"/>
              <a:ext cx="1078992" cy="8991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591" y="1560575"/>
              <a:ext cx="1097280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4876" y="1560575"/>
              <a:ext cx="1740407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7288" y="1560575"/>
              <a:ext cx="1789176" cy="89916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595240" y="1650619"/>
            <a:ext cx="41840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1730" algn="l"/>
                <a:tab pos="2914650" algn="l"/>
              </a:tabLst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the	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ython	n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mi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g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54123" y="2048255"/>
            <a:ext cx="2772155" cy="8991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93519" y="1650619"/>
            <a:ext cx="226377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503045" algn="l"/>
              </a:tabLst>
            </a:pP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What	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are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 co</a:t>
            </a:r>
            <a:r>
              <a:rPr sz="3200" b="1" spc="-6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v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e</a:t>
            </a:r>
            <a:r>
              <a:rPr sz="3200" b="1" spc="-4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tions?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06652" y="3218688"/>
            <a:ext cx="7640320" cy="3435350"/>
            <a:chOff x="1406652" y="3218688"/>
            <a:chExt cx="7640320" cy="343535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1224" y="3218688"/>
              <a:ext cx="739139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16964" y="3218688"/>
              <a:ext cx="641604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5624" y="3218688"/>
              <a:ext cx="1743455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00272" y="3218688"/>
              <a:ext cx="795527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6991" y="3218688"/>
              <a:ext cx="734567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92752" y="3218688"/>
              <a:ext cx="1266444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25796" y="3218688"/>
              <a:ext cx="656844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49240" y="3218688"/>
              <a:ext cx="2013204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93636" y="3218688"/>
              <a:ext cx="2052827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54124" y="3706368"/>
              <a:ext cx="1170432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919984" y="3706368"/>
              <a:ext cx="1153668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69080" y="3706368"/>
              <a:ext cx="2238755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03263" y="3706368"/>
              <a:ext cx="1859280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57971" y="3706368"/>
              <a:ext cx="888492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54124" y="4194048"/>
              <a:ext cx="2246376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67100" y="4194048"/>
              <a:ext cx="641603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692652" y="4194048"/>
              <a:ext cx="1437131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12208" y="4194048"/>
              <a:ext cx="1705356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99987" y="4194048"/>
              <a:ext cx="1168908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752843" y="4194048"/>
              <a:ext cx="1632203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968995" y="4194048"/>
              <a:ext cx="1077468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54124" y="4681727"/>
              <a:ext cx="1194815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506980" y="4681727"/>
              <a:ext cx="1781556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46575" y="4681727"/>
              <a:ext cx="2246376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650992" y="4681727"/>
              <a:ext cx="851915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56375" y="4681727"/>
              <a:ext cx="1743455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66431" y="4681727"/>
              <a:ext cx="641603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06652" y="5256276"/>
              <a:ext cx="856487" cy="91592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293619" y="5266944"/>
              <a:ext cx="1150620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43428" y="5266944"/>
              <a:ext cx="1697736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340352" y="5266944"/>
              <a:ext cx="1117091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58155" y="5266944"/>
              <a:ext cx="1743455" cy="8991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400799" y="5266944"/>
              <a:ext cx="2151888" cy="8991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151875" y="5266944"/>
              <a:ext cx="894587" cy="89916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26336" y="5754623"/>
              <a:ext cx="2249424" cy="8991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42359" y="5754623"/>
              <a:ext cx="641603" cy="89916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650619" y="3308984"/>
            <a:ext cx="7131050" cy="3050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FFFFFF"/>
              </a:buClr>
              <a:buFont typeface="Calibri"/>
              <a:buAutoNum type="arabicPeriod" startAt="5"/>
              <a:tabLst>
                <a:tab pos="927100" algn="l"/>
              </a:tabLst>
            </a:pPr>
            <a:r>
              <a:rPr dirty="0"/>
              <a:t>	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Python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case-sensitive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language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behaviour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extends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identifiers. Thus,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Labour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and labour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two distinct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identifiers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Python.</a:t>
            </a:r>
            <a:endParaRPr sz="3200">
              <a:latin typeface="Calibri"/>
              <a:cs typeface="Calibri"/>
            </a:endParaRPr>
          </a:p>
          <a:p>
            <a:pPr marL="527685" marR="7620" indent="-515620" algn="just">
              <a:lnSpc>
                <a:spcPct val="100000"/>
              </a:lnSpc>
              <a:spcBef>
                <a:spcPts val="770"/>
              </a:spcBef>
              <a:buClr>
                <a:srgbClr val="FFFFFF"/>
              </a:buClr>
              <a:buFont typeface="Calibri"/>
              <a:buAutoNum type="arabicPeriod" startAt="5"/>
              <a:tabLst>
                <a:tab pos="895350" algn="l"/>
              </a:tabLst>
            </a:pPr>
            <a:r>
              <a:rPr dirty="0"/>
              <a:t>	</a:t>
            </a:r>
            <a:r>
              <a:rPr sz="3200" b="1" spc="-80" dirty="0">
                <a:solidFill>
                  <a:srgbClr val="FFFFFF"/>
                </a:solidFill>
                <a:latin typeface="Calibri"/>
                <a:cs typeface="Calibri"/>
              </a:rPr>
              <a:t>You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cannot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use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Python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keywords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identifiers.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9" name="object 4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411224" y="222504"/>
            <a:ext cx="7027164" cy="1008888"/>
          </a:xfrm>
          <a:prstGeom prst="rect">
            <a:avLst/>
          </a:prstGeom>
        </p:spPr>
      </p:pic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1681098" y="327152"/>
            <a:ext cx="6353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10" dirty="0"/>
              <a:t> </a:t>
            </a:r>
            <a:r>
              <a:rPr dirty="0"/>
              <a:t>NAMING</a:t>
            </a:r>
            <a:r>
              <a:rPr spc="-5" dirty="0"/>
              <a:t> </a:t>
            </a:r>
            <a:r>
              <a:rPr spc="-10" dirty="0"/>
              <a:t>CONVENTIONS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4123" y="1560575"/>
            <a:ext cx="7292340" cy="899160"/>
            <a:chOff x="1754123" y="1560575"/>
            <a:chExt cx="7292340" cy="899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4123" y="1560575"/>
              <a:ext cx="1458468" cy="8991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4595" y="1560575"/>
              <a:ext cx="1078992" cy="8991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591" y="1560575"/>
              <a:ext cx="1097280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4876" y="1560575"/>
              <a:ext cx="1740407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7288" y="1560575"/>
              <a:ext cx="1789176" cy="89916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595240" y="1650619"/>
            <a:ext cx="41840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1730" algn="l"/>
                <a:tab pos="2914650" algn="l"/>
              </a:tabLst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the	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ython	n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mi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g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54123" y="2048255"/>
            <a:ext cx="2772155" cy="8991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93519" y="1650619"/>
            <a:ext cx="226377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503045" algn="l"/>
              </a:tabLst>
            </a:pP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What	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are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 co</a:t>
            </a:r>
            <a:r>
              <a:rPr sz="3200" b="1" spc="-6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v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e</a:t>
            </a:r>
            <a:r>
              <a:rPr sz="3200" b="1" spc="-40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tions?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06652" y="3208020"/>
            <a:ext cx="7640320" cy="2470785"/>
            <a:chOff x="1406652" y="3208020"/>
            <a:chExt cx="7640320" cy="247078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6652" y="3208020"/>
              <a:ext cx="856487" cy="9159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93619" y="3218688"/>
              <a:ext cx="1150620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43428" y="3218688"/>
              <a:ext cx="1697736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0352" y="3218688"/>
              <a:ext cx="1117091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58155" y="3218688"/>
              <a:ext cx="1743455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00799" y="3218688"/>
              <a:ext cx="2151888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51875" y="3218688"/>
              <a:ext cx="894587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25624" y="3706368"/>
              <a:ext cx="2249424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41647" y="3706368"/>
              <a:ext cx="641603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06652" y="4280916"/>
              <a:ext cx="856487" cy="9159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93619" y="4291584"/>
              <a:ext cx="1150620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23616" y="4291584"/>
              <a:ext cx="1118616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21608" y="4291584"/>
              <a:ext cx="1118615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19600" y="4291584"/>
              <a:ext cx="2587752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86728" y="4291584"/>
              <a:ext cx="890016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56119" y="4291584"/>
              <a:ext cx="1990344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25624" y="4779264"/>
              <a:ext cx="1947672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28287" y="4779264"/>
              <a:ext cx="1574291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59096" y="4779264"/>
              <a:ext cx="851915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69052" y="4779264"/>
              <a:ext cx="1303020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28587" y="4779264"/>
              <a:ext cx="2055875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51063" y="4779264"/>
              <a:ext cx="641603" cy="89916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650619" y="3308984"/>
            <a:ext cx="7130415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94715" marR="6985" indent="-894715">
              <a:lnSpc>
                <a:spcPct val="100000"/>
              </a:lnSpc>
              <a:spcBef>
                <a:spcPts val="105"/>
              </a:spcBef>
              <a:buAutoNum type="arabicPeriod" startAt="7"/>
              <a:tabLst>
                <a:tab pos="894715" algn="l"/>
                <a:tab pos="895350" algn="l"/>
              </a:tabLst>
            </a:pPr>
            <a:r>
              <a:rPr sz="3200" b="1" spc="-8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3200" b="1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sz="3200" b="1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3200" b="1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3200" b="1" spc="3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keywords</a:t>
            </a:r>
            <a:r>
              <a:rPr sz="3200" b="1" spc="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identifiers.</a:t>
            </a:r>
            <a:endParaRPr sz="3200">
              <a:latin typeface="Calibri"/>
              <a:cs typeface="Calibri"/>
            </a:endParaRPr>
          </a:p>
          <a:p>
            <a:pPr marL="894715" marR="5080" indent="-894715">
              <a:lnSpc>
                <a:spcPct val="100000"/>
              </a:lnSpc>
              <a:spcBef>
                <a:spcPts val="770"/>
              </a:spcBef>
              <a:buAutoNum type="arabicPeriod" startAt="7"/>
              <a:tabLst>
                <a:tab pos="894715" algn="l"/>
                <a:tab pos="895350" algn="l"/>
              </a:tabLst>
            </a:pPr>
            <a:r>
              <a:rPr sz="3200" b="1" spc="-8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320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320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3200" b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underscores</a:t>
            </a:r>
            <a:r>
              <a:rPr sz="3200" b="1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separate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words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your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identifier.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411224" y="222504"/>
            <a:ext cx="7027164" cy="1008888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681098" y="327152"/>
            <a:ext cx="6353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10" dirty="0"/>
              <a:t> </a:t>
            </a:r>
            <a:r>
              <a:rPr dirty="0"/>
              <a:t>NAMING</a:t>
            </a:r>
            <a:r>
              <a:rPr spc="-5" dirty="0"/>
              <a:t> </a:t>
            </a:r>
            <a:r>
              <a:rPr spc="-10" dirty="0"/>
              <a:t>CONVENTIONS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1224" y="1560575"/>
            <a:ext cx="4899660" cy="899160"/>
            <a:chOff x="1411224" y="1560575"/>
            <a:chExt cx="4899660" cy="899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1224" y="1560575"/>
              <a:ext cx="1554480" cy="8991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3744" y="1560575"/>
              <a:ext cx="1536192" cy="8991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4928" y="1560575"/>
              <a:ext cx="2583179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4708" y="1560575"/>
              <a:ext cx="646176" cy="89916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50619" y="1650619"/>
            <a:ext cx="4392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SOME</a:t>
            </a:r>
            <a:r>
              <a:rPr sz="3200" b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VALID</a:t>
            </a:r>
            <a:r>
              <a:rPr sz="3200" b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IDENTIFIERS: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25623" y="2145792"/>
            <a:ext cx="5160645" cy="1972310"/>
            <a:chOff x="2325623" y="2145792"/>
            <a:chExt cx="5160645" cy="197231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5623" y="2145792"/>
              <a:ext cx="1615439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7663" y="2145792"/>
              <a:ext cx="739139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68823" y="2145792"/>
              <a:ext cx="1394460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29883" y="2145792"/>
              <a:ext cx="739139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35623" y="2145792"/>
              <a:ext cx="736092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38315" y="2145792"/>
              <a:ext cx="739139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44055" y="2145792"/>
              <a:ext cx="736092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46747" y="2145792"/>
              <a:ext cx="739140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25623" y="2633472"/>
              <a:ext cx="725424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17647" y="2633472"/>
              <a:ext cx="739139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23387" y="2633472"/>
              <a:ext cx="864108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54095" y="2633472"/>
              <a:ext cx="739140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59835" y="2633472"/>
              <a:ext cx="751332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77767" y="2633472"/>
              <a:ext cx="739139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60263" y="2633472"/>
              <a:ext cx="736091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62955" y="2633472"/>
              <a:ext cx="880872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25623" y="3218688"/>
              <a:ext cx="1766316" cy="89916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565019" y="2235530"/>
            <a:ext cx="1384300" cy="1587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Myfile1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y3m9d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MYFILE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068823" y="3218688"/>
            <a:ext cx="1351915" cy="899160"/>
            <a:chOff x="5068823" y="3218688"/>
            <a:chExt cx="1351915" cy="899160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68823" y="3218688"/>
              <a:ext cx="736091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71515" y="3218688"/>
              <a:ext cx="1149096" cy="89916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308853" y="2235530"/>
            <a:ext cx="1910080" cy="1587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DATE9_7_8</a:t>
            </a:r>
            <a:endParaRPr sz="32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_xs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_FXd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411224" y="3803903"/>
            <a:ext cx="5276215" cy="899160"/>
            <a:chOff x="1411224" y="3803903"/>
            <a:chExt cx="5276215" cy="89916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1224" y="3803903"/>
              <a:ext cx="1554480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23744" y="3803903"/>
              <a:ext cx="1912620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91356" y="3803903"/>
              <a:ext cx="2583179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41136" y="3803903"/>
              <a:ext cx="646176" cy="89916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650619" y="3893896"/>
            <a:ext cx="47688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SOME</a:t>
            </a:r>
            <a:r>
              <a:rPr sz="32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INVALID</a:t>
            </a:r>
            <a:r>
              <a:rPr sz="3200" b="1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IDENTIFIERS: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325623" y="4389120"/>
            <a:ext cx="3336290" cy="1484630"/>
            <a:chOff x="2325623" y="4389120"/>
            <a:chExt cx="3336290" cy="1484630"/>
          </a:xfrm>
        </p:grpSpPr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25623" y="4389120"/>
              <a:ext cx="1100327" cy="89915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92551" y="4389120"/>
              <a:ext cx="658368" cy="89915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017519" y="4389120"/>
              <a:ext cx="1168908" cy="8991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54423" y="4389120"/>
              <a:ext cx="944879" cy="89915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65903" y="4389120"/>
              <a:ext cx="1095755" cy="89915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25623" y="4974336"/>
              <a:ext cx="1066800" cy="8991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54423" y="4974336"/>
              <a:ext cx="1324355" cy="8991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5983223" y="4389120"/>
            <a:ext cx="1492250" cy="1484630"/>
            <a:chOff x="5983223" y="4389120"/>
            <a:chExt cx="1492250" cy="1484630"/>
          </a:xfrm>
        </p:grpSpPr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83223" y="4389120"/>
              <a:ext cx="1491996" cy="89915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83223" y="4974336"/>
              <a:ext cx="1056131" cy="899160"/>
            </a:xfrm>
            <a:prstGeom prst="rect">
              <a:avLst/>
            </a:prstGeom>
          </p:spPr>
        </p:pic>
      </p:grp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2545969" y="4594225"/>
          <a:ext cx="4679949" cy="992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062">
                <a:tc>
                  <a:txBody>
                    <a:bodyPr/>
                    <a:lstStyle/>
                    <a:p>
                      <a:pPr marL="31750">
                        <a:lnSpc>
                          <a:spcPts val="3045"/>
                        </a:lnSpc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MY-REC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ts val="3045"/>
                        </a:lnSpc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28dre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ts val="3045"/>
                        </a:lnSpc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break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062">
                <a:tc>
                  <a:txBody>
                    <a:bodyPr/>
                    <a:lstStyle/>
                    <a:p>
                      <a:pPr marL="31750">
                        <a:lnSpc>
                          <a:spcPts val="3745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elif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ts val="3745"/>
                        </a:lnSpc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6720">
                        <a:lnSpc>
                          <a:spcPts val="3745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9" name="object 4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411224" y="222504"/>
            <a:ext cx="7027164" cy="1008888"/>
          </a:xfrm>
          <a:prstGeom prst="rect">
            <a:avLst/>
          </a:prstGeom>
        </p:spPr>
      </p:pic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1681098" y="327152"/>
            <a:ext cx="6353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-10" dirty="0"/>
              <a:t> </a:t>
            </a:r>
            <a:r>
              <a:rPr dirty="0"/>
              <a:t>NAMING</a:t>
            </a:r>
            <a:r>
              <a:rPr spc="-5" dirty="0"/>
              <a:t> </a:t>
            </a:r>
            <a:r>
              <a:rPr spc="-10" dirty="0"/>
              <a:t>CONVENTIONS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3304" y="2970276"/>
            <a:ext cx="4445635" cy="982980"/>
            <a:chOff x="2813304" y="2970276"/>
            <a:chExt cx="4445635" cy="982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3304" y="2970276"/>
              <a:ext cx="4445508" cy="9829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3572" y="2988564"/>
              <a:ext cx="3235452" cy="8991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3602" y="3079191"/>
            <a:ext cx="27266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What</a:t>
            </a:r>
            <a:r>
              <a:rPr sz="3200" spc="-50" dirty="0"/>
              <a:t> </a:t>
            </a:r>
            <a:r>
              <a:rPr sz="3200" dirty="0"/>
              <a:t>is</a:t>
            </a:r>
            <a:r>
              <a:rPr sz="3200" spc="-20" dirty="0"/>
              <a:t> </a:t>
            </a:r>
            <a:r>
              <a:rPr sz="3200" spc="-15" dirty="0"/>
              <a:t>literals?</a:t>
            </a:r>
            <a:endParaRPr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472" y="259079"/>
            <a:ext cx="6768083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0347" y="362839"/>
            <a:ext cx="6195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20" dirty="0"/>
              <a:t> </a:t>
            </a:r>
            <a:r>
              <a:rPr dirty="0"/>
              <a:t>LITERALS</a:t>
            </a:r>
            <a:r>
              <a:rPr spc="-20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45" dirty="0"/>
              <a:t>CONSTANT</a:t>
            </a:r>
            <a:r>
              <a:rPr spc="-15" dirty="0"/>
              <a:t> </a:t>
            </a:r>
            <a:r>
              <a:rPr spc="-55" dirty="0"/>
              <a:t>VALUES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11224" y="1560575"/>
            <a:ext cx="3235960" cy="899160"/>
            <a:chOff x="1411224" y="1560575"/>
            <a:chExt cx="323596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1224" y="1560575"/>
              <a:ext cx="1459991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6208" y="1560575"/>
              <a:ext cx="797051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1300" y="1560575"/>
              <a:ext cx="1865376" cy="89916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754123" y="2731007"/>
            <a:ext cx="7292340" cy="2362200"/>
            <a:chOff x="1754123" y="2731007"/>
            <a:chExt cx="7292340" cy="236220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5623" y="2731007"/>
              <a:ext cx="1744979" cy="8991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2651" y="2731007"/>
              <a:ext cx="1078991" cy="899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95216" y="2731007"/>
              <a:ext cx="1214627" cy="8991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1891" y="2731007"/>
              <a:ext cx="1524000" cy="8991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79464" y="2731007"/>
              <a:ext cx="894588" cy="8991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97623" y="2731007"/>
              <a:ext cx="2148839" cy="8991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4123" y="3218687"/>
              <a:ext cx="897636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44851" y="3218687"/>
              <a:ext cx="1988820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26763" y="3218687"/>
              <a:ext cx="1603248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23103" y="3218687"/>
              <a:ext cx="1464564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80759" y="3218687"/>
              <a:ext cx="1078991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52844" y="3218687"/>
              <a:ext cx="1097279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43215" y="3218687"/>
              <a:ext cx="1603248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54123" y="3706367"/>
              <a:ext cx="1542288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47643" y="3706367"/>
              <a:ext cx="1491995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90872" y="3706367"/>
              <a:ext cx="1731264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73367" y="3706367"/>
              <a:ext cx="1624584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49183" y="3706367"/>
              <a:ext cx="1097279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54123" y="4194047"/>
              <a:ext cx="2182368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93007" y="4194047"/>
              <a:ext cx="880872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31919" y="4194047"/>
              <a:ext cx="1972055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70576" y="4194047"/>
              <a:ext cx="641603" cy="89915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650619" y="1650619"/>
            <a:ext cx="7129780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literals?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355600" marR="5080" indent="571500" algn="just">
              <a:lnSpc>
                <a:spcPct val="100000"/>
              </a:lnSpc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Literals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also called as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constants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constant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values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these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values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which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never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during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the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program.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13432" y="2970276"/>
            <a:ext cx="6018530" cy="982980"/>
            <a:chOff x="2313432" y="2970276"/>
            <a:chExt cx="6018530" cy="982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3432" y="2970276"/>
              <a:ext cx="6018276" cy="9829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9548" y="2988564"/>
              <a:ext cx="5715000" cy="8991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19197" y="3079191"/>
            <a:ext cx="52070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62070" algn="l"/>
              </a:tabLst>
            </a:pPr>
            <a:r>
              <a:rPr sz="3200" spc="-5" dirty="0">
                <a:solidFill>
                  <a:srgbClr val="622422"/>
                </a:solidFill>
              </a:rPr>
              <a:t>Wh</a:t>
            </a:r>
            <a:r>
              <a:rPr sz="3200" spc="-35" dirty="0">
                <a:solidFill>
                  <a:srgbClr val="622422"/>
                </a:solidFill>
              </a:rPr>
              <a:t>a</a:t>
            </a:r>
            <a:r>
              <a:rPr sz="3200" dirty="0">
                <a:solidFill>
                  <a:srgbClr val="622422"/>
                </a:solidFill>
              </a:rPr>
              <a:t>t</a:t>
            </a:r>
            <a:r>
              <a:rPr sz="3200" spc="-25" dirty="0">
                <a:solidFill>
                  <a:srgbClr val="622422"/>
                </a:solidFill>
              </a:rPr>
              <a:t> </a:t>
            </a:r>
            <a:r>
              <a:rPr sz="3200" dirty="0">
                <a:solidFill>
                  <a:srgbClr val="622422"/>
                </a:solidFill>
              </a:rPr>
              <a:t>a</a:t>
            </a:r>
            <a:r>
              <a:rPr sz="3200" spc="-35" dirty="0">
                <a:solidFill>
                  <a:srgbClr val="622422"/>
                </a:solidFill>
              </a:rPr>
              <a:t>r</a:t>
            </a:r>
            <a:r>
              <a:rPr sz="3200" dirty="0">
                <a:solidFill>
                  <a:srgbClr val="622422"/>
                </a:solidFill>
              </a:rPr>
              <a:t>e</a:t>
            </a:r>
            <a:r>
              <a:rPr sz="3200" spc="-5" dirty="0">
                <a:solidFill>
                  <a:srgbClr val="622422"/>
                </a:solidFill>
              </a:rPr>
              <a:t> </a:t>
            </a:r>
            <a:r>
              <a:rPr sz="3200" dirty="0">
                <a:solidFill>
                  <a:srgbClr val="622422"/>
                </a:solidFill>
              </a:rPr>
              <a:t>t</a:t>
            </a:r>
            <a:r>
              <a:rPr sz="3200" spc="-15" dirty="0">
                <a:solidFill>
                  <a:srgbClr val="622422"/>
                </a:solidFill>
              </a:rPr>
              <a:t>h</a:t>
            </a:r>
            <a:r>
              <a:rPr sz="3200" dirty="0">
                <a:solidFill>
                  <a:srgbClr val="622422"/>
                </a:solidFill>
              </a:rPr>
              <a:t>e</a:t>
            </a:r>
            <a:r>
              <a:rPr sz="3200" spc="-5" dirty="0">
                <a:solidFill>
                  <a:srgbClr val="622422"/>
                </a:solidFill>
              </a:rPr>
              <a:t> </a:t>
            </a:r>
            <a:r>
              <a:rPr sz="3200" dirty="0">
                <a:solidFill>
                  <a:srgbClr val="622422"/>
                </a:solidFill>
              </a:rPr>
              <a:t>t</a:t>
            </a:r>
            <a:r>
              <a:rPr sz="3200" spc="-15" dirty="0">
                <a:solidFill>
                  <a:srgbClr val="622422"/>
                </a:solidFill>
              </a:rPr>
              <a:t>y</a:t>
            </a:r>
            <a:r>
              <a:rPr sz="3200" dirty="0">
                <a:solidFill>
                  <a:srgbClr val="622422"/>
                </a:solidFill>
              </a:rPr>
              <a:t>p</a:t>
            </a:r>
            <a:r>
              <a:rPr sz="3200" spc="-10" dirty="0">
                <a:solidFill>
                  <a:srgbClr val="622422"/>
                </a:solidFill>
              </a:rPr>
              <a:t>e</a:t>
            </a:r>
            <a:r>
              <a:rPr sz="3200" dirty="0">
                <a:solidFill>
                  <a:srgbClr val="622422"/>
                </a:solidFill>
              </a:rPr>
              <a:t>s of	li</a:t>
            </a:r>
            <a:r>
              <a:rPr sz="3200" spc="-25" dirty="0">
                <a:solidFill>
                  <a:srgbClr val="622422"/>
                </a:solidFill>
              </a:rPr>
              <a:t>t</a:t>
            </a:r>
            <a:r>
              <a:rPr sz="3200" spc="-5" dirty="0">
                <a:solidFill>
                  <a:srgbClr val="622422"/>
                </a:solidFill>
              </a:rPr>
              <a:t>e</a:t>
            </a:r>
            <a:r>
              <a:rPr sz="3200" spc="-80" dirty="0">
                <a:solidFill>
                  <a:srgbClr val="622422"/>
                </a:solidFill>
              </a:rPr>
              <a:t>r</a:t>
            </a:r>
            <a:r>
              <a:rPr sz="3200" dirty="0">
                <a:solidFill>
                  <a:srgbClr val="622422"/>
                </a:solidFill>
              </a:rPr>
              <a:t>als?</a:t>
            </a:r>
            <a:endParaRPr sz="3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859" y="259079"/>
            <a:ext cx="8177783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4404" y="362839"/>
            <a:ext cx="7607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TYPES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dirty="0"/>
              <a:t>LITERALS</a:t>
            </a:r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45" dirty="0"/>
              <a:t>CONSTANT</a:t>
            </a:r>
            <a:r>
              <a:rPr spc="-15" dirty="0"/>
              <a:t> </a:t>
            </a:r>
            <a:r>
              <a:rPr spc="-55" dirty="0"/>
              <a:t>VALUES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11224" y="1560575"/>
            <a:ext cx="5622290" cy="899160"/>
            <a:chOff x="1411224" y="1560575"/>
            <a:chExt cx="562229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1224" y="1560575"/>
              <a:ext cx="1459991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6208" y="1560575"/>
              <a:ext cx="107899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3240" y="1560575"/>
              <a:ext cx="1097280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8559" y="1560575"/>
              <a:ext cx="1452372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28971" y="1560575"/>
              <a:ext cx="880872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67883" y="1560575"/>
              <a:ext cx="1865375" cy="89916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325623" y="2731007"/>
            <a:ext cx="866140" cy="3240405"/>
            <a:chOff x="2325623" y="2731007"/>
            <a:chExt cx="866140" cy="324040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5623" y="2731007"/>
              <a:ext cx="739139" cy="8991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1363" y="2731007"/>
              <a:ext cx="659892" cy="8991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25623" y="3316223"/>
              <a:ext cx="739139" cy="8991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1363" y="3316223"/>
              <a:ext cx="659892" cy="8991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25623" y="3901439"/>
              <a:ext cx="739139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1363" y="3901439"/>
              <a:ext cx="659892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25623" y="4486655"/>
              <a:ext cx="739139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1363" y="4486655"/>
              <a:ext cx="659892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25623" y="5071872"/>
              <a:ext cx="739139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31363" y="5071872"/>
              <a:ext cx="659892" cy="899159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3240023" y="2731007"/>
            <a:ext cx="5594985" cy="3240405"/>
            <a:chOff x="3240023" y="2731007"/>
            <a:chExt cx="5594985" cy="3240405"/>
          </a:xfrm>
        </p:grpSpPr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40023" y="2731007"/>
              <a:ext cx="1524000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19015" y="2731007"/>
              <a:ext cx="1748027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22035" y="2731007"/>
              <a:ext cx="897636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77711" y="2731007"/>
              <a:ext cx="2202180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46491" y="2731007"/>
              <a:ext cx="640079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40023" y="3316223"/>
              <a:ext cx="1970531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67071" y="3316223"/>
              <a:ext cx="1748027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70091" y="3316223"/>
              <a:ext cx="897636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24244" y="3316223"/>
              <a:ext cx="2202179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93023" y="3316223"/>
              <a:ext cx="641603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240023" y="3901439"/>
              <a:ext cx="1924812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21351" y="3901439"/>
              <a:ext cx="1748027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22847" y="3901439"/>
              <a:ext cx="897636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78523" y="3901439"/>
              <a:ext cx="2202179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47303" y="3901439"/>
              <a:ext cx="641603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40023" y="4486655"/>
              <a:ext cx="1720596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515611" y="4486655"/>
              <a:ext cx="1584960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57088" y="4486655"/>
              <a:ext cx="1443228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66915" y="4486655"/>
              <a:ext cx="641603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40023" y="5071872"/>
              <a:ext cx="1584960" cy="89915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79975" y="5071872"/>
              <a:ext cx="2386583" cy="8991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33159" y="5071872"/>
              <a:ext cx="641604" cy="89915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650619" y="1650619"/>
            <a:ext cx="6917055" cy="402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types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literals?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1841500" indent="-915035">
              <a:lnSpc>
                <a:spcPct val="100000"/>
              </a:lnSpc>
              <a:buAutoNum type="arabicParenR"/>
              <a:tabLst>
                <a:tab pos="1841500" algn="l"/>
                <a:tab pos="184213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String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Literals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Constants.</a:t>
            </a:r>
            <a:endParaRPr sz="3200">
              <a:latin typeface="Calibri"/>
              <a:cs typeface="Calibri"/>
            </a:endParaRPr>
          </a:p>
          <a:p>
            <a:pPr marL="1841500" indent="-915035">
              <a:lnSpc>
                <a:spcPct val="100000"/>
              </a:lnSpc>
              <a:spcBef>
                <a:spcPts val="765"/>
              </a:spcBef>
              <a:buAutoNum type="arabicParenR"/>
              <a:tabLst>
                <a:tab pos="1841500" algn="l"/>
                <a:tab pos="184213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Numeric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Literals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Constants.</a:t>
            </a:r>
            <a:endParaRPr sz="3200">
              <a:latin typeface="Calibri"/>
              <a:cs typeface="Calibri"/>
            </a:endParaRPr>
          </a:p>
          <a:p>
            <a:pPr marL="1841500" indent="-915035">
              <a:lnSpc>
                <a:spcPct val="100000"/>
              </a:lnSpc>
              <a:spcBef>
                <a:spcPts val="770"/>
              </a:spcBef>
              <a:buAutoNum type="arabicParenR"/>
              <a:tabLst>
                <a:tab pos="1841500" algn="l"/>
                <a:tab pos="184213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Boolean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Literals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Constants.</a:t>
            </a:r>
            <a:endParaRPr sz="3200">
              <a:latin typeface="Calibri"/>
              <a:cs typeface="Calibri"/>
            </a:endParaRPr>
          </a:p>
          <a:p>
            <a:pPr marL="1841500" indent="-915035">
              <a:lnSpc>
                <a:spcPct val="100000"/>
              </a:lnSpc>
              <a:spcBef>
                <a:spcPts val="770"/>
              </a:spcBef>
              <a:buAutoNum type="arabicParenR"/>
              <a:tabLst>
                <a:tab pos="1841500" algn="l"/>
                <a:tab pos="1842135" algn="l"/>
              </a:tabLst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Special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Literal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None.</a:t>
            </a:r>
            <a:endParaRPr sz="3200">
              <a:latin typeface="Calibri"/>
              <a:cs typeface="Calibri"/>
            </a:endParaRPr>
          </a:p>
          <a:p>
            <a:pPr marL="1841500" indent="-915035">
              <a:lnSpc>
                <a:spcPct val="100000"/>
              </a:lnSpc>
              <a:spcBef>
                <a:spcPts val="770"/>
              </a:spcBef>
              <a:buAutoNum type="arabicParenR"/>
              <a:tabLst>
                <a:tab pos="1841500" algn="l"/>
                <a:tab pos="1842135" algn="l"/>
              </a:tabLst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Literal</a:t>
            </a:r>
            <a:r>
              <a:rPr sz="3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Collections.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11907" y="3201923"/>
            <a:ext cx="5118100" cy="1051560"/>
            <a:chOff x="2311907" y="3201923"/>
            <a:chExt cx="5118100" cy="10515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1907" y="3201923"/>
              <a:ext cx="5117592" cy="10515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4907" y="3203447"/>
              <a:ext cx="3049524" cy="8991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94303" y="3294126"/>
            <a:ext cx="25419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What</a:t>
            </a:r>
            <a:r>
              <a:rPr sz="3200" spc="-55" dirty="0"/>
              <a:t> </a:t>
            </a:r>
            <a:r>
              <a:rPr sz="3200" dirty="0"/>
              <a:t>is</a:t>
            </a:r>
            <a:r>
              <a:rPr sz="3200" spc="-30" dirty="0"/>
              <a:t> </a:t>
            </a:r>
            <a:r>
              <a:rPr sz="3200" spc="-5" dirty="0"/>
              <a:t>string?</a:t>
            </a:r>
            <a:endParaRPr sz="3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80" y="259079"/>
            <a:ext cx="73258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81455" y="362839"/>
            <a:ext cx="6752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5" dirty="0"/>
              <a:t> </a:t>
            </a:r>
            <a:r>
              <a:rPr spc="-10" dirty="0"/>
              <a:t>STRING</a:t>
            </a:r>
            <a:r>
              <a:rPr spc="-15" dirty="0"/>
              <a:t> </a:t>
            </a:r>
            <a:r>
              <a:rPr dirty="0"/>
              <a:t>LITERALS</a:t>
            </a:r>
            <a:r>
              <a:rPr spc="-2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spc="-40" dirty="0"/>
              <a:t>CONSTANTS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11224" y="1560575"/>
            <a:ext cx="7635240" cy="2459990"/>
            <a:chOff x="1411224" y="1560575"/>
            <a:chExt cx="7635240" cy="24599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1224" y="1560575"/>
              <a:ext cx="1459991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6208" y="1560575"/>
              <a:ext cx="797051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1300" y="1560575"/>
              <a:ext cx="1679448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5624" y="2145791"/>
              <a:ext cx="2161031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82440" y="2145791"/>
              <a:ext cx="880872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9095" y="2145791"/>
              <a:ext cx="1616963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71844" y="2145791"/>
              <a:ext cx="2028444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96071" y="2145791"/>
              <a:ext cx="85039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54124" y="2633472"/>
              <a:ext cx="1691639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17520" y="2633472"/>
              <a:ext cx="795528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4803" y="2633472"/>
              <a:ext cx="1525524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82084" y="2633472"/>
              <a:ext cx="1485900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39739" y="2633472"/>
              <a:ext cx="897636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09132" y="2633472"/>
              <a:ext cx="1487423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68312" y="2633472"/>
              <a:ext cx="1511807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51876" y="2633472"/>
              <a:ext cx="894587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54124" y="3121151"/>
              <a:ext cx="1991868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12591" y="3121151"/>
              <a:ext cx="641604" cy="8991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650619" y="1554070"/>
            <a:ext cx="7129145" cy="217106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string?</a:t>
            </a:r>
            <a:endParaRPr sz="3200">
              <a:latin typeface="Calibri"/>
              <a:cs typeface="Calibri"/>
            </a:endParaRPr>
          </a:p>
          <a:p>
            <a:pPr marL="355600" marR="5080" indent="571500" algn="just">
              <a:lnSpc>
                <a:spcPct val="100000"/>
              </a:lnSpc>
              <a:spcBef>
                <a:spcPts val="765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Sequence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of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letters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enclosed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quotes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called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string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string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literal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constant.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25623" y="3706367"/>
            <a:ext cx="6720840" cy="899160"/>
            <a:chOff x="2325623" y="3706367"/>
            <a:chExt cx="6720840" cy="899160"/>
          </a:xfrm>
        </p:grpSpPr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25623" y="3706367"/>
              <a:ext cx="1741931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918203" y="3706367"/>
              <a:ext cx="2017776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786627" y="3706367"/>
              <a:ext cx="1327403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64679" y="3706367"/>
              <a:ext cx="1350264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65591" y="3706367"/>
              <a:ext cx="880872" cy="89916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026658" y="3796360"/>
            <a:ext cx="275399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0625" algn="l"/>
                <a:tab pos="2391410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	</a:t>
            </a:r>
            <a:r>
              <a:rPr sz="3200" b="1" spc="-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orm	of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754123" y="4194047"/>
            <a:ext cx="4168140" cy="2070100"/>
            <a:chOff x="1754123" y="4194047"/>
            <a:chExt cx="4168140" cy="2070100"/>
          </a:xfrm>
        </p:grpSpPr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54123" y="4194047"/>
              <a:ext cx="1693164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003803" y="4194047"/>
              <a:ext cx="633983" cy="899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04387" y="4194047"/>
              <a:ext cx="641603" cy="8991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212591" y="4194047"/>
              <a:ext cx="737616" cy="8991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16807" y="4194047"/>
              <a:ext cx="641603" cy="8991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54423" y="4779263"/>
              <a:ext cx="1624584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154423" y="5364479"/>
              <a:ext cx="1767839" cy="89916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993519" y="3796360"/>
            <a:ext cx="3674745" cy="2172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71500">
              <a:lnSpc>
                <a:spcPct val="100000"/>
              </a:lnSpc>
              <a:spcBef>
                <a:spcPts val="105"/>
              </a:spcBef>
              <a:tabLst>
                <a:tab pos="2176780" algn="l"/>
              </a:tabLst>
            </a:pPr>
            <a:r>
              <a:rPr sz="3200" b="1" spc="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hon	sup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orts 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quotes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i.e.</a:t>
            </a:r>
            <a:endParaRPr sz="3200">
              <a:latin typeface="Calibri"/>
              <a:cs typeface="Calibri"/>
            </a:endParaRPr>
          </a:p>
          <a:p>
            <a:pPr marL="2413000" marR="19685">
              <a:lnSpc>
                <a:spcPct val="120000"/>
              </a:lnSpc>
              <a:spcBef>
                <a:spcPts val="5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‘Hello’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“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ello”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0304" y="3025139"/>
            <a:ext cx="7089775" cy="1094740"/>
            <a:chOff x="1670304" y="3025139"/>
            <a:chExt cx="7089775" cy="1094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304" y="3025139"/>
              <a:ext cx="7089648" cy="10942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4328" y="3044951"/>
              <a:ext cx="5213604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894838" y="3149600"/>
            <a:ext cx="4642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Representation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String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0992" y="259079"/>
            <a:ext cx="606552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0867" y="362839"/>
            <a:ext cx="5491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REPRESENTATION</a:t>
            </a:r>
            <a:r>
              <a:rPr spc="-5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10" dirty="0"/>
              <a:t>STRING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86255" y="1274063"/>
            <a:ext cx="7419340" cy="5532120"/>
            <a:chOff x="1286255" y="1274063"/>
            <a:chExt cx="7419340" cy="55321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5980" y="1274063"/>
              <a:ext cx="4411980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8319" y="2002536"/>
              <a:ext cx="6711696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6255" y="3653028"/>
              <a:ext cx="7418832" cy="19293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70047" y="5431534"/>
              <a:ext cx="3589020" cy="13746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56331" y="5740908"/>
              <a:ext cx="3035808" cy="78943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865247" y="5821781"/>
            <a:ext cx="2592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latin typeface="Calibri"/>
                <a:cs typeface="Calibri"/>
              </a:rPr>
              <a:t>Forward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Indexing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71059" y="2336292"/>
            <a:ext cx="3881754" cy="1374775"/>
            <a:chOff x="4671059" y="2336292"/>
            <a:chExt cx="3881754" cy="137477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71059" y="2336292"/>
              <a:ext cx="3874008" cy="13746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8947" y="2645664"/>
              <a:ext cx="3253740" cy="78943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007870" y="1102315"/>
            <a:ext cx="6311900" cy="2074545"/>
          </a:xfrm>
          <a:prstGeom prst="rect">
            <a:avLst/>
          </a:prstGeom>
        </p:spPr>
        <p:txBody>
          <a:bodyPr vert="horz" wrap="square" lIns="0" tIns="275590" rIns="0" bIns="0" rtlCol="0">
            <a:spAutoFit/>
          </a:bodyPr>
          <a:lstStyle/>
          <a:p>
            <a:pPr marL="369570">
              <a:lnSpc>
                <a:spcPct val="100000"/>
              </a:lnSpc>
              <a:spcBef>
                <a:spcPts val="2170"/>
              </a:spcBef>
              <a:tabLst>
                <a:tab pos="1163320" algn="l"/>
              </a:tabLst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&gt;&gt;&gt;	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“Hello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Python”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 how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index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string:</a:t>
            </a:r>
            <a:endParaRPr sz="2800">
              <a:latin typeface="Calibri"/>
              <a:cs typeface="Calibri"/>
            </a:endParaRPr>
          </a:p>
          <a:p>
            <a:pPr marL="3513454">
              <a:lnSpc>
                <a:spcPct val="100000"/>
              </a:lnSpc>
              <a:spcBef>
                <a:spcPts val="1705"/>
              </a:spcBef>
            </a:pPr>
            <a:r>
              <a:rPr sz="2800" b="1" spc="-10" dirty="0">
                <a:latin typeface="Calibri"/>
                <a:cs typeface="Calibri"/>
              </a:rPr>
              <a:t>Backward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Indexing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0992" y="259079"/>
            <a:ext cx="606552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0867" y="362839"/>
            <a:ext cx="5491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REPRESENTATION</a:t>
            </a:r>
            <a:r>
              <a:rPr spc="-5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10" dirty="0"/>
              <a:t>STRING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13332" y="3288791"/>
            <a:ext cx="7501255" cy="3350260"/>
            <a:chOff x="1513332" y="3288791"/>
            <a:chExt cx="7501255" cy="33502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7732" y="3288791"/>
              <a:ext cx="804671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9024" y="3288791"/>
              <a:ext cx="1405127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2296" y="3288791"/>
              <a:ext cx="961644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0560" y="3288791"/>
              <a:ext cx="1053084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0264" y="3288791"/>
              <a:ext cx="1856232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43116" y="3288791"/>
              <a:ext cx="851916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21652" y="3288791"/>
              <a:ext cx="961644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09916" y="3288791"/>
              <a:ext cx="1304544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3332" y="3715511"/>
              <a:ext cx="1014983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08276" y="3715511"/>
              <a:ext cx="1011936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00172" y="3715511"/>
              <a:ext cx="1671827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53483" y="3715511"/>
              <a:ext cx="1130808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64252" y="3715511"/>
              <a:ext cx="1025651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71388" y="3715511"/>
              <a:ext cx="1260347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11696" y="3715511"/>
              <a:ext cx="963168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56347" y="3715511"/>
              <a:ext cx="1658111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13332" y="4142231"/>
              <a:ext cx="1303020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50592" y="4142231"/>
              <a:ext cx="611124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97480" y="4142231"/>
              <a:ext cx="1027175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58896" y="4142231"/>
              <a:ext cx="963168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956304" y="4142231"/>
              <a:ext cx="1275588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866132" y="4142231"/>
              <a:ext cx="650748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151120" y="4142231"/>
              <a:ext cx="1414272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99632" y="4142231"/>
              <a:ext cx="1469136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303008" y="4142231"/>
              <a:ext cx="1711452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13332" y="4568951"/>
              <a:ext cx="982980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10740" y="4568951"/>
              <a:ext cx="1011936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53284" y="4568951"/>
              <a:ext cx="566928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13332" y="4995671"/>
              <a:ext cx="1552956" cy="78943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513332" y="5422391"/>
              <a:ext cx="3630168" cy="78943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13332" y="5849111"/>
              <a:ext cx="876300" cy="789432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721866" y="3368421"/>
            <a:ext cx="7059295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14400" algn="just">
              <a:lnSpc>
                <a:spcPct val="100000"/>
              </a:lnSpc>
              <a:spcBef>
                <a:spcPts val="95"/>
              </a:spcBef>
            </a:pPr>
            <a:r>
              <a:rPr sz="2800" b="1" spc="-1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access the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first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character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on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 string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you just created,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type and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enter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variable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name s and the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index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0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within square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brackets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this: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&gt;&gt;&gt;s[0]</a:t>
            </a:r>
            <a:endParaRPr sz="2800">
              <a:latin typeface="Calibri"/>
              <a:cs typeface="Calibri"/>
            </a:endParaRPr>
          </a:p>
          <a:p>
            <a:pPr marL="12700" marR="3876040">
              <a:lnSpc>
                <a:spcPct val="100000"/>
              </a:lnSpc>
            </a:pP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You’ll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output: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‘H’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427988" y="1427988"/>
            <a:ext cx="7418831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0992" y="259079"/>
            <a:ext cx="606552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0867" y="362839"/>
            <a:ext cx="5491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REPRESENTATION</a:t>
            </a:r>
            <a:r>
              <a:rPr spc="-5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10" dirty="0"/>
              <a:t>STRING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13332" y="3288791"/>
            <a:ext cx="7054850" cy="1216660"/>
            <a:chOff x="1513332" y="3288791"/>
            <a:chExt cx="7054850" cy="12166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3332" y="3288791"/>
              <a:ext cx="7054596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3332" y="3715511"/>
              <a:ext cx="2144268" cy="78943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721866" y="3368421"/>
            <a:ext cx="65303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1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access 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character,</a:t>
            </a:r>
            <a:r>
              <a:rPr sz="28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this </a:t>
            </a:r>
            <a:r>
              <a:rPr sz="2800" b="1" spc="-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expression: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13332" y="4142232"/>
            <a:ext cx="2481580" cy="789940"/>
            <a:chOff x="1513332" y="4142232"/>
            <a:chExt cx="2481580" cy="78994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3332" y="4142232"/>
              <a:ext cx="1257300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01240" y="4142232"/>
              <a:ext cx="9250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6916" y="4142232"/>
              <a:ext cx="833628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21152" y="4142232"/>
              <a:ext cx="577596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29355" y="4142232"/>
              <a:ext cx="765047" cy="78943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721866" y="4222241"/>
            <a:ext cx="2037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&gt;&gt;&gt;s[len(s)-1]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13332" y="4995671"/>
            <a:ext cx="3581400" cy="1216660"/>
            <a:chOff x="1513332" y="4995671"/>
            <a:chExt cx="3581400" cy="121666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3332" y="4995671"/>
              <a:ext cx="3581400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13332" y="5422391"/>
              <a:ext cx="842771" cy="78943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721866" y="5075682"/>
            <a:ext cx="31394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You’ll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 output: </a:t>
            </a:r>
            <a:r>
              <a:rPr sz="2800" b="1" spc="-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‘n’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27988" y="1427988"/>
            <a:ext cx="7418831" cy="1572768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5384291" y="3986784"/>
            <a:ext cx="3234055" cy="2159635"/>
            <a:chOff x="5384291" y="3986784"/>
            <a:chExt cx="3234055" cy="2159635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84291" y="3986784"/>
              <a:ext cx="3233927" cy="21595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17107" y="4157472"/>
              <a:ext cx="2237232" cy="67970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14059" y="4523232"/>
              <a:ext cx="2243328" cy="67970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85687" y="4888992"/>
              <a:ext cx="2098548" cy="67970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54851" y="5254752"/>
              <a:ext cx="1693163" cy="67970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992495" y="4225290"/>
            <a:ext cx="17938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Len() </a:t>
            </a:r>
            <a:r>
              <a:rPr sz="2400" b="1" spc="-10" dirty="0">
                <a:latin typeface="Calibri"/>
                <a:cs typeface="Calibri"/>
              </a:rPr>
              <a:t>function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used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to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find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 length </a:t>
            </a:r>
            <a:r>
              <a:rPr sz="2400" b="1" dirty="0">
                <a:latin typeface="Calibri"/>
                <a:cs typeface="Calibri"/>
              </a:rPr>
              <a:t>of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string.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0992" y="259079"/>
            <a:ext cx="606552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0867" y="362839"/>
            <a:ext cx="5491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REPRESENTATION</a:t>
            </a:r>
            <a:r>
              <a:rPr spc="-50" dirty="0"/>
              <a:t> </a:t>
            </a:r>
            <a:r>
              <a:rPr spc="-5" dirty="0"/>
              <a:t>OF</a:t>
            </a:r>
            <a:r>
              <a:rPr spc="-35" dirty="0"/>
              <a:t> </a:t>
            </a:r>
            <a:r>
              <a:rPr spc="-10" dirty="0"/>
              <a:t>STRING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13332" y="3073907"/>
            <a:ext cx="7501255" cy="3776979"/>
            <a:chOff x="1513332" y="3073907"/>
            <a:chExt cx="7501255" cy="377697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3332" y="3073907"/>
              <a:ext cx="1013459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6480" y="3073907"/>
              <a:ext cx="2049780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54424" y="3073907"/>
              <a:ext cx="202996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74079" y="3073907"/>
              <a:ext cx="1014983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7228" y="3073907"/>
              <a:ext cx="78028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44155" y="3073907"/>
              <a:ext cx="961644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93963" y="3073907"/>
              <a:ext cx="920496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3332" y="3500627"/>
              <a:ext cx="1688592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2532" y="3500627"/>
              <a:ext cx="563880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09316" y="3500627"/>
              <a:ext cx="1304544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28288" y="3500627"/>
              <a:ext cx="696467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36136" y="3500627"/>
              <a:ext cx="1642872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90388" y="3500627"/>
              <a:ext cx="844296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6064" y="3500627"/>
              <a:ext cx="1356360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15328" y="3500627"/>
              <a:ext cx="1089659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16367" y="3500627"/>
              <a:ext cx="777240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13332" y="3927347"/>
              <a:ext cx="1405128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31364" y="3927347"/>
              <a:ext cx="961643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05912" y="3927347"/>
              <a:ext cx="992124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10939" y="3927347"/>
              <a:ext cx="1143000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66844" y="3927347"/>
              <a:ext cx="850391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8616" y="3927347"/>
              <a:ext cx="961643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04688" y="3927347"/>
              <a:ext cx="1301495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36791" y="3927347"/>
              <a:ext cx="566928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13332" y="4354067"/>
              <a:ext cx="1257300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01240" y="4354067"/>
              <a:ext cx="577595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409444" y="4354067"/>
              <a:ext cx="649224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89276" y="4354067"/>
              <a:ext cx="585215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13332" y="4780787"/>
              <a:ext cx="842771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13332" y="5207507"/>
              <a:ext cx="804671" cy="78943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30908" y="5207507"/>
              <a:ext cx="1405128" cy="78943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47416" y="5207507"/>
              <a:ext cx="961644" cy="78943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521964" y="5207507"/>
              <a:ext cx="2275332" cy="78943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413247" y="5207507"/>
              <a:ext cx="1851659" cy="78943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795516" y="5207507"/>
              <a:ext cx="566927" cy="78943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13332" y="5634227"/>
              <a:ext cx="1257300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01240" y="5634227"/>
              <a:ext cx="577595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409444" y="5634227"/>
              <a:ext cx="649224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89276" y="5634227"/>
              <a:ext cx="585215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513332" y="6060946"/>
              <a:ext cx="830580" cy="78943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721866" y="3154172"/>
            <a:ext cx="7056755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815975" algn="l"/>
                <a:tab pos="2654300" algn="l"/>
                <a:tab pos="4474210" algn="l"/>
                <a:tab pos="5277485" algn="l"/>
                <a:tab pos="5843905" algn="l"/>
                <a:tab pos="659447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essi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oduces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i="1" spc="-5" dirty="0">
                <a:solidFill>
                  <a:srgbClr val="FFFFFF"/>
                </a:solidFill>
                <a:latin typeface="Calibri"/>
                <a:cs typeface="Calibri"/>
              </a:rPr>
              <a:t>len  function.</a:t>
            </a:r>
            <a:r>
              <a:rPr sz="28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2800" b="1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FF"/>
                </a:solidFill>
                <a:latin typeface="Calibri"/>
                <a:cs typeface="Calibri"/>
              </a:rPr>
              <a:t>actually</a:t>
            </a:r>
            <a:r>
              <a:rPr sz="28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8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FFFF"/>
                </a:solidFill>
                <a:latin typeface="Calibri"/>
                <a:cs typeface="Calibri"/>
              </a:rPr>
              <a:t>easier</a:t>
            </a:r>
            <a:r>
              <a:rPr sz="2800" b="1" i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2800" b="1" i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3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80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item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string: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&gt;&gt;&gt;s[-1]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‘n’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spc="-1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access 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penultimate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character: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&gt;&gt;&gt;s[-2]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‘o’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6" name="object 46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427988" y="1427988"/>
            <a:ext cx="7418831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8544" y="259079"/>
            <a:ext cx="4195572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8419" y="362839"/>
            <a:ext cx="3522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TYPES</a:t>
            </a:r>
            <a:r>
              <a:rPr spc="-40" dirty="0"/>
              <a:t> </a:t>
            </a:r>
            <a:r>
              <a:rPr spc="-5" dirty="0"/>
              <a:t>OF</a:t>
            </a:r>
            <a:r>
              <a:rPr spc="-45" dirty="0"/>
              <a:t> </a:t>
            </a:r>
            <a:r>
              <a:rPr spc="-5" dirty="0"/>
              <a:t>STRINGS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1560575"/>
            <a:ext cx="7292340" cy="1386840"/>
            <a:chOff x="1754123" y="1560575"/>
            <a:chExt cx="7292340" cy="13868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1560575"/>
              <a:ext cx="1458468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9775" y="1560575"/>
              <a:ext cx="1077468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4427" y="1560575"/>
              <a:ext cx="1098803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0416" y="1560575"/>
              <a:ext cx="1452372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09971" y="1560575"/>
              <a:ext cx="880872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58027" y="1560575"/>
              <a:ext cx="1652016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77227" y="1560575"/>
              <a:ext cx="2269235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54123" y="2048255"/>
              <a:ext cx="851915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64079" y="2048255"/>
              <a:ext cx="1929383" cy="89916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754123" y="3218688"/>
            <a:ext cx="7292340" cy="1386840"/>
            <a:chOff x="1754123" y="3218688"/>
            <a:chExt cx="7292340" cy="138684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4123" y="3218688"/>
              <a:ext cx="1741931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17391" y="3218688"/>
              <a:ext cx="2014727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53455" y="3218688"/>
              <a:ext cx="1193292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68083" y="3218688"/>
              <a:ext cx="1377696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67115" y="3218688"/>
              <a:ext cx="879348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54123" y="3706368"/>
              <a:ext cx="3037331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44923" y="3706368"/>
              <a:ext cx="880872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85359" y="3706368"/>
              <a:ext cx="1652015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03976" y="3706368"/>
              <a:ext cx="646176" cy="89916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2325623" y="4876800"/>
            <a:ext cx="866140" cy="1484630"/>
            <a:chOff x="2325623" y="4876800"/>
            <a:chExt cx="866140" cy="1484630"/>
          </a:xfrm>
        </p:grpSpPr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25623" y="4876800"/>
              <a:ext cx="739139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31363" y="4876800"/>
              <a:ext cx="659892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25623" y="5462016"/>
              <a:ext cx="739139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31363" y="5462016"/>
              <a:ext cx="659892" cy="899159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3240023" y="4876800"/>
            <a:ext cx="3679190" cy="1484630"/>
            <a:chOff x="3240023" y="4876800"/>
            <a:chExt cx="3679190" cy="1484630"/>
          </a:xfrm>
        </p:grpSpPr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40023" y="4876800"/>
              <a:ext cx="1542288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38827" y="4876800"/>
              <a:ext cx="1228344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123688" y="4876800"/>
              <a:ext cx="1687067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77355" y="4876800"/>
              <a:ext cx="641603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240023" y="5462016"/>
              <a:ext cx="1449324" cy="8991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5863" y="5462016"/>
              <a:ext cx="1228343" cy="8991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32247" y="5462016"/>
              <a:ext cx="1687068" cy="8991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185916" y="5462016"/>
              <a:ext cx="641604" cy="89915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993519" y="1650619"/>
            <a:ext cx="6788784" cy="441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5"/>
              </a:spcBef>
            </a:pP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sz="3200" b="1" spc="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3200" b="1" spc="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types</a:t>
            </a:r>
            <a:r>
              <a:rPr sz="3200" b="1" spc="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3200" b="1" spc="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strings</a:t>
            </a:r>
            <a:r>
              <a:rPr sz="3200" b="1" spc="8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supported </a:t>
            </a:r>
            <a:r>
              <a:rPr sz="3200" b="1" spc="-7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in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python?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1776095" algn="l"/>
                <a:tab pos="3812540" algn="l"/>
                <a:tab pos="5027295" algn="l"/>
                <a:tab pos="6426200" algn="l"/>
              </a:tabLst>
            </a:pPr>
            <a:r>
              <a:rPr sz="3200" b="1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ython	su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orts	t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	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3200" b="1" spc="-6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	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of 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representation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strings: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1498600" indent="-915035">
              <a:lnSpc>
                <a:spcPct val="100000"/>
              </a:lnSpc>
              <a:buAutoNum type="arabicParenR"/>
              <a:tabLst>
                <a:tab pos="1498600" algn="l"/>
                <a:tab pos="149923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Strings.</a:t>
            </a:r>
            <a:endParaRPr sz="3200">
              <a:latin typeface="Calibri"/>
              <a:cs typeface="Calibri"/>
            </a:endParaRPr>
          </a:p>
          <a:p>
            <a:pPr marL="1498600" indent="-915035">
              <a:lnSpc>
                <a:spcPct val="100000"/>
              </a:lnSpc>
              <a:spcBef>
                <a:spcPts val="770"/>
              </a:spcBef>
              <a:buAutoNum type="arabicParenR"/>
              <a:tabLst>
                <a:tab pos="1498600" algn="l"/>
                <a:tab pos="1499235" algn="l"/>
              </a:tabLst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Multi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Strings.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5188" y="3240023"/>
            <a:ext cx="6517005" cy="1092835"/>
            <a:chOff x="1885188" y="3240023"/>
            <a:chExt cx="651700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5188" y="3240023"/>
              <a:ext cx="6516623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3532" y="3259835"/>
              <a:ext cx="4195572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383407" y="3363848"/>
            <a:ext cx="3517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TYPES</a:t>
            </a:r>
            <a:r>
              <a:rPr sz="3600" b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3600" b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STRINGS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4892" y="259079"/>
            <a:ext cx="4721352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34767" y="362839"/>
            <a:ext cx="40468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SINGLE</a:t>
            </a:r>
            <a:r>
              <a:rPr spc="-45" dirty="0"/>
              <a:t> </a:t>
            </a:r>
            <a:r>
              <a:rPr dirty="0"/>
              <a:t>LINE</a:t>
            </a:r>
            <a:r>
              <a:rPr spc="-45" dirty="0"/>
              <a:t> </a:t>
            </a:r>
            <a:r>
              <a:rPr spc="-10" dirty="0"/>
              <a:t>STRINGS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11224" y="2145792"/>
            <a:ext cx="7635240" cy="4215765"/>
            <a:chOff x="1411224" y="2145792"/>
            <a:chExt cx="7635240" cy="42157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5624" y="2145792"/>
              <a:ext cx="1684020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4447" y="2145792"/>
              <a:ext cx="180289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2144" y="2145792"/>
              <a:ext cx="1424939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0364" y="2145792"/>
              <a:ext cx="1508760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3927" y="2145792"/>
              <a:ext cx="1530096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0352" y="2145792"/>
              <a:ext cx="896111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4124" y="2633472"/>
              <a:ext cx="1709927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69336" y="2633472"/>
              <a:ext cx="1530096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4716" y="2633472"/>
              <a:ext cx="1380743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90744" y="2633472"/>
              <a:ext cx="1173479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69508" y="2633472"/>
              <a:ext cx="850391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25183" y="2633472"/>
              <a:ext cx="1175004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05471" y="2633472"/>
              <a:ext cx="1156716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67471" y="2633472"/>
              <a:ext cx="1078992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54124" y="3121152"/>
              <a:ext cx="1525524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36163" y="3121152"/>
              <a:ext cx="1513332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04488" y="3121152"/>
              <a:ext cx="1156715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19244" y="3121152"/>
              <a:ext cx="1652016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1224" y="3706368"/>
              <a:ext cx="1080515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49780" y="3706368"/>
              <a:ext cx="1967483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83863" y="3706368"/>
              <a:ext cx="646176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11224" y="4291584"/>
              <a:ext cx="3572255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11224" y="4876800"/>
              <a:ext cx="954024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11224" y="5462016"/>
              <a:ext cx="1516380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85644" y="5462016"/>
              <a:ext cx="2446020" cy="89915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650619" y="2235530"/>
            <a:ext cx="7130415" cy="3830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571500" algn="just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Strings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created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using single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quote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double quote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must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end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 one line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called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strings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marL="12700" marR="4071620">
              <a:lnSpc>
                <a:spcPct val="120000"/>
              </a:lnSpc>
              <a:spcBef>
                <a:spcPts val="5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em=“Com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1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” 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Item=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‘Computer’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4995" y="259079"/>
            <a:ext cx="4582667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04870" y="362839"/>
            <a:ext cx="3904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MULTI</a:t>
            </a:r>
            <a:r>
              <a:rPr spc="-40" dirty="0"/>
              <a:t> </a:t>
            </a:r>
            <a:r>
              <a:rPr dirty="0"/>
              <a:t>LINE</a:t>
            </a:r>
            <a:r>
              <a:rPr spc="-30" dirty="0"/>
              <a:t> </a:t>
            </a:r>
            <a:r>
              <a:rPr spc="-10" dirty="0"/>
              <a:t>STRINGS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25623" y="2145792"/>
            <a:ext cx="6720840" cy="899160"/>
            <a:chOff x="2325623" y="2145792"/>
            <a:chExt cx="672084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5623" y="2145792"/>
              <a:ext cx="1684020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4447" y="2145792"/>
              <a:ext cx="180289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2144" y="2145792"/>
              <a:ext cx="1424939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0364" y="2145792"/>
              <a:ext cx="1508760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3927" y="2145792"/>
              <a:ext cx="1530096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50352" y="2145792"/>
              <a:ext cx="896111" cy="89916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565019" y="2235530"/>
            <a:ext cx="6216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Strings</a:t>
            </a:r>
            <a:r>
              <a:rPr sz="32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created</a:t>
            </a:r>
            <a:r>
              <a:rPr sz="32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32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32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quote</a:t>
            </a:r>
            <a:r>
              <a:rPr sz="3200" b="1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54123" y="2633472"/>
            <a:ext cx="7292340" cy="1874520"/>
            <a:chOff x="1754123" y="2633472"/>
            <a:chExt cx="7292340" cy="187452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4123" y="2633472"/>
              <a:ext cx="1709927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9563" y="2633472"/>
              <a:ext cx="1530096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05172" y="2633472"/>
              <a:ext cx="1170431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81115" y="2633472"/>
              <a:ext cx="1674876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61503" y="2633472"/>
              <a:ext cx="1584959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54123" y="3121152"/>
              <a:ext cx="1944624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48811" y="3121152"/>
              <a:ext cx="1319784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18659" y="3121152"/>
              <a:ext cx="1077467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46191" y="3121152"/>
              <a:ext cx="1524000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20255" y="3121152"/>
              <a:ext cx="1447800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18120" y="3121152"/>
              <a:ext cx="1228344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54123" y="3608832"/>
              <a:ext cx="1687068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07791" y="3608832"/>
              <a:ext cx="641604" cy="899159"/>
            </a:xfrm>
            <a:prstGeom prst="rect">
              <a:avLst/>
            </a:prstGeom>
          </p:spPr>
        </p:pic>
      </p:grp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1974469" y="2838195"/>
          <a:ext cx="6826250" cy="1382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293">
                <a:tc>
                  <a:txBody>
                    <a:bodyPr/>
                    <a:lstStyle/>
                    <a:p>
                      <a:pPr marL="31750">
                        <a:lnSpc>
                          <a:spcPts val="3045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double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ts val="3045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quote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045"/>
                        </a:lnSpc>
                        <a:tabLst>
                          <a:tab pos="1075690" algn="l"/>
                          <a:tab pos="2656205" algn="l"/>
                        </a:tabLst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	</a:t>
                      </a: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spread	across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65">
                <a:tc>
                  <a:txBody>
                    <a:bodyPr/>
                    <a:lstStyle/>
                    <a:p>
                      <a:pPr marL="31750">
                        <a:lnSpc>
                          <a:spcPts val="3360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multiple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ts val="3360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lines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3360"/>
                        </a:lnSpc>
                        <a:tabLst>
                          <a:tab pos="827405" algn="l"/>
                          <a:tab pos="2101215" algn="l"/>
                          <a:tab pos="3299460" algn="l"/>
                        </a:tabLst>
                      </a:pPr>
                      <a:r>
                        <a:rPr sz="3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	</a:t>
                      </a: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called	</a:t>
                      </a:r>
                      <a:r>
                        <a:rPr sz="3200" b="1" spc="-5" dirty="0">
                          <a:solidFill>
                            <a:srgbClr val="FFFF00"/>
                          </a:solidFill>
                          <a:latin typeface="Calibri"/>
                          <a:cs typeface="Calibri"/>
                        </a:rPr>
                        <a:t>Multi	</a:t>
                      </a:r>
                      <a:r>
                        <a:rPr sz="3200" b="1" dirty="0">
                          <a:solidFill>
                            <a:srgbClr val="FFFF00"/>
                          </a:solidFill>
                          <a:latin typeface="Calibri"/>
                          <a:cs typeface="Calibri"/>
                        </a:rPr>
                        <a:t>Line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484">
                <a:tc>
                  <a:txBody>
                    <a:bodyPr/>
                    <a:lstStyle/>
                    <a:p>
                      <a:pPr marL="31750">
                        <a:lnSpc>
                          <a:spcPts val="3360"/>
                        </a:lnSpc>
                      </a:pPr>
                      <a:r>
                        <a:rPr sz="3200" b="1" dirty="0">
                          <a:solidFill>
                            <a:srgbClr val="FFFF00"/>
                          </a:solidFill>
                          <a:latin typeface="Calibri"/>
                          <a:cs typeface="Calibri"/>
                        </a:rPr>
                        <a:t>Strings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.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7" name="object 27"/>
          <p:cNvGrpSpPr/>
          <p:nvPr/>
        </p:nvGrpSpPr>
        <p:grpSpPr>
          <a:xfrm>
            <a:off x="1754123" y="4194047"/>
            <a:ext cx="7292340" cy="1386840"/>
            <a:chOff x="1754123" y="4194047"/>
            <a:chExt cx="7292340" cy="1386840"/>
          </a:xfrm>
        </p:grpSpPr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25623" y="4194047"/>
              <a:ext cx="941831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55619" y="4194047"/>
              <a:ext cx="1679448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523231" y="4194047"/>
              <a:ext cx="2154936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66332" y="4194047"/>
              <a:ext cx="708660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963155" y="4194047"/>
              <a:ext cx="1176527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927847" y="4194047"/>
              <a:ext cx="1118616" cy="899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54123" y="4681727"/>
              <a:ext cx="2019300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328415" y="4681727"/>
              <a:ext cx="890015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76472" y="4681727"/>
              <a:ext cx="1289303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623816" y="4681727"/>
              <a:ext cx="970788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152644" y="4681727"/>
              <a:ext cx="1278636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989320" y="4681727"/>
              <a:ext cx="1156716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12635" y="4681727"/>
              <a:ext cx="641603" cy="89916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993519" y="4284726"/>
            <a:ext cx="678751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00">
              <a:lnSpc>
                <a:spcPct val="100000"/>
              </a:lnSpc>
              <a:spcBef>
                <a:spcPts val="100"/>
              </a:spcBef>
              <a:tabLst>
                <a:tab pos="1313815" algn="l"/>
                <a:tab pos="2781935" algn="l"/>
                <a:tab pos="4725035" algn="l"/>
                <a:tab pos="5222240" algn="l"/>
                <a:tab pos="6186805" algn="l"/>
              </a:tabLst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y	ad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g	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b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c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k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sl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sh	\	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one	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 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continue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type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line.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411224" y="5266944"/>
            <a:ext cx="2693035" cy="899160"/>
            <a:chOff x="1411224" y="5266944"/>
            <a:chExt cx="2693035" cy="899160"/>
          </a:xfrm>
        </p:grpSpPr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11224" y="5266944"/>
              <a:ext cx="1080515" cy="8991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049780" y="5266944"/>
              <a:ext cx="1941575" cy="8991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457956" y="5266944"/>
              <a:ext cx="646176" cy="89916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650619" y="5357266"/>
            <a:ext cx="2185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3200" b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instance: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154423" y="5266944"/>
            <a:ext cx="2588260" cy="1484630"/>
            <a:chOff x="4154423" y="5266944"/>
            <a:chExt cx="2588260" cy="1484630"/>
          </a:xfrm>
        </p:grpSpPr>
        <p:pic>
          <p:nvPicPr>
            <p:cNvPr id="48" name="object 4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154423" y="5266944"/>
              <a:ext cx="1313688" cy="89916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26151" y="5266944"/>
              <a:ext cx="736091" cy="89916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20283" y="5266944"/>
              <a:ext cx="1246632" cy="8991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033516" y="5266944"/>
              <a:ext cx="708660" cy="8991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154423" y="5852158"/>
              <a:ext cx="1635252" cy="89916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4394072" y="5260023"/>
            <a:ext cx="2080260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Item</a:t>
            </a:r>
            <a:r>
              <a:rPr sz="3200" b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=</a:t>
            </a:r>
            <a:r>
              <a:rPr sz="32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‘Key\ </a:t>
            </a:r>
            <a:r>
              <a:rPr sz="3200" b="1" spc="-7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board’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13560" y="2955035"/>
            <a:ext cx="6446520" cy="1092835"/>
            <a:chOff x="1813560" y="2955035"/>
            <a:chExt cx="6446520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3560" y="2955035"/>
              <a:ext cx="6446520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8208" y="2973323"/>
              <a:ext cx="3832860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58336" y="3077971"/>
            <a:ext cx="3155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SIZE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OF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spc="-15" dirty="0">
                <a:solidFill>
                  <a:srgbClr val="FFFFFF"/>
                </a:solidFill>
              </a:rPr>
              <a:t>STRINGS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9900" y="259079"/>
            <a:ext cx="3832859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9775" y="362839"/>
            <a:ext cx="3160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35" dirty="0"/>
              <a:t>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10" dirty="0"/>
              <a:t>STRINGS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2145792"/>
            <a:ext cx="1094740" cy="899160"/>
            <a:chOff x="1754123" y="2145792"/>
            <a:chExt cx="109474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2145792"/>
              <a:ext cx="638556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9279" y="2145792"/>
              <a:ext cx="708659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4539" y="2145792"/>
              <a:ext cx="708660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09799" y="2145792"/>
              <a:ext cx="638556" cy="89916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411224" y="2145792"/>
            <a:ext cx="7165975" cy="3142615"/>
            <a:chOff x="1411224" y="2145792"/>
            <a:chExt cx="7165975" cy="314261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68824" y="2145792"/>
              <a:ext cx="1184148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2536" y="2145792"/>
              <a:ext cx="797052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6103" y="2145792"/>
              <a:ext cx="739140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4808" y="2145792"/>
              <a:ext cx="659891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1300" y="2145792"/>
              <a:ext cx="708659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2145792"/>
              <a:ext cx="797051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13091" y="2145792"/>
              <a:ext cx="952500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68824" y="2633472"/>
              <a:ext cx="1691639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16980" y="2633472"/>
              <a:ext cx="2260092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68824" y="3218688"/>
              <a:ext cx="1155191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2056" y="3218688"/>
              <a:ext cx="797051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35624" y="3218688"/>
              <a:ext cx="739140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68824" y="3803904"/>
              <a:ext cx="1155191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2056" y="3803904"/>
              <a:ext cx="797051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35624" y="3803904"/>
              <a:ext cx="739140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54124" y="3218688"/>
              <a:ext cx="626363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47088" y="3218688"/>
              <a:ext cx="1123188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6876" y="3218688"/>
              <a:ext cx="638556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54124" y="3803904"/>
              <a:ext cx="710184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0908" y="3803904"/>
              <a:ext cx="708659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06168" y="3803904"/>
              <a:ext cx="952500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25268" y="3803904"/>
              <a:ext cx="710183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11224" y="4389120"/>
              <a:ext cx="710184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88008" y="4389120"/>
              <a:ext cx="1696212" cy="899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0820" y="4389120"/>
              <a:ext cx="708659" cy="8991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26080" y="4389120"/>
              <a:ext cx="777240" cy="8991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56788" y="4389120"/>
              <a:ext cx="1874519" cy="89915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650619" y="2235530"/>
            <a:ext cx="3212465" cy="2758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‘\\’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75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‘abc’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“\ab”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“Raama\’s</a:t>
            </a:r>
            <a:r>
              <a:rPr sz="3200" b="1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Laptop”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068823" y="4389120"/>
            <a:ext cx="2011680" cy="899160"/>
            <a:chOff x="5068823" y="4389120"/>
            <a:chExt cx="2011680" cy="899160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68823" y="4389120"/>
              <a:ext cx="1155191" cy="89915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2055" y="4389120"/>
              <a:ext cx="797051" cy="8991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35623" y="4389120"/>
              <a:ext cx="944879" cy="89915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5308853" y="2235530"/>
            <a:ext cx="3002280" cy="2758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 1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(\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 an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escape</a:t>
            </a:r>
            <a:r>
              <a:rPr sz="320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sequence)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size</a:t>
            </a:r>
            <a:r>
              <a:rPr sz="3200" b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3200" b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size</a:t>
            </a:r>
            <a:r>
              <a:rPr sz="3200" b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3200" b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size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13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55419" y="3383279"/>
            <a:ext cx="7376159" cy="1092835"/>
            <a:chOff x="1455419" y="3383279"/>
            <a:chExt cx="7376159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5419" y="3383279"/>
              <a:ext cx="7376159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9444" y="3401567"/>
              <a:ext cx="5498591" cy="100888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680207" y="3506851"/>
            <a:ext cx="4924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Strings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with</a:t>
            </a:r>
            <a:r>
              <a:rPr sz="36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35" dirty="0">
                <a:solidFill>
                  <a:srgbClr val="FFFF00"/>
                </a:solidFill>
                <a:latin typeface="Calibri"/>
                <a:cs typeface="Calibri"/>
              </a:rPr>
              <a:t>Triple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Quotes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160" y="259079"/>
            <a:ext cx="642518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1035" y="362839"/>
            <a:ext cx="5849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STRINGS</a:t>
            </a:r>
            <a:r>
              <a:rPr spc="-20" dirty="0"/>
              <a:t> </a:t>
            </a:r>
            <a:r>
              <a:rPr spc="-5" dirty="0"/>
              <a:t>WITH</a:t>
            </a:r>
            <a:r>
              <a:rPr spc="-30" dirty="0"/>
              <a:t> </a:t>
            </a:r>
            <a:r>
              <a:rPr dirty="0"/>
              <a:t>TRIPLE</a:t>
            </a:r>
            <a:r>
              <a:rPr spc="-30" dirty="0"/>
              <a:t> </a:t>
            </a:r>
            <a:r>
              <a:rPr spc="-25" dirty="0"/>
              <a:t>QUOTES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67611" y="2145792"/>
            <a:ext cx="7292340" cy="2362200"/>
            <a:chOff x="1467611" y="2145792"/>
            <a:chExt cx="7292340" cy="23622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611" y="2145792"/>
              <a:ext cx="1080515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0843" y="2145792"/>
              <a:ext cx="1423416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6976" y="2145792"/>
              <a:ext cx="1156715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6407" y="2145792"/>
              <a:ext cx="1650491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9615" y="2145792"/>
              <a:ext cx="1802891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45223" y="2145792"/>
              <a:ext cx="941831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19771" y="2145792"/>
              <a:ext cx="1440179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67611" y="2633472"/>
              <a:ext cx="179527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98291" y="2633472"/>
              <a:ext cx="1459992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93691" y="2633472"/>
              <a:ext cx="2337816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66915" y="2633472"/>
              <a:ext cx="1258824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61147" y="2633472"/>
              <a:ext cx="1098803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67611" y="3121152"/>
              <a:ext cx="1932432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68751" y="3121152"/>
              <a:ext cx="880872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19855" y="3121152"/>
              <a:ext cx="1354836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44923" y="3121152"/>
              <a:ext cx="2112264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25896" y="3121152"/>
              <a:ext cx="871727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67855" y="3121152"/>
              <a:ext cx="1097279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35367" y="3121152"/>
              <a:ext cx="1173479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79079" y="3121152"/>
              <a:ext cx="880872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7611" y="3608832"/>
              <a:ext cx="1156715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82367" y="3608832"/>
              <a:ext cx="797051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35936" y="3608832"/>
              <a:ext cx="1217676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308604" y="3608832"/>
              <a:ext cx="1914144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689347" y="3608832"/>
              <a:ext cx="641603" cy="89915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707895" y="2235530"/>
            <a:ext cx="6788784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multi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strings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created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triple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quotes,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while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calculating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size,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EOL(End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 Line)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character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at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end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counted.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24711" y="4194047"/>
            <a:ext cx="2693035" cy="899160"/>
            <a:chOff x="1124711" y="4194047"/>
            <a:chExt cx="2693035" cy="89916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4711" y="4194047"/>
              <a:ext cx="1080515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63267" y="4194047"/>
              <a:ext cx="1941576" cy="899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71444" y="4194047"/>
              <a:ext cx="646176" cy="89915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64741" y="4284726"/>
            <a:ext cx="21850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3200" b="1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instance: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24711" y="4779264"/>
            <a:ext cx="1882139" cy="899160"/>
            <a:chOff x="1124711" y="4779264"/>
            <a:chExt cx="1882139" cy="899160"/>
          </a:xfrm>
        </p:grpSpPr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24711" y="4779264"/>
              <a:ext cx="1011936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03247" y="4779264"/>
              <a:ext cx="739140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808987" y="4779264"/>
              <a:ext cx="1197864" cy="89916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364741" y="4869941"/>
            <a:ext cx="13741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Str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2=“</a:t>
            </a:r>
            <a:r>
              <a:rPr sz="3200" b="1" spc="-65" dirty="0">
                <a:solidFill>
                  <a:srgbClr val="FFFFFF"/>
                </a:solidFill>
                <a:latin typeface="Calibri"/>
                <a:cs typeface="Calibri"/>
              </a:rPr>
              <a:t>’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124711" y="5364479"/>
            <a:ext cx="1016635" cy="1484630"/>
            <a:chOff x="1124711" y="5364479"/>
            <a:chExt cx="1016635" cy="1484630"/>
          </a:xfrm>
        </p:grpSpPr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24711" y="5364479"/>
              <a:ext cx="725424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24711" y="5949694"/>
              <a:ext cx="1016508" cy="89916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364741" y="5357559"/>
            <a:ext cx="508000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45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”’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502663" y="4200144"/>
            <a:ext cx="7259320" cy="2018030"/>
            <a:chOff x="1502663" y="4200144"/>
            <a:chExt cx="7259320" cy="2018030"/>
          </a:xfrm>
        </p:grpSpPr>
        <p:pic>
          <p:nvPicPr>
            <p:cNvPr id="46" name="object 4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223259" y="4840224"/>
              <a:ext cx="124967" cy="53035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284981" y="4859274"/>
              <a:ext cx="1905" cy="426720"/>
            </a:xfrm>
            <a:custGeom>
              <a:avLst/>
              <a:gdLst/>
              <a:ahLst/>
              <a:cxnLst/>
              <a:rect l="l" t="t" r="r" b="b"/>
              <a:pathLst>
                <a:path w="1904" h="426720">
                  <a:moveTo>
                    <a:pt x="1650" y="0"/>
                  </a:moveTo>
                  <a:lnTo>
                    <a:pt x="0" y="426212"/>
                  </a:lnTo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45663" y="5093208"/>
              <a:ext cx="684276" cy="42519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858135" y="5199040"/>
              <a:ext cx="429259" cy="171450"/>
            </a:xfrm>
            <a:custGeom>
              <a:avLst/>
              <a:gdLst/>
              <a:ahLst/>
              <a:cxnLst/>
              <a:rect l="l" t="t" r="r" b="b"/>
              <a:pathLst>
                <a:path w="429260" h="171450">
                  <a:moveTo>
                    <a:pt x="150683" y="0"/>
                  </a:moveTo>
                  <a:lnTo>
                    <a:pt x="143509" y="2371"/>
                  </a:lnTo>
                  <a:lnTo>
                    <a:pt x="0" y="83905"/>
                  </a:lnTo>
                  <a:lnTo>
                    <a:pt x="141604" y="168614"/>
                  </a:lnTo>
                  <a:lnTo>
                    <a:pt x="148728" y="171100"/>
                  </a:lnTo>
                  <a:lnTo>
                    <a:pt x="156019" y="170693"/>
                  </a:lnTo>
                  <a:lnTo>
                    <a:pt x="162643" y="167596"/>
                  </a:lnTo>
                  <a:lnTo>
                    <a:pt x="167766" y="162010"/>
                  </a:lnTo>
                  <a:lnTo>
                    <a:pt x="170253" y="154886"/>
                  </a:lnTo>
                  <a:lnTo>
                    <a:pt x="169846" y="147595"/>
                  </a:lnTo>
                  <a:lnTo>
                    <a:pt x="166749" y="140971"/>
                  </a:lnTo>
                  <a:lnTo>
                    <a:pt x="161162" y="135848"/>
                  </a:lnTo>
                  <a:lnTo>
                    <a:pt x="108035" y="104114"/>
                  </a:lnTo>
                  <a:lnTo>
                    <a:pt x="37591" y="103336"/>
                  </a:lnTo>
                  <a:lnTo>
                    <a:pt x="38100" y="65236"/>
                  </a:lnTo>
                  <a:lnTo>
                    <a:pt x="110025" y="65236"/>
                  </a:lnTo>
                  <a:lnTo>
                    <a:pt x="162306" y="35518"/>
                  </a:lnTo>
                  <a:lnTo>
                    <a:pt x="168007" y="30539"/>
                  </a:lnTo>
                  <a:lnTo>
                    <a:pt x="171243" y="23977"/>
                  </a:lnTo>
                  <a:lnTo>
                    <a:pt x="171789" y="16676"/>
                  </a:lnTo>
                  <a:lnTo>
                    <a:pt x="169417" y="9483"/>
                  </a:lnTo>
                  <a:lnTo>
                    <a:pt x="164459" y="3782"/>
                  </a:lnTo>
                  <a:lnTo>
                    <a:pt x="157940" y="545"/>
                  </a:lnTo>
                  <a:lnTo>
                    <a:pt x="150683" y="0"/>
                  </a:lnTo>
                  <a:close/>
                </a:path>
                <a:path w="429260" h="171450">
                  <a:moveTo>
                    <a:pt x="108654" y="66015"/>
                  </a:moveTo>
                  <a:lnTo>
                    <a:pt x="75655" y="84773"/>
                  </a:lnTo>
                  <a:lnTo>
                    <a:pt x="108035" y="104114"/>
                  </a:lnTo>
                  <a:lnTo>
                    <a:pt x="428498" y="107654"/>
                  </a:lnTo>
                  <a:lnTo>
                    <a:pt x="429005" y="69554"/>
                  </a:lnTo>
                  <a:lnTo>
                    <a:pt x="108654" y="66015"/>
                  </a:lnTo>
                  <a:close/>
                </a:path>
                <a:path w="429260" h="171450">
                  <a:moveTo>
                    <a:pt x="38100" y="65236"/>
                  </a:moveTo>
                  <a:lnTo>
                    <a:pt x="37591" y="103336"/>
                  </a:lnTo>
                  <a:lnTo>
                    <a:pt x="108035" y="104114"/>
                  </a:lnTo>
                  <a:lnTo>
                    <a:pt x="102693" y="100923"/>
                  </a:lnTo>
                  <a:lnTo>
                    <a:pt x="47243" y="100923"/>
                  </a:lnTo>
                  <a:lnTo>
                    <a:pt x="47625" y="68030"/>
                  </a:lnTo>
                  <a:lnTo>
                    <a:pt x="105110" y="68030"/>
                  </a:lnTo>
                  <a:lnTo>
                    <a:pt x="108654" y="66015"/>
                  </a:lnTo>
                  <a:lnTo>
                    <a:pt x="38100" y="65236"/>
                  </a:lnTo>
                  <a:close/>
                </a:path>
                <a:path w="429260" h="171450">
                  <a:moveTo>
                    <a:pt x="47625" y="68030"/>
                  </a:moveTo>
                  <a:lnTo>
                    <a:pt x="47243" y="100923"/>
                  </a:lnTo>
                  <a:lnTo>
                    <a:pt x="75655" y="84773"/>
                  </a:lnTo>
                  <a:lnTo>
                    <a:pt x="47625" y="68030"/>
                  </a:lnTo>
                  <a:close/>
                </a:path>
                <a:path w="429260" h="171450">
                  <a:moveTo>
                    <a:pt x="75655" y="84773"/>
                  </a:moveTo>
                  <a:lnTo>
                    <a:pt x="47243" y="100923"/>
                  </a:lnTo>
                  <a:lnTo>
                    <a:pt x="102693" y="100923"/>
                  </a:lnTo>
                  <a:lnTo>
                    <a:pt x="75655" y="84773"/>
                  </a:lnTo>
                  <a:close/>
                </a:path>
                <a:path w="429260" h="171450">
                  <a:moveTo>
                    <a:pt x="105110" y="68030"/>
                  </a:moveTo>
                  <a:lnTo>
                    <a:pt x="47625" y="68030"/>
                  </a:lnTo>
                  <a:lnTo>
                    <a:pt x="75655" y="84773"/>
                  </a:lnTo>
                  <a:lnTo>
                    <a:pt x="105110" y="68030"/>
                  </a:lnTo>
                  <a:close/>
                </a:path>
                <a:path w="429260" h="171450">
                  <a:moveTo>
                    <a:pt x="110025" y="65236"/>
                  </a:moveTo>
                  <a:lnTo>
                    <a:pt x="38100" y="65236"/>
                  </a:lnTo>
                  <a:lnTo>
                    <a:pt x="108654" y="66015"/>
                  </a:lnTo>
                  <a:lnTo>
                    <a:pt x="110025" y="65236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080259" y="5411724"/>
              <a:ext cx="124968" cy="53035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141981" y="5430774"/>
              <a:ext cx="1905" cy="426720"/>
            </a:xfrm>
            <a:custGeom>
              <a:avLst/>
              <a:gdLst/>
              <a:ahLst/>
              <a:cxnLst/>
              <a:rect l="l" t="t" r="r" b="b"/>
              <a:pathLst>
                <a:path w="1905" h="426720">
                  <a:moveTo>
                    <a:pt x="1650" y="0"/>
                  </a:moveTo>
                  <a:lnTo>
                    <a:pt x="0" y="426275"/>
                  </a:lnTo>
                </a:path>
              </a:pathLst>
            </a:custGeom>
            <a:ln w="38099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502663" y="5664708"/>
              <a:ext cx="684276" cy="42519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715134" y="5770519"/>
              <a:ext cx="429259" cy="171450"/>
            </a:xfrm>
            <a:custGeom>
              <a:avLst/>
              <a:gdLst/>
              <a:ahLst/>
              <a:cxnLst/>
              <a:rect l="l" t="t" r="r" b="b"/>
              <a:pathLst>
                <a:path w="429260" h="171450">
                  <a:moveTo>
                    <a:pt x="150683" y="0"/>
                  </a:moveTo>
                  <a:lnTo>
                    <a:pt x="143509" y="2367"/>
                  </a:lnTo>
                  <a:lnTo>
                    <a:pt x="0" y="83926"/>
                  </a:lnTo>
                  <a:lnTo>
                    <a:pt x="141604" y="168610"/>
                  </a:lnTo>
                  <a:lnTo>
                    <a:pt x="148728" y="171136"/>
                  </a:lnTo>
                  <a:lnTo>
                    <a:pt x="156019" y="170742"/>
                  </a:lnTo>
                  <a:lnTo>
                    <a:pt x="162643" y="167640"/>
                  </a:lnTo>
                  <a:lnTo>
                    <a:pt x="167766" y="162044"/>
                  </a:lnTo>
                  <a:lnTo>
                    <a:pt x="170253" y="154912"/>
                  </a:lnTo>
                  <a:lnTo>
                    <a:pt x="169846" y="147620"/>
                  </a:lnTo>
                  <a:lnTo>
                    <a:pt x="166749" y="141009"/>
                  </a:lnTo>
                  <a:lnTo>
                    <a:pt x="161162" y="135920"/>
                  </a:lnTo>
                  <a:lnTo>
                    <a:pt x="108079" y="104159"/>
                  </a:lnTo>
                  <a:lnTo>
                    <a:pt x="37591" y="103383"/>
                  </a:lnTo>
                  <a:lnTo>
                    <a:pt x="38100" y="65295"/>
                  </a:lnTo>
                  <a:lnTo>
                    <a:pt x="109869" y="65295"/>
                  </a:lnTo>
                  <a:lnTo>
                    <a:pt x="162306" y="35488"/>
                  </a:lnTo>
                  <a:lnTo>
                    <a:pt x="168007" y="30518"/>
                  </a:lnTo>
                  <a:lnTo>
                    <a:pt x="171243" y="23973"/>
                  </a:lnTo>
                  <a:lnTo>
                    <a:pt x="171789" y="16690"/>
                  </a:lnTo>
                  <a:lnTo>
                    <a:pt x="169417" y="9504"/>
                  </a:lnTo>
                  <a:lnTo>
                    <a:pt x="164459" y="3799"/>
                  </a:lnTo>
                  <a:lnTo>
                    <a:pt x="157940" y="554"/>
                  </a:lnTo>
                  <a:lnTo>
                    <a:pt x="150683" y="0"/>
                  </a:lnTo>
                  <a:close/>
                </a:path>
                <a:path w="429260" h="171450">
                  <a:moveTo>
                    <a:pt x="108508" y="66069"/>
                  </a:moveTo>
                  <a:lnTo>
                    <a:pt x="75642" y="84751"/>
                  </a:lnTo>
                  <a:lnTo>
                    <a:pt x="108079" y="104159"/>
                  </a:lnTo>
                  <a:lnTo>
                    <a:pt x="428497" y="107688"/>
                  </a:lnTo>
                  <a:lnTo>
                    <a:pt x="429006" y="69588"/>
                  </a:lnTo>
                  <a:lnTo>
                    <a:pt x="108508" y="66069"/>
                  </a:lnTo>
                  <a:close/>
                </a:path>
                <a:path w="429260" h="171450">
                  <a:moveTo>
                    <a:pt x="38100" y="65295"/>
                  </a:moveTo>
                  <a:lnTo>
                    <a:pt x="37591" y="103383"/>
                  </a:lnTo>
                  <a:lnTo>
                    <a:pt x="108079" y="104159"/>
                  </a:lnTo>
                  <a:lnTo>
                    <a:pt x="102621" y="100893"/>
                  </a:lnTo>
                  <a:lnTo>
                    <a:pt x="47243" y="100893"/>
                  </a:lnTo>
                  <a:lnTo>
                    <a:pt x="47625" y="67988"/>
                  </a:lnTo>
                  <a:lnTo>
                    <a:pt x="105132" y="67988"/>
                  </a:lnTo>
                  <a:lnTo>
                    <a:pt x="108508" y="66069"/>
                  </a:lnTo>
                  <a:lnTo>
                    <a:pt x="38100" y="65295"/>
                  </a:lnTo>
                  <a:close/>
                </a:path>
                <a:path w="429260" h="171450">
                  <a:moveTo>
                    <a:pt x="47625" y="67988"/>
                  </a:moveTo>
                  <a:lnTo>
                    <a:pt x="47243" y="100893"/>
                  </a:lnTo>
                  <a:lnTo>
                    <a:pt x="75642" y="84751"/>
                  </a:lnTo>
                  <a:lnTo>
                    <a:pt x="47625" y="67988"/>
                  </a:lnTo>
                  <a:close/>
                </a:path>
                <a:path w="429260" h="171450">
                  <a:moveTo>
                    <a:pt x="75642" y="84751"/>
                  </a:moveTo>
                  <a:lnTo>
                    <a:pt x="47243" y="100893"/>
                  </a:lnTo>
                  <a:lnTo>
                    <a:pt x="102621" y="100893"/>
                  </a:lnTo>
                  <a:lnTo>
                    <a:pt x="75642" y="84751"/>
                  </a:lnTo>
                  <a:close/>
                </a:path>
                <a:path w="429260" h="171450">
                  <a:moveTo>
                    <a:pt x="105132" y="67988"/>
                  </a:moveTo>
                  <a:lnTo>
                    <a:pt x="47625" y="67988"/>
                  </a:lnTo>
                  <a:lnTo>
                    <a:pt x="75642" y="84751"/>
                  </a:lnTo>
                  <a:lnTo>
                    <a:pt x="105132" y="67988"/>
                  </a:lnTo>
                  <a:close/>
                </a:path>
                <a:path w="429260" h="171450">
                  <a:moveTo>
                    <a:pt x="109869" y="65295"/>
                  </a:moveTo>
                  <a:lnTo>
                    <a:pt x="38100" y="65295"/>
                  </a:lnTo>
                  <a:lnTo>
                    <a:pt x="108508" y="66069"/>
                  </a:lnTo>
                  <a:lnTo>
                    <a:pt x="109869" y="6529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30396" y="4200144"/>
              <a:ext cx="4831080" cy="201777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800343" y="4303776"/>
              <a:ext cx="2247900" cy="67970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23204" y="4669536"/>
              <a:ext cx="2203704" cy="67970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839967" y="5035296"/>
              <a:ext cx="2168651" cy="67970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201155" y="5401055"/>
              <a:ext cx="1379220" cy="679704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5979414" y="4371594"/>
            <a:ext cx="180149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Enter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sz="24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2400" b="1" spc="-5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considered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2400" b="1" spc="-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EOL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so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size 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str2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0176" y="3168395"/>
            <a:ext cx="5660390" cy="1092835"/>
            <a:chOff x="2170176" y="3168395"/>
            <a:chExt cx="5660390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0176" y="3168395"/>
              <a:ext cx="5660135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376" y="3188207"/>
              <a:ext cx="4014216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78885" y="3291916"/>
            <a:ext cx="34474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FFFF"/>
                </a:solidFill>
              </a:rPr>
              <a:t>Escape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Sequences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907" y="259079"/>
            <a:ext cx="4363212" cy="10088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62782" y="362839"/>
            <a:ext cx="3790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ESCAPE</a:t>
            </a:r>
            <a:r>
              <a:rPr sz="3600" b="1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SEQUENCES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3911" y="1551432"/>
            <a:ext cx="5266944" cy="13472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12438" y="1744726"/>
            <a:ext cx="24314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4500" b="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500" b="0" spc="-5" dirty="0">
                <a:solidFill>
                  <a:srgbClr val="FFFFFF"/>
                </a:solidFill>
                <a:latin typeface="Calibri"/>
                <a:cs typeface="Calibri"/>
              </a:rPr>
              <a:t>Slash</a:t>
            </a:r>
            <a:endParaRPr sz="4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3911" y="3098292"/>
            <a:ext cx="5266944" cy="134569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708404" y="1569719"/>
            <a:ext cx="1423670" cy="1468120"/>
            <a:chOff x="1708404" y="1569719"/>
            <a:chExt cx="1423670" cy="146812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9176" y="1569719"/>
              <a:ext cx="1197864" cy="11978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8404" y="1586483"/>
              <a:ext cx="1139952" cy="14508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1868" y="1586483"/>
              <a:ext cx="1139952" cy="145084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23920" y="3291332"/>
            <a:ext cx="36093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5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4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500" spc="-10" dirty="0">
                <a:solidFill>
                  <a:srgbClr val="FFFFFF"/>
                </a:solidFill>
                <a:latin typeface="Calibri"/>
                <a:cs typeface="Calibri"/>
              </a:rPr>
              <a:t>Quote</a:t>
            </a:r>
            <a:r>
              <a:rPr sz="4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500" spc="-5" dirty="0">
                <a:solidFill>
                  <a:srgbClr val="FFFFFF"/>
                </a:solidFill>
                <a:latin typeface="Calibri"/>
                <a:cs typeface="Calibri"/>
              </a:rPr>
              <a:t>(‘)</a:t>
            </a:r>
            <a:endParaRPr sz="45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55648" y="3087623"/>
            <a:ext cx="1310640" cy="1450975"/>
            <a:chOff x="1755648" y="3087623"/>
            <a:chExt cx="1310640" cy="145097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9176" y="3115055"/>
              <a:ext cx="1197864" cy="11993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55648" y="3087623"/>
              <a:ext cx="1139952" cy="14508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39112" y="3087623"/>
              <a:ext cx="1027176" cy="145084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1755648" y="4587240"/>
            <a:ext cx="5855335" cy="1450975"/>
            <a:chOff x="1755648" y="4587240"/>
            <a:chExt cx="5855335" cy="145097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43912" y="4643628"/>
              <a:ext cx="5266944" cy="134721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89176" y="4661916"/>
              <a:ext cx="1197864" cy="119786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5648" y="4587240"/>
              <a:ext cx="1139952" cy="14508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39112" y="4587240"/>
              <a:ext cx="1143000" cy="145084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103247" y="1742948"/>
            <a:ext cx="59309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5" dirty="0">
                <a:latin typeface="Calibri"/>
                <a:cs typeface="Calibri"/>
              </a:rPr>
              <a:t>\\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50745" y="3243452"/>
            <a:ext cx="47942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’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0745" y="4749800"/>
            <a:ext cx="507619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92200" algn="l"/>
              </a:tabLst>
            </a:pPr>
            <a:r>
              <a:rPr sz="5200" b="1" spc="-5" dirty="0">
                <a:latin typeface="Calibri"/>
                <a:cs typeface="Calibri"/>
              </a:rPr>
              <a:t>\”	</a:t>
            </a:r>
            <a:r>
              <a:rPr sz="4500" spc="-5" dirty="0">
                <a:solidFill>
                  <a:srgbClr val="FFFFFF"/>
                </a:solidFill>
                <a:latin typeface="Calibri"/>
                <a:cs typeface="Calibri"/>
              </a:rPr>
              <a:t>Double</a:t>
            </a:r>
            <a:r>
              <a:rPr sz="4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500" spc="-10" dirty="0">
                <a:solidFill>
                  <a:srgbClr val="FFFFFF"/>
                </a:solidFill>
                <a:latin typeface="Calibri"/>
                <a:cs typeface="Calibri"/>
              </a:rPr>
              <a:t>Quote</a:t>
            </a:r>
            <a:r>
              <a:rPr sz="4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500" spc="-5" dirty="0">
                <a:solidFill>
                  <a:srgbClr val="FFFFFF"/>
                </a:solidFill>
                <a:latin typeface="Calibri"/>
                <a:cs typeface="Calibri"/>
              </a:rPr>
              <a:t>(“)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907" y="259079"/>
            <a:ext cx="4363212" cy="10088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62782" y="362839"/>
            <a:ext cx="3790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ESCAPE</a:t>
            </a:r>
            <a:r>
              <a:rPr sz="3600" b="1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SEQUENCES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3911" y="1551432"/>
            <a:ext cx="5266944" cy="13898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45965" y="1717675"/>
            <a:ext cx="23456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  <a:latin typeface="Calibri"/>
                <a:cs typeface="Calibri"/>
              </a:rPr>
              <a:t>ASCII</a:t>
            </a:r>
            <a:r>
              <a:rPr sz="48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800" dirty="0">
                <a:solidFill>
                  <a:srgbClr val="FFFFFF"/>
                </a:solidFill>
                <a:latin typeface="Calibri"/>
                <a:cs typeface="Calibri"/>
              </a:rPr>
              <a:t>Bell</a:t>
            </a:r>
            <a:endParaRPr sz="4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3911" y="3098292"/>
            <a:ext cx="5274564" cy="138988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708404" y="1569719"/>
            <a:ext cx="1466215" cy="1468120"/>
            <a:chOff x="1708404" y="1569719"/>
            <a:chExt cx="1466215" cy="146812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9176" y="1569719"/>
              <a:ext cx="1197864" cy="119786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8404" y="1586483"/>
              <a:ext cx="1139952" cy="14508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1868" y="1586483"/>
              <a:ext cx="1182624" cy="145084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221227" y="3263849"/>
            <a:ext cx="39998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  <a:latin typeface="Calibri"/>
                <a:cs typeface="Calibri"/>
              </a:rPr>
              <a:t>ASCII</a:t>
            </a:r>
            <a:r>
              <a:rPr sz="4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800" spc="-10" dirty="0">
                <a:solidFill>
                  <a:srgbClr val="FFFFFF"/>
                </a:solidFill>
                <a:latin typeface="Calibri"/>
                <a:cs typeface="Calibri"/>
              </a:rPr>
              <a:t>Backspace</a:t>
            </a:r>
            <a:endParaRPr sz="48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43911" y="4643628"/>
            <a:ext cx="5266944" cy="138988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755648" y="3087623"/>
            <a:ext cx="1493520" cy="1450975"/>
            <a:chOff x="1755648" y="3087623"/>
            <a:chExt cx="1493520" cy="1450975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9176" y="3115055"/>
              <a:ext cx="1197864" cy="11993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55648" y="3087623"/>
              <a:ext cx="1139952" cy="14508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9112" y="3087623"/>
              <a:ext cx="1210056" cy="145084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09620" y="4811014"/>
            <a:ext cx="381825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FFFF"/>
                </a:solidFill>
                <a:latin typeface="Calibri"/>
                <a:cs typeface="Calibri"/>
              </a:rPr>
              <a:t>ASCII</a:t>
            </a:r>
            <a:r>
              <a:rPr sz="4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800" spc="-30" dirty="0">
                <a:solidFill>
                  <a:srgbClr val="FFFFFF"/>
                </a:solidFill>
                <a:latin typeface="Calibri"/>
                <a:cs typeface="Calibri"/>
              </a:rPr>
              <a:t>Formfeed</a:t>
            </a:r>
            <a:endParaRPr sz="4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55648" y="4587240"/>
            <a:ext cx="1348740" cy="1450975"/>
            <a:chOff x="1755648" y="4587240"/>
            <a:chExt cx="1348740" cy="1450975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89176" y="4661916"/>
              <a:ext cx="1197864" cy="119786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55648" y="4587240"/>
              <a:ext cx="1139952" cy="14508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39112" y="4587240"/>
              <a:ext cx="1065276" cy="1450848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103247" y="1742948"/>
            <a:ext cx="63500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5" dirty="0">
                <a:latin typeface="Calibri"/>
                <a:cs typeface="Calibri"/>
              </a:rPr>
              <a:t>\a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0745" y="3243452"/>
            <a:ext cx="66357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b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50745" y="4743958"/>
            <a:ext cx="518159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f</a:t>
            </a:r>
            <a:endParaRPr sz="5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907" y="259079"/>
            <a:ext cx="4363212" cy="10088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62782" y="362839"/>
            <a:ext cx="3790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ESCAPE</a:t>
            </a:r>
            <a:r>
              <a:rPr sz="3600" b="1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SEQUENCES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3911" y="1527047"/>
            <a:ext cx="5266944" cy="14447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06341" y="1699006"/>
            <a:ext cx="240728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5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00" spc="-5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endParaRPr sz="5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89176" y="1569719"/>
            <a:ext cx="5821680" cy="2948940"/>
            <a:chOff x="1789176" y="1569719"/>
            <a:chExt cx="5821680" cy="294894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9176" y="1569719"/>
              <a:ext cx="1197864" cy="11978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3912" y="3073908"/>
              <a:ext cx="5266944" cy="144475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39516" y="3245866"/>
            <a:ext cx="394462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 dirty="0">
                <a:solidFill>
                  <a:srgbClr val="FFFFFF"/>
                </a:solidFill>
                <a:latin typeface="Calibri"/>
                <a:cs typeface="Calibri"/>
              </a:rPr>
              <a:t>Carriage</a:t>
            </a:r>
            <a:r>
              <a:rPr sz="5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00" spc="-15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endParaRPr sz="5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3911" y="4619244"/>
            <a:ext cx="5266944" cy="144627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708404" y="1586483"/>
            <a:ext cx="1493520" cy="2727960"/>
            <a:chOff x="1708404" y="1586483"/>
            <a:chExt cx="1493520" cy="272796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9176" y="3115055"/>
              <a:ext cx="1197864" cy="11993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08404" y="1586483"/>
              <a:ext cx="1139952" cy="145084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91868" y="1586483"/>
              <a:ext cx="1210056" cy="145084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351021" y="4792167"/>
            <a:ext cx="371792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25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5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00" spc="-135" dirty="0">
                <a:solidFill>
                  <a:srgbClr val="FFFFFF"/>
                </a:solidFill>
                <a:latin typeface="Calibri"/>
                <a:cs typeface="Calibri"/>
              </a:rPr>
              <a:t>Tab</a:t>
            </a:r>
            <a:endParaRPr sz="5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55648" y="4587240"/>
            <a:ext cx="1369060" cy="1450975"/>
            <a:chOff x="1755648" y="4587240"/>
            <a:chExt cx="1369060" cy="145097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89176" y="4661916"/>
              <a:ext cx="1197864" cy="119786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55648" y="4587240"/>
              <a:ext cx="1139952" cy="145084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39112" y="4587240"/>
              <a:ext cx="1085088" cy="145084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103247" y="1742948"/>
            <a:ext cx="66357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5" dirty="0">
                <a:latin typeface="Calibri"/>
                <a:cs typeface="Calibri"/>
              </a:rPr>
              <a:t>\n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55648" y="3087623"/>
            <a:ext cx="1374775" cy="1450975"/>
            <a:chOff x="1755648" y="3087623"/>
            <a:chExt cx="1374775" cy="1450975"/>
          </a:xfrm>
        </p:grpSpPr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55648" y="3087623"/>
              <a:ext cx="1139952" cy="14508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39112" y="3087623"/>
              <a:ext cx="1091184" cy="145084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150745" y="3243452"/>
            <a:ext cx="54356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r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50745" y="4743958"/>
            <a:ext cx="53784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t</a:t>
            </a:r>
            <a:endParaRPr sz="5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2907" y="259079"/>
            <a:ext cx="4363212" cy="10088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62782" y="362839"/>
            <a:ext cx="3790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ESCAPE</a:t>
            </a:r>
            <a:r>
              <a:rPr sz="3600" b="1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SEQUENCES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6292" y="1551432"/>
            <a:ext cx="5267325" cy="1280160"/>
            <a:chOff x="2336292" y="1551432"/>
            <a:chExt cx="5267325" cy="1280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6292" y="1551432"/>
              <a:ext cx="5266944" cy="1280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3340" y="1711452"/>
              <a:ext cx="2814827" cy="103022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39946" y="1827403"/>
            <a:ext cx="2228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0" dirty="0">
                <a:solidFill>
                  <a:srgbClr val="FFFFFF"/>
                </a:solidFill>
                <a:latin typeface="Calibri"/>
                <a:cs typeface="Calibri"/>
              </a:rPr>
              <a:t>Vertical</a:t>
            </a:r>
            <a:r>
              <a:rPr sz="36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95" dirty="0">
                <a:solidFill>
                  <a:srgbClr val="FFFFFF"/>
                </a:solidFill>
                <a:latin typeface="Calibri"/>
                <a:cs typeface="Calibri"/>
              </a:rPr>
              <a:t>Tab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43911" y="3098292"/>
            <a:ext cx="5267325" cy="1278890"/>
            <a:chOff x="2343911" y="3098292"/>
            <a:chExt cx="5267325" cy="127889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3911" y="3098292"/>
              <a:ext cx="5266944" cy="12786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2903" y="3258312"/>
              <a:ext cx="3808476" cy="103022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795272" y="1569719"/>
            <a:ext cx="1172210" cy="1219200"/>
            <a:chOff x="1795272" y="1569719"/>
            <a:chExt cx="1172210" cy="12192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5272" y="1569719"/>
              <a:ext cx="1171956" cy="11978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50136" y="1670303"/>
              <a:ext cx="879348" cy="11186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68068" y="1670303"/>
              <a:ext cx="836676" cy="111861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700017" y="3373882"/>
            <a:ext cx="3122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82800" algn="l"/>
              </a:tabLst>
            </a:pP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16 bit </a:t>
            </a: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600" b="1" spc="-6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x	</a:t>
            </a:r>
            <a:r>
              <a:rPr sz="3600" b="1" spc="-4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alue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43911" y="4643628"/>
            <a:ext cx="5267325" cy="1335405"/>
            <a:chOff x="2343911" y="4643628"/>
            <a:chExt cx="5267325" cy="1335405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43911" y="4643628"/>
              <a:ext cx="5266944" cy="13350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02963" y="4869180"/>
              <a:ext cx="2779776" cy="1045463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755648" y="3087623"/>
            <a:ext cx="1443355" cy="1450975"/>
            <a:chOff x="1755648" y="3087623"/>
            <a:chExt cx="1443355" cy="145097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89176" y="3115055"/>
              <a:ext cx="1197864" cy="11993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55648" y="3087623"/>
              <a:ext cx="1139952" cy="14508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39112" y="3087623"/>
              <a:ext cx="1159764" cy="145084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183126" y="4987797"/>
            <a:ext cx="2179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Octal</a:t>
            </a:r>
            <a:r>
              <a:rPr sz="36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45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89176" y="4661915"/>
            <a:ext cx="1198245" cy="1198245"/>
            <a:chOff x="1789176" y="4661915"/>
            <a:chExt cx="1198245" cy="1198245"/>
          </a:xfrm>
        </p:grpSpPr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89176" y="4661915"/>
              <a:ext cx="1197864" cy="11978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00428" y="5018531"/>
              <a:ext cx="536448" cy="67970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31492" y="5018531"/>
              <a:ext cx="899159" cy="67970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2150745" y="1787398"/>
            <a:ext cx="4197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Calibri"/>
                <a:cs typeface="Calibri"/>
              </a:rPr>
              <a:t>\</a:t>
            </a:r>
            <a:r>
              <a:rPr sz="4000" b="1" spc="-5" dirty="0">
                <a:latin typeface="Calibri"/>
                <a:cs typeface="Calibri"/>
              </a:rPr>
              <a:t>t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50745" y="3243452"/>
            <a:ext cx="61214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x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9117" y="5086350"/>
            <a:ext cx="65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\</a:t>
            </a:r>
            <a:r>
              <a:rPr sz="2400" b="1" spc="5" dirty="0">
                <a:latin typeface="Calibri"/>
                <a:cs typeface="Calibri"/>
              </a:rPr>
              <a:t>ooo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8872" y="672084"/>
              <a:ext cx="3083052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59071" y="808990"/>
            <a:ext cx="238887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Back</a:t>
            </a:r>
            <a:r>
              <a:rPr sz="4300" spc="-65" dirty="0"/>
              <a:t> </a:t>
            </a:r>
            <a:r>
              <a:rPr sz="4300" spc="-5" dirty="0"/>
              <a:t>Slash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55648" y="621791"/>
            <a:ext cx="1423670" cy="1450975"/>
            <a:chOff x="1755648" y="621791"/>
            <a:chExt cx="1423670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4060" y="745235"/>
              <a:ext cx="908303" cy="9387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5648" y="621791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9112" y="621791"/>
              <a:ext cx="1139952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50745" y="778002"/>
            <a:ext cx="59245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\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9388" y="2071116"/>
            <a:ext cx="7580630" cy="4787265"/>
            <a:chOff x="1199388" y="2071116"/>
            <a:chExt cx="7580630" cy="478726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9388" y="5061202"/>
              <a:ext cx="7580375" cy="17967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4628" y="2071116"/>
              <a:ext cx="7549896" cy="30007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2172" y="672084"/>
              <a:ext cx="3614928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92371" y="808990"/>
            <a:ext cx="292163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/>
              <a:t>Single</a:t>
            </a:r>
            <a:r>
              <a:rPr sz="4300" spc="-50" dirty="0"/>
              <a:t> </a:t>
            </a:r>
            <a:r>
              <a:rPr sz="4300" spc="-20" dirty="0"/>
              <a:t>Quote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55648" y="693419"/>
            <a:ext cx="1310640" cy="1450975"/>
            <a:chOff x="1755648" y="693419"/>
            <a:chExt cx="1310640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4060" y="745235"/>
              <a:ext cx="908303" cy="9387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5648" y="693419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9112" y="693419"/>
              <a:ext cx="1027176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50745" y="848944"/>
            <a:ext cx="47942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’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4672" y="2081783"/>
            <a:ext cx="8339455" cy="3455035"/>
            <a:chOff x="804672" y="2081783"/>
            <a:chExt cx="8339455" cy="345503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4672" y="2081783"/>
              <a:ext cx="8339328" cy="34549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9744" y="2276855"/>
              <a:ext cx="7859268" cy="28666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3488" y="672084"/>
              <a:ext cx="3893819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53688" y="808990"/>
            <a:ext cx="319532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0" dirty="0">
                <a:solidFill>
                  <a:srgbClr val="FFFFFF"/>
                </a:solidFill>
              </a:rPr>
              <a:t>Double</a:t>
            </a:r>
            <a:r>
              <a:rPr sz="4300" spc="-60" dirty="0">
                <a:solidFill>
                  <a:srgbClr val="FFFFFF"/>
                </a:solidFill>
              </a:rPr>
              <a:t> </a:t>
            </a:r>
            <a:r>
              <a:rPr sz="4300" spc="-20" dirty="0">
                <a:solidFill>
                  <a:srgbClr val="FFFFFF"/>
                </a:solidFill>
              </a:rPr>
              <a:t>Quote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78507" y="586740"/>
            <a:ext cx="1426845" cy="1450975"/>
            <a:chOff x="1778507" y="586740"/>
            <a:chExt cx="1426845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4059" y="745236"/>
              <a:ext cx="908303" cy="9387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507" y="586740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1971" y="586740"/>
              <a:ext cx="1143000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73351" y="742264"/>
            <a:ext cx="59626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”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6172" y="2100072"/>
            <a:ext cx="7767955" cy="3436620"/>
            <a:chOff x="1376172" y="2100072"/>
            <a:chExt cx="7767955" cy="343662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6172" y="2100072"/>
              <a:ext cx="7767828" cy="34366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71244" y="2295144"/>
              <a:ext cx="7216140" cy="28483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8600" y="672084"/>
              <a:ext cx="2862072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68800" y="808990"/>
            <a:ext cx="21672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>
                <a:solidFill>
                  <a:srgbClr val="FFFFFF"/>
                </a:solidFill>
              </a:rPr>
              <a:t>ASCII</a:t>
            </a:r>
            <a:r>
              <a:rPr sz="4300" spc="-65" dirty="0">
                <a:solidFill>
                  <a:srgbClr val="FFFFFF"/>
                </a:solidFill>
              </a:rPr>
              <a:t> </a:t>
            </a:r>
            <a:r>
              <a:rPr sz="4300" spc="-5" dirty="0">
                <a:solidFill>
                  <a:srgbClr val="FFFFFF"/>
                </a:solidFill>
              </a:rPr>
              <a:t>Bell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78507" y="586740"/>
            <a:ext cx="1466215" cy="1450975"/>
            <a:chOff x="1778507" y="586740"/>
            <a:chExt cx="1466215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4059" y="745236"/>
              <a:ext cx="908303" cy="9387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507" y="586740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1971" y="586740"/>
              <a:ext cx="1182624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73351" y="742264"/>
            <a:ext cx="63500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a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91055" y="2162555"/>
            <a:ext cx="7231380" cy="3374390"/>
            <a:chOff x="1591055" y="2162555"/>
            <a:chExt cx="7231380" cy="337439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91055" y="2162555"/>
              <a:ext cx="7231380" cy="33741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6127" y="2357627"/>
              <a:ext cx="6643116" cy="27858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78120" cy="1304925"/>
            <a:chOff x="2414016" y="652272"/>
            <a:chExt cx="5278120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77611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0316" y="672084"/>
              <a:ext cx="4358640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0515" y="808990"/>
            <a:ext cx="36639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>
                <a:solidFill>
                  <a:srgbClr val="FFFFFF"/>
                </a:solidFill>
              </a:rPr>
              <a:t>ASCII</a:t>
            </a:r>
            <a:r>
              <a:rPr sz="4300" spc="-75" dirty="0">
                <a:solidFill>
                  <a:srgbClr val="FFFFFF"/>
                </a:solidFill>
              </a:rPr>
              <a:t> </a:t>
            </a:r>
            <a:r>
              <a:rPr sz="4300" spc="-5" dirty="0">
                <a:solidFill>
                  <a:srgbClr val="FFFFFF"/>
                </a:solidFill>
              </a:rPr>
              <a:t>Backspace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78507" y="586740"/>
            <a:ext cx="1493520" cy="1450975"/>
            <a:chOff x="1778507" y="586740"/>
            <a:chExt cx="1493520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726948"/>
              <a:ext cx="990600" cy="1019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507" y="586740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1971" y="586740"/>
              <a:ext cx="1210055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73351" y="742264"/>
            <a:ext cx="66357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b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32916" y="1947672"/>
            <a:ext cx="7911465" cy="3446145"/>
            <a:chOff x="1232916" y="1947672"/>
            <a:chExt cx="7911465" cy="344614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2916" y="1947672"/>
              <a:ext cx="7911083" cy="34457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7988" y="2142744"/>
              <a:ext cx="7359396" cy="2857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97805" cy="1304925"/>
            <a:chOff x="2414016" y="652272"/>
            <a:chExt cx="529780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9742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2027" y="672084"/>
              <a:ext cx="4396739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02228" y="808990"/>
            <a:ext cx="370268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>
                <a:solidFill>
                  <a:srgbClr val="FFFFFF"/>
                </a:solidFill>
              </a:rPr>
              <a:t>ASCII</a:t>
            </a:r>
            <a:r>
              <a:rPr sz="4300" spc="-20" dirty="0">
                <a:solidFill>
                  <a:srgbClr val="FFFFFF"/>
                </a:solidFill>
              </a:rPr>
              <a:t> Form </a:t>
            </a:r>
            <a:r>
              <a:rPr sz="4300" spc="-25" dirty="0">
                <a:solidFill>
                  <a:srgbClr val="FFFFFF"/>
                </a:solidFill>
              </a:rPr>
              <a:t>Feed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78507" y="586740"/>
            <a:ext cx="1348740" cy="1450975"/>
            <a:chOff x="1778507" y="586740"/>
            <a:chExt cx="1348740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726948"/>
              <a:ext cx="990600" cy="1019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507" y="586740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1971" y="586740"/>
              <a:ext cx="1065276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73351" y="742264"/>
            <a:ext cx="518159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f</a:t>
            </a:r>
            <a:endParaRPr sz="5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41348" y="2356104"/>
            <a:ext cx="6973824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2983" y="672084"/>
              <a:ext cx="2814827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93184" y="808990"/>
            <a:ext cx="212090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5" dirty="0"/>
              <a:t>New</a:t>
            </a:r>
            <a:r>
              <a:rPr sz="4300" spc="-60" dirty="0"/>
              <a:t> </a:t>
            </a:r>
            <a:r>
              <a:rPr sz="4300" spc="-5" dirty="0"/>
              <a:t>Line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78507" y="586740"/>
            <a:ext cx="1493520" cy="1450975"/>
            <a:chOff x="1778507" y="586740"/>
            <a:chExt cx="1493520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726948"/>
              <a:ext cx="990600" cy="1019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507" y="586740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1971" y="586740"/>
              <a:ext cx="1210055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73351" y="742264"/>
            <a:ext cx="66357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n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1312" y="2019300"/>
            <a:ext cx="8552815" cy="3761740"/>
            <a:chOff x="591312" y="2019300"/>
            <a:chExt cx="8552815" cy="376174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312" y="2019300"/>
              <a:ext cx="8552688" cy="37612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6384" y="2214371"/>
              <a:ext cx="8072628" cy="31729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9083" y="672084"/>
              <a:ext cx="4262627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69284" y="808990"/>
            <a:ext cx="3567429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5" dirty="0">
                <a:solidFill>
                  <a:srgbClr val="FFFFFF"/>
                </a:solidFill>
              </a:rPr>
              <a:t>Carriage</a:t>
            </a:r>
            <a:r>
              <a:rPr sz="4300" spc="-35" dirty="0">
                <a:solidFill>
                  <a:srgbClr val="FFFFFF"/>
                </a:solidFill>
              </a:rPr>
              <a:t> </a:t>
            </a:r>
            <a:r>
              <a:rPr sz="4300" spc="-20" dirty="0">
                <a:solidFill>
                  <a:srgbClr val="FFFFFF"/>
                </a:solidFill>
              </a:rPr>
              <a:t>Return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78507" y="586740"/>
            <a:ext cx="1374775" cy="1450975"/>
            <a:chOff x="1778507" y="586740"/>
            <a:chExt cx="1374775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726948"/>
              <a:ext cx="990600" cy="1019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507" y="586740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1971" y="586740"/>
              <a:ext cx="1091184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73351" y="742264"/>
            <a:ext cx="54356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r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3044" y="2090927"/>
            <a:ext cx="8411210" cy="2946400"/>
            <a:chOff x="733044" y="2090927"/>
            <a:chExt cx="8411210" cy="29464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3044" y="2090927"/>
              <a:ext cx="8410956" cy="29458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8116" y="2285999"/>
              <a:ext cx="7859268" cy="23576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0816" y="672084"/>
              <a:ext cx="3979164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1015" y="808990"/>
            <a:ext cx="328422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0" dirty="0">
                <a:solidFill>
                  <a:srgbClr val="FFFFFF"/>
                </a:solidFill>
              </a:rPr>
              <a:t>Horizontal</a:t>
            </a:r>
            <a:r>
              <a:rPr sz="4300" spc="-55" dirty="0">
                <a:solidFill>
                  <a:srgbClr val="FFFFFF"/>
                </a:solidFill>
              </a:rPr>
              <a:t> </a:t>
            </a:r>
            <a:r>
              <a:rPr sz="4300" spc="-114" dirty="0">
                <a:solidFill>
                  <a:srgbClr val="FFFFFF"/>
                </a:solidFill>
              </a:rPr>
              <a:t>Tab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78507" y="586740"/>
            <a:ext cx="1369060" cy="1450975"/>
            <a:chOff x="1778507" y="586740"/>
            <a:chExt cx="1369060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726948"/>
              <a:ext cx="990600" cy="1019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8507" y="586740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61971" y="586740"/>
              <a:ext cx="1085088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73351" y="742264"/>
            <a:ext cx="53784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t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4800" y="2162555"/>
            <a:ext cx="8839200" cy="3089275"/>
            <a:chOff x="304800" y="2162555"/>
            <a:chExt cx="8839200" cy="308927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00" y="2162555"/>
              <a:ext cx="8839200" cy="30891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871" y="2357627"/>
              <a:ext cx="8427720" cy="25008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4760" y="672084"/>
              <a:ext cx="3351276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24959" y="808990"/>
            <a:ext cx="265557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35" dirty="0"/>
              <a:t>Vertical</a:t>
            </a:r>
            <a:r>
              <a:rPr sz="4300" spc="-80" dirty="0"/>
              <a:t> </a:t>
            </a:r>
            <a:r>
              <a:rPr sz="4300" spc="-114" dirty="0"/>
              <a:t>Tab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54123" y="550163"/>
            <a:ext cx="1452880" cy="1450975"/>
            <a:chOff x="1754123" y="550163"/>
            <a:chExt cx="1452880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726947"/>
              <a:ext cx="990600" cy="1019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123" y="550163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7587" y="550163"/>
              <a:ext cx="1168908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49220" y="706628"/>
            <a:ext cx="62166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v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1312" y="2305811"/>
            <a:ext cx="8552815" cy="2946400"/>
            <a:chOff x="591312" y="2305811"/>
            <a:chExt cx="8552815" cy="29464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312" y="2305811"/>
              <a:ext cx="8552688" cy="29458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6384" y="2500883"/>
              <a:ext cx="8081772" cy="23576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0063" y="672084"/>
              <a:ext cx="3819143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90264" y="808990"/>
            <a:ext cx="312420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" dirty="0">
                <a:solidFill>
                  <a:srgbClr val="FFFFFF"/>
                </a:solidFill>
              </a:rPr>
              <a:t>16</a:t>
            </a:r>
            <a:r>
              <a:rPr sz="4300" spc="-25" dirty="0">
                <a:solidFill>
                  <a:srgbClr val="FFFFFF"/>
                </a:solidFill>
              </a:rPr>
              <a:t> </a:t>
            </a:r>
            <a:r>
              <a:rPr sz="4300" spc="-5" dirty="0">
                <a:solidFill>
                  <a:srgbClr val="FFFFFF"/>
                </a:solidFill>
              </a:rPr>
              <a:t>bit</a:t>
            </a:r>
            <a:r>
              <a:rPr sz="4300" spc="-25" dirty="0">
                <a:solidFill>
                  <a:srgbClr val="FFFFFF"/>
                </a:solidFill>
              </a:rPr>
              <a:t> Hex</a:t>
            </a:r>
            <a:r>
              <a:rPr sz="4300" spc="-35" dirty="0">
                <a:solidFill>
                  <a:srgbClr val="FFFFFF"/>
                </a:solidFill>
              </a:rPr>
              <a:t> </a:t>
            </a:r>
            <a:r>
              <a:rPr sz="4300" spc="-80" dirty="0">
                <a:solidFill>
                  <a:srgbClr val="FFFFFF"/>
                </a:solidFill>
              </a:rPr>
              <a:t>Val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1754123" y="550163"/>
            <a:ext cx="1443355" cy="1450975"/>
            <a:chOff x="1754123" y="550163"/>
            <a:chExt cx="1443355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726947"/>
              <a:ext cx="990600" cy="1019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123" y="550163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7587" y="550163"/>
              <a:ext cx="1159764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149220" y="706628"/>
            <a:ext cx="61214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1" spc="-10" dirty="0">
                <a:latin typeface="Calibri"/>
                <a:cs typeface="Calibri"/>
              </a:rPr>
              <a:t>\</a:t>
            </a:r>
            <a:r>
              <a:rPr sz="5200" b="1" spc="-5" dirty="0">
                <a:latin typeface="Calibri"/>
                <a:cs typeface="Calibri"/>
              </a:rPr>
              <a:t>x</a:t>
            </a:r>
            <a:endParaRPr sz="5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6427" y="1947672"/>
            <a:ext cx="8768080" cy="3446145"/>
            <a:chOff x="376427" y="1947672"/>
            <a:chExt cx="8768080" cy="344614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427" y="1947672"/>
              <a:ext cx="8767572" cy="34457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499" y="2142744"/>
              <a:ext cx="8229600" cy="28574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14016" y="652272"/>
            <a:ext cx="5267325" cy="1304925"/>
            <a:chOff x="2414016" y="652272"/>
            <a:chExt cx="5267325" cy="1304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4016" y="652272"/>
              <a:ext cx="5266944" cy="1304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3716" y="672084"/>
              <a:ext cx="3293364" cy="122072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153915" y="808990"/>
            <a:ext cx="259905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1" spc="-15" dirty="0">
                <a:solidFill>
                  <a:srgbClr val="FFFFFF"/>
                </a:solidFill>
                <a:latin typeface="Calibri"/>
                <a:cs typeface="Calibri"/>
              </a:rPr>
              <a:t>Octal</a:t>
            </a:r>
            <a:r>
              <a:rPr sz="43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300" b="1" spc="-5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endParaRPr sz="43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54123" y="550163"/>
            <a:ext cx="2205355" cy="1450975"/>
            <a:chOff x="1754123" y="550163"/>
            <a:chExt cx="2205355" cy="14509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2911" y="726947"/>
              <a:ext cx="990600" cy="1019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123" y="550163"/>
              <a:ext cx="1139952" cy="1450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7587" y="550163"/>
              <a:ext cx="1921764" cy="145084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149220" y="706628"/>
            <a:ext cx="137414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spc="-10" dirty="0"/>
              <a:t>\</a:t>
            </a:r>
            <a:r>
              <a:rPr sz="5200" spc="-5" dirty="0"/>
              <a:t>ooo</a:t>
            </a:r>
            <a:endParaRPr sz="5200"/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5091" y="1997964"/>
            <a:ext cx="8441436" cy="336194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377696" y="5545835"/>
            <a:ext cx="7207250" cy="1009015"/>
            <a:chOff x="1377696" y="5545835"/>
            <a:chExt cx="7207250" cy="100901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7696" y="5545835"/>
              <a:ext cx="1516380" cy="10088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2016" y="6163055"/>
              <a:ext cx="967740" cy="79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96668" y="5545835"/>
              <a:ext cx="827532" cy="10088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26792" y="5545835"/>
              <a:ext cx="1319783" cy="10088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52800" y="5545835"/>
              <a:ext cx="5231892" cy="100888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47825" y="5649874"/>
            <a:ext cx="663638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u="heavy" spc="-15" dirty="0">
                <a:solidFill>
                  <a:srgbClr val="FF0066"/>
                </a:solidFill>
                <a:uFill>
                  <a:solidFill>
                    <a:srgbClr val="FF0066"/>
                  </a:solidFill>
                </a:uFill>
                <a:latin typeface="Calibri"/>
                <a:cs typeface="Calibri"/>
              </a:rPr>
              <a:t>Note</a:t>
            </a:r>
            <a:r>
              <a:rPr sz="3600" b="1" i="1" spc="-15" dirty="0">
                <a:solidFill>
                  <a:srgbClr val="FF0066"/>
                </a:solidFill>
                <a:latin typeface="Calibri"/>
                <a:cs typeface="Calibri"/>
              </a:rPr>
              <a:t>:</a:t>
            </a:r>
            <a:r>
              <a:rPr sz="3600" b="1" i="1" spc="-1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3600" b="1" i="1" spc="-5" dirty="0">
                <a:solidFill>
                  <a:srgbClr val="FFFF00"/>
                </a:solidFill>
                <a:latin typeface="Calibri"/>
                <a:cs typeface="Calibri"/>
              </a:rPr>
              <a:t>ooo</a:t>
            </a:r>
            <a:r>
              <a:rPr sz="3600" b="1" i="1" spc="-10" dirty="0">
                <a:solidFill>
                  <a:srgbClr val="FFFF00"/>
                </a:solidFill>
                <a:latin typeface="Calibri"/>
                <a:cs typeface="Calibri"/>
              </a:rPr>
              <a:t> represents</a:t>
            </a:r>
            <a:r>
              <a:rPr sz="3600" b="1" i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i="1" dirty="0">
                <a:solidFill>
                  <a:srgbClr val="FFFF00"/>
                </a:solidFill>
                <a:latin typeface="Calibri"/>
                <a:cs typeface="Calibri"/>
              </a:rPr>
              <a:t>3</a:t>
            </a:r>
            <a:r>
              <a:rPr sz="3600" b="1" i="1" spc="-15" dirty="0">
                <a:solidFill>
                  <a:srgbClr val="FFFF00"/>
                </a:solidFill>
                <a:latin typeface="Calibri"/>
                <a:cs typeface="Calibri"/>
              </a:rPr>
              <a:t> octal</a:t>
            </a:r>
            <a:r>
              <a:rPr sz="3600" b="1" i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i="1" dirty="0">
                <a:solidFill>
                  <a:srgbClr val="FFFF00"/>
                </a:solidFill>
                <a:latin typeface="Calibri"/>
                <a:cs typeface="Calibri"/>
              </a:rPr>
              <a:t>digits.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2951" y="259079"/>
            <a:ext cx="518160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2826" y="362839"/>
            <a:ext cx="4612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50" dirty="0"/>
              <a:t> </a:t>
            </a:r>
            <a:r>
              <a:rPr dirty="0"/>
              <a:t>NUMERICAL</a:t>
            </a:r>
            <a:r>
              <a:rPr spc="-45" dirty="0"/>
              <a:t> </a:t>
            </a:r>
            <a:r>
              <a:rPr dirty="0"/>
              <a:t>LITERALS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20011" y="2298192"/>
            <a:ext cx="7292340" cy="1386840"/>
            <a:chOff x="1620011" y="2298192"/>
            <a:chExt cx="7292340" cy="13868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0011" y="2298192"/>
              <a:ext cx="2267712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2255" y="2298192"/>
              <a:ext cx="1744979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1767" y="2298192"/>
              <a:ext cx="1338072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24371" y="2298192"/>
              <a:ext cx="1097279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6183" y="2298192"/>
              <a:ext cx="2106168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0011" y="2785872"/>
              <a:ext cx="1452372" cy="899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8983" y="2785872"/>
              <a:ext cx="646176" cy="89915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860295" y="2387930"/>
            <a:ext cx="678624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964689" algn="l"/>
                <a:tab pos="3394075" algn="l"/>
                <a:tab pos="4417060" algn="l"/>
                <a:tab pos="5199380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Nu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meri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al	Li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ls	h</a:t>
            </a:r>
            <a:r>
              <a:rPr sz="3200" b="1" spc="-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e	the	</a:t>
            </a:r>
            <a:r>
              <a:rPr sz="3200" b="1" spc="-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ollowi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g  types: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91511" y="3371088"/>
            <a:ext cx="6186170" cy="2070100"/>
            <a:chOff x="2191511" y="3371088"/>
            <a:chExt cx="6186170" cy="207010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91511" y="3371088"/>
              <a:ext cx="990600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8627" y="3371088"/>
              <a:ext cx="897636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94303" y="3371088"/>
              <a:ext cx="1886712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4711" y="3371088"/>
              <a:ext cx="658367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51119" y="3371088"/>
              <a:ext cx="1644396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52032" y="3371088"/>
              <a:ext cx="2025395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91511" y="3956304"/>
              <a:ext cx="1321308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4711" y="3956304"/>
              <a:ext cx="658367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51119" y="3956304"/>
              <a:ext cx="1179576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87211" y="3956304"/>
              <a:ext cx="1606295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91511" y="4541520"/>
              <a:ext cx="2002536" cy="89915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431795" y="3364835"/>
            <a:ext cx="2380615" cy="178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3200" b="1" spc="-10" dirty="0">
                <a:solidFill>
                  <a:srgbClr val="66FF33"/>
                </a:solidFill>
                <a:latin typeface="Calibri"/>
                <a:cs typeface="Calibri"/>
              </a:rPr>
              <a:t>int</a:t>
            </a:r>
            <a:r>
              <a:rPr sz="3200" b="1" spc="-40" dirty="0">
                <a:solidFill>
                  <a:srgbClr val="66FF33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66FF33"/>
                </a:solidFill>
                <a:latin typeface="Calibri"/>
                <a:cs typeface="Calibri"/>
              </a:rPr>
              <a:t>or</a:t>
            </a:r>
            <a:r>
              <a:rPr sz="3200" b="1" spc="-35" dirty="0">
                <a:solidFill>
                  <a:srgbClr val="66FF33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66FF33"/>
                </a:solidFill>
                <a:latin typeface="Calibri"/>
                <a:cs typeface="Calibri"/>
              </a:rPr>
              <a:t>integers </a:t>
            </a:r>
            <a:r>
              <a:rPr sz="3200" b="1" spc="-710" dirty="0">
                <a:solidFill>
                  <a:srgbClr val="66FF33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FF"/>
                </a:solidFill>
                <a:latin typeface="Calibri"/>
                <a:cs typeface="Calibri"/>
              </a:rPr>
              <a:t>float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Complex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34711" y="4541520"/>
            <a:ext cx="3802379" cy="899160"/>
            <a:chOff x="4934711" y="4541520"/>
            <a:chExt cx="3802379" cy="899160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4711" y="4541520"/>
              <a:ext cx="658367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51119" y="4541520"/>
              <a:ext cx="2002535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11695" y="4541520"/>
              <a:ext cx="2025396" cy="89915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175250" y="3364835"/>
            <a:ext cx="3295650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865"/>
              </a:spcBef>
              <a:buChar char="-"/>
              <a:tabLst>
                <a:tab pos="229235" algn="l"/>
              </a:tabLst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Whole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numbers</a:t>
            </a:r>
            <a:endParaRPr sz="32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765"/>
              </a:spcBef>
              <a:buChar char="-"/>
              <a:tabLst>
                <a:tab pos="229235" algn="l"/>
              </a:tabLst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770"/>
              </a:spcBef>
              <a:buChar char="-"/>
              <a:tabLst>
                <a:tab pos="229235" algn="l"/>
              </a:tabLst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3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numbers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2951" y="259079"/>
            <a:ext cx="518160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2826" y="362839"/>
            <a:ext cx="46120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50" dirty="0"/>
              <a:t> </a:t>
            </a:r>
            <a:r>
              <a:rPr dirty="0"/>
              <a:t>NUMERICAL</a:t>
            </a:r>
            <a:r>
              <a:rPr spc="-45" dirty="0"/>
              <a:t> </a:t>
            </a:r>
            <a:r>
              <a:rPr dirty="0"/>
              <a:t>LITERALS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20011" y="2298192"/>
            <a:ext cx="7292340" cy="1386840"/>
            <a:chOff x="1620011" y="2298192"/>
            <a:chExt cx="7292340" cy="13868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0011" y="2298192"/>
              <a:ext cx="2267712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2255" y="2298192"/>
              <a:ext cx="1744979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1767" y="2298192"/>
              <a:ext cx="1338072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24371" y="2298192"/>
              <a:ext cx="1097279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6183" y="2298192"/>
              <a:ext cx="2106168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20011" y="2785872"/>
              <a:ext cx="1452372" cy="899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8983" y="2785872"/>
              <a:ext cx="646176" cy="89915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860295" y="2387930"/>
            <a:ext cx="678624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964689" algn="l"/>
                <a:tab pos="3394075" algn="l"/>
                <a:tab pos="4417060" algn="l"/>
                <a:tab pos="5199380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Nu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meri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al	Li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8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ls	h</a:t>
            </a:r>
            <a:r>
              <a:rPr sz="3200" b="1" spc="-7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e	the	</a:t>
            </a:r>
            <a:r>
              <a:rPr sz="3200" b="1" spc="-6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ollowi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g  types: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91511" y="3371088"/>
            <a:ext cx="6186170" cy="2070100"/>
            <a:chOff x="2191511" y="3371088"/>
            <a:chExt cx="6186170" cy="207010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91511" y="3371088"/>
              <a:ext cx="990600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38627" y="3371088"/>
              <a:ext cx="897636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94303" y="3371088"/>
              <a:ext cx="1886712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4711" y="3371088"/>
              <a:ext cx="658367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51119" y="3371088"/>
              <a:ext cx="1644396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52032" y="3371088"/>
              <a:ext cx="2025395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91511" y="3956304"/>
              <a:ext cx="1321308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4711" y="3956304"/>
              <a:ext cx="658367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51119" y="3956304"/>
              <a:ext cx="1179576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87211" y="3956304"/>
              <a:ext cx="1606295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91511" y="4541520"/>
              <a:ext cx="2002536" cy="89915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431795" y="3364835"/>
            <a:ext cx="2380615" cy="178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3200" b="1" spc="-10" dirty="0">
                <a:solidFill>
                  <a:srgbClr val="66FF33"/>
                </a:solidFill>
                <a:latin typeface="Calibri"/>
                <a:cs typeface="Calibri"/>
              </a:rPr>
              <a:t>int</a:t>
            </a:r>
            <a:r>
              <a:rPr sz="3200" b="1" spc="-40" dirty="0">
                <a:solidFill>
                  <a:srgbClr val="66FF33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66FF33"/>
                </a:solidFill>
                <a:latin typeface="Calibri"/>
                <a:cs typeface="Calibri"/>
              </a:rPr>
              <a:t>or</a:t>
            </a:r>
            <a:r>
              <a:rPr sz="3200" b="1" spc="-35" dirty="0">
                <a:solidFill>
                  <a:srgbClr val="66FF33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66FF33"/>
                </a:solidFill>
                <a:latin typeface="Calibri"/>
                <a:cs typeface="Calibri"/>
              </a:rPr>
              <a:t>integers </a:t>
            </a:r>
            <a:r>
              <a:rPr sz="3200" b="1" spc="-710" dirty="0">
                <a:solidFill>
                  <a:srgbClr val="66FF33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FF"/>
                </a:solidFill>
                <a:latin typeface="Calibri"/>
                <a:cs typeface="Calibri"/>
              </a:rPr>
              <a:t>float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Complex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34711" y="4541520"/>
            <a:ext cx="3802379" cy="899160"/>
            <a:chOff x="4934711" y="4541520"/>
            <a:chExt cx="3802379" cy="899160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34711" y="4541520"/>
              <a:ext cx="658367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51119" y="4541520"/>
              <a:ext cx="2002535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11695" y="4541520"/>
              <a:ext cx="2025396" cy="89915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175250" y="3364835"/>
            <a:ext cx="3295650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228600" indent="-216535">
              <a:lnSpc>
                <a:spcPct val="100000"/>
              </a:lnSpc>
              <a:spcBef>
                <a:spcPts val="865"/>
              </a:spcBef>
              <a:buChar char="-"/>
              <a:tabLst>
                <a:tab pos="229235" algn="l"/>
              </a:tabLst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Whole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numbers</a:t>
            </a:r>
            <a:endParaRPr sz="32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765"/>
              </a:spcBef>
              <a:buChar char="-"/>
              <a:tabLst>
                <a:tab pos="229235" algn="l"/>
              </a:tabLst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  <a:p>
            <a:pPr marL="228600" indent="-216535">
              <a:lnSpc>
                <a:spcPct val="100000"/>
              </a:lnSpc>
              <a:spcBef>
                <a:spcPts val="770"/>
              </a:spcBef>
              <a:buChar char="-"/>
              <a:tabLst>
                <a:tab pos="229235" algn="l"/>
              </a:tabLst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3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numbers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259079"/>
            <a:ext cx="709574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5755" y="362839"/>
            <a:ext cx="6523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INTEGER</a:t>
            </a:r>
            <a:r>
              <a:rPr spc="-30" dirty="0"/>
              <a:t> </a:t>
            </a:r>
            <a:r>
              <a:rPr dirty="0"/>
              <a:t>LITERALS</a:t>
            </a:r>
            <a:r>
              <a:rPr spc="-20" dirty="0"/>
              <a:t> </a:t>
            </a:r>
            <a:r>
              <a:rPr spc="-5" dirty="0"/>
              <a:t>OR</a:t>
            </a:r>
            <a:r>
              <a:rPr spc="-25" dirty="0"/>
              <a:t> </a:t>
            </a:r>
            <a:r>
              <a:rPr spc="-40" dirty="0"/>
              <a:t>CONSTANTS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86839" y="1359408"/>
            <a:ext cx="7554595" cy="1216660"/>
            <a:chOff x="1386839" y="1359408"/>
            <a:chExt cx="7554595" cy="12166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839" y="1382268"/>
              <a:ext cx="752856" cy="7299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3747" y="1359408"/>
              <a:ext cx="1661160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10483" y="1359408"/>
              <a:ext cx="1520952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7011" y="1359408"/>
              <a:ext cx="153161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9239" y="1359408"/>
              <a:ext cx="566927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73268" y="1359408"/>
              <a:ext cx="1037843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66687" y="1359408"/>
              <a:ext cx="1382267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04531" y="1359408"/>
              <a:ext cx="1636776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12975" y="1786127"/>
              <a:ext cx="757427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01011" y="1786127"/>
              <a:ext cx="812292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43911" y="1786127"/>
              <a:ext cx="580644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38983" y="1786127"/>
              <a:ext cx="786383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36747" y="1786127"/>
              <a:ext cx="580644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48000" y="1786127"/>
              <a:ext cx="577596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56204" y="1786127"/>
              <a:ext cx="812292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99104" y="1786127"/>
              <a:ext cx="580644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10355" y="1786127"/>
              <a:ext cx="563879" cy="78943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579244" y="1439417"/>
            <a:ext cx="71291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FF00"/>
              </a:buClr>
              <a:buFont typeface="Wingdings"/>
              <a:buChar char=""/>
              <a:tabLst>
                <a:tab pos="436880" algn="l"/>
              </a:tabLst>
            </a:pPr>
            <a:r>
              <a:rPr dirty="0"/>
              <a:t>	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Decimal</a:t>
            </a:r>
            <a:r>
              <a:rPr sz="2800" b="1" spc="3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Integer</a:t>
            </a:r>
            <a:r>
              <a:rPr sz="2800" b="1" spc="3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Literals:</a:t>
            </a:r>
            <a:r>
              <a:rPr sz="2800" b="1" spc="3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8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whole</a:t>
            </a:r>
            <a:r>
              <a:rPr sz="28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number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(+ve)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(-ve).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41475" y="1908048"/>
            <a:ext cx="7429500" cy="3880485"/>
            <a:chOff x="1141475" y="1908048"/>
            <a:chExt cx="7429500" cy="3880485"/>
          </a:xfrm>
        </p:grpSpPr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41475" y="2855976"/>
              <a:ext cx="7429500" cy="29321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30267" y="1908048"/>
              <a:ext cx="2895599" cy="36027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259079"/>
            <a:ext cx="709574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5755" y="362839"/>
            <a:ext cx="6523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INTEGER</a:t>
            </a:r>
            <a:r>
              <a:rPr spc="-30" dirty="0"/>
              <a:t> </a:t>
            </a:r>
            <a:r>
              <a:rPr dirty="0"/>
              <a:t>LITERALS</a:t>
            </a:r>
            <a:r>
              <a:rPr spc="-20" dirty="0"/>
              <a:t> </a:t>
            </a:r>
            <a:r>
              <a:rPr spc="-5" dirty="0"/>
              <a:t>OR</a:t>
            </a:r>
            <a:r>
              <a:rPr spc="-25" dirty="0"/>
              <a:t> </a:t>
            </a:r>
            <a:r>
              <a:rPr spc="-40" dirty="0"/>
              <a:t>CONSTANTS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86839" y="1359408"/>
            <a:ext cx="7554595" cy="2070100"/>
            <a:chOff x="1386839" y="1359408"/>
            <a:chExt cx="7554595" cy="20701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839" y="1382268"/>
              <a:ext cx="752856" cy="7299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2975" y="1359408"/>
              <a:ext cx="1242060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09087" y="1359408"/>
              <a:ext cx="1519427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82567" y="1359408"/>
              <a:ext cx="2328672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5292" y="1359408"/>
              <a:ext cx="649224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5124" y="1359408"/>
              <a:ext cx="582168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57899" y="1359408"/>
              <a:ext cx="568451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0404" y="1359408"/>
              <a:ext cx="684276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18731" y="1359408"/>
              <a:ext cx="1895855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68639" y="1359408"/>
              <a:ext cx="772668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12975" y="1786127"/>
              <a:ext cx="1266444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09087" y="1786127"/>
              <a:ext cx="1600200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38955" y="1786127"/>
              <a:ext cx="1136903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07051" y="1786127"/>
              <a:ext cx="649224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86883" y="1786127"/>
              <a:ext cx="710184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26736" y="1786127"/>
              <a:ext cx="1237488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93892" y="1786127"/>
              <a:ext cx="1095756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20839" y="1786127"/>
              <a:ext cx="1763268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113775" y="1786127"/>
              <a:ext cx="827531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12975" y="2212847"/>
              <a:ext cx="1277112" cy="789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35579" y="2212847"/>
              <a:ext cx="771144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53739" y="2212847"/>
              <a:ext cx="697991" cy="7894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97223" y="2212847"/>
              <a:ext cx="1295400" cy="7894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739639" y="2212847"/>
              <a:ext cx="780288" cy="7894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265419" y="2212847"/>
              <a:ext cx="838200" cy="7894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49111" y="2212847"/>
              <a:ext cx="836676" cy="7894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1280" y="2212847"/>
              <a:ext cx="1242059" cy="78943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18831" y="2212847"/>
              <a:ext cx="1522476" cy="78943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12975" y="2639568"/>
              <a:ext cx="1527048" cy="78943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70631" y="2639568"/>
              <a:ext cx="563880" cy="789431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579244" y="1439417"/>
            <a:ext cx="712787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Octal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Integer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Literals(base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8):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 Sequence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digits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starting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with 0O (digit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zero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followed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letter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o)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taken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Octal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Integer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Literals.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33044" y="2825495"/>
            <a:ext cx="8307705" cy="3340735"/>
            <a:chOff x="733044" y="2825495"/>
            <a:chExt cx="8307705" cy="3340735"/>
          </a:xfrm>
        </p:grpSpPr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33044" y="3019043"/>
              <a:ext cx="8307324" cy="308914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28116" y="3214115"/>
              <a:ext cx="7719059" cy="250088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215128" y="2825495"/>
              <a:ext cx="2825496" cy="33406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259079"/>
            <a:ext cx="709574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5755" y="362839"/>
            <a:ext cx="6523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INTEGER</a:t>
            </a:r>
            <a:r>
              <a:rPr spc="-30" dirty="0"/>
              <a:t> </a:t>
            </a:r>
            <a:r>
              <a:rPr dirty="0"/>
              <a:t>LITERALS</a:t>
            </a:r>
            <a:r>
              <a:rPr spc="-20" dirty="0"/>
              <a:t> </a:t>
            </a:r>
            <a:r>
              <a:rPr spc="-5" dirty="0"/>
              <a:t>OR</a:t>
            </a:r>
            <a:r>
              <a:rPr spc="-25" dirty="0"/>
              <a:t> </a:t>
            </a:r>
            <a:r>
              <a:rPr spc="-40" dirty="0"/>
              <a:t>CONSTANTS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86839" y="1359408"/>
            <a:ext cx="7554595" cy="1643380"/>
            <a:chOff x="1386839" y="1359408"/>
            <a:chExt cx="7554595" cy="1643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839" y="1382268"/>
              <a:ext cx="752856" cy="7299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12975" y="1359408"/>
              <a:ext cx="1199388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2972" y="1359408"/>
              <a:ext cx="1629155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8683" y="1359408"/>
              <a:ext cx="1520952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6192" y="1359408"/>
              <a:ext cx="1531619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54368" y="1359408"/>
              <a:ext cx="1269492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00416" y="1359408"/>
              <a:ext cx="830579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61604" y="1359408"/>
              <a:ext cx="580644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72856" y="1359408"/>
              <a:ext cx="568451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12975" y="1786127"/>
              <a:ext cx="1895855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85744" y="1786127"/>
              <a:ext cx="772668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35323" y="1786127"/>
              <a:ext cx="1267968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81727" y="1786127"/>
              <a:ext cx="1850135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10299" y="1786127"/>
              <a:ext cx="826007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13219" y="1786127"/>
              <a:ext cx="816864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06995" y="1786127"/>
              <a:ext cx="786383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71816" y="1786127"/>
              <a:ext cx="893064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41792" y="1786127"/>
              <a:ext cx="699516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12975" y="2212847"/>
              <a:ext cx="2321052" cy="7894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51504" y="2212847"/>
              <a:ext cx="1510284" cy="789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776216" y="2212847"/>
              <a:ext cx="1463039" cy="789431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579244" y="1439417"/>
            <a:ext cx="712724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355600" algn="l"/>
              </a:tabLst>
            </a:pP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Hexadecimal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Integer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Literals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(base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16): 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Sequence of digits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preceded by 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ox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OX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hexadecimal</a:t>
            </a:r>
            <a:r>
              <a:rPr sz="280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integer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literals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162811" y="2485644"/>
            <a:ext cx="7981315" cy="4051300"/>
            <a:chOff x="1162811" y="2485644"/>
            <a:chExt cx="7981315" cy="4051300"/>
          </a:xfrm>
        </p:grpSpPr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62811" y="2805684"/>
              <a:ext cx="7981188" cy="37307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57883" y="3000756"/>
              <a:ext cx="7472172" cy="314248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18632" y="2485644"/>
              <a:ext cx="3043427" cy="3621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259079"/>
            <a:ext cx="709574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95755" y="362839"/>
            <a:ext cx="6523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INTEGER</a:t>
            </a:r>
            <a:r>
              <a:rPr spc="-30" dirty="0"/>
              <a:t> </a:t>
            </a:r>
            <a:r>
              <a:rPr dirty="0"/>
              <a:t>LITERALS</a:t>
            </a:r>
            <a:r>
              <a:rPr spc="-20" dirty="0"/>
              <a:t> </a:t>
            </a:r>
            <a:r>
              <a:rPr spc="-5" dirty="0"/>
              <a:t>OR</a:t>
            </a:r>
            <a:r>
              <a:rPr spc="-25" dirty="0"/>
              <a:t> </a:t>
            </a:r>
            <a:r>
              <a:rPr spc="-40" dirty="0"/>
              <a:t>CONSTANTS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70075" y="1359408"/>
            <a:ext cx="7571740" cy="1643380"/>
            <a:chOff x="1370075" y="1359408"/>
            <a:chExt cx="7571740" cy="1643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839" y="1382268"/>
              <a:ext cx="752856" cy="7299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7067" y="1359408"/>
              <a:ext cx="1418844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2739" y="1359408"/>
              <a:ext cx="146608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4131" y="1359408"/>
              <a:ext cx="1267967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8928" y="1359408"/>
              <a:ext cx="649224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18760" y="1359408"/>
              <a:ext cx="580643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30011" y="1359408"/>
              <a:ext cx="568451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3767" y="1359408"/>
              <a:ext cx="806195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35267" y="1359408"/>
              <a:ext cx="1426464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8560" y="1359408"/>
              <a:ext cx="1412748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70075" y="1786127"/>
              <a:ext cx="1559052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04515" y="1786127"/>
              <a:ext cx="1281683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61587" y="1786127"/>
              <a:ext cx="981456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19955" y="1786127"/>
              <a:ext cx="963168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58511" y="1786127"/>
              <a:ext cx="1324356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58255" y="1786127"/>
              <a:ext cx="562355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51219" y="1786127"/>
              <a:ext cx="649224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31052" y="1786127"/>
              <a:ext cx="762000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68440" y="1786127"/>
              <a:ext cx="787907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31735" y="1786127"/>
              <a:ext cx="562355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24699" y="1786127"/>
              <a:ext cx="649224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304531" y="1786127"/>
              <a:ext cx="752855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32775" y="1786127"/>
              <a:ext cx="1208531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70075" y="2212847"/>
              <a:ext cx="1025651" cy="7894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08631" y="2212847"/>
              <a:ext cx="1984247" cy="7894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605783" y="2212847"/>
              <a:ext cx="786384" cy="7894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005071" y="2212847"/>
              <a:ext cx="1952244" cy="78943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70219" y="2212847"/>
              <a:ext cx="954024" cy="78943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54852" y="2212847"/>
              <a:ext cx="563879" cy="789431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579244" y="1439417"/>
            <a:ext cx="712724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"/>
              <a:tabLst>
                <a:tab pos="330200" algn="l"/>
              </a:tabLst>
            </a:pP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Binary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literals</a:t>
            </a:r>
            <a:r>
              <a:rPr sz="2800" b="1" spc="60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(base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2):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signify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binary 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literals,</a:t>
            </a:r>
            <a:r>
              <a:rPr sz="2800" b="1" spc="50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you’ll</a:t>
            </a:r>
            <a:r>
              <a:rPr sz="2800" b="1" spc="5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800" b="1" spc="5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5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prefix</a:t>
            </a:r>
            <a:r>
              <a:rPr sz="2800" b="1" spc="5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‘0B’</a:t>
            </a:r>
            <a:r>
              <a:rPr sz="2800" b="1" spc="5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800" b="1" spc="5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‘0b’</a:t>
            </a:r>
            <a:r>
              <a:rPr sz="2800" b="1" spc="5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(zero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uppercase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lowercase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‘b’).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04672" y="2673095"/>
            <a:ext cx="8339455" cy="3578860"/>
            <a:chOff x="804672" y="2673095"/>
            <a:chExt cx="8339455" cy="3578860"/>
          </a:xfrm>
        </p:grpSpPr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4672" y="3019044"/>
              <a:ext cx="8339328" cy="323240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99744" y="3214116"/>
              <a:ext cx="7819644" cy="26441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024372" y="2673095"/>
              <a:ext cx="2930651" cy="349758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085458" y="4382770"/>
              <a:ext cx="2733040" cy="1706880"/>
            </a:xfrm>
            <a:custGeom>
              <a:avLst/>
              <a:gdLst/>
              <a:ahLst/>
              <a:cxnLst/>
              <a:rect l="l" t="t" r="r" b="b"/>
              <a:pathLst>
                <a:path w="2733040" h="1706879">
                  <a:moveTo>
                    <a:pt x="2732913" y="0"/>
                  </a:moveTo>
                  <a:lnTo>
                    <a:pt x="2714679" y="65238"/>
                  </a:lnTo>
                  <a:lnTo>
                    <a:pt x="2690056" y="128882"/>
                  </a:lnTo>
                  <a:lnTo>
                    <a:pt x="2659203" y="190857"/>
                  </a:lnTo>
                  <a:lnTo>
                    <a:pt x="2622279" y="251087"/>
                  </a:lnTo>
                  <a:lnTo>
                    <a:pt x="2579444" y="309498"/>
                  </a:lnTo>
                  <a:lnTo>
                    <a:pt x="2530856" y="366013"/>
                  </a:lnTo>
                  <a:lnTo>
                    <a:pt x="2504454" y="393537"/>
                  </a:lnTo>
                  <a:lnTo>
                    <a:pt x="2476674" y="420558"/>
                  </a:lnTo>
                  <a:lnTo>
                    <a:pt x="2447535" y="447068"/>
                  </a:lnTo>
                  <a:lnTo>
                    <a:pt x="2417058" y="473058"/>
                  </a:lnTo>
                  <a:lnTo>
                    <a:pt x="2385262" y="498517"/>
                  </a:lnTo>
                  <a:lnTo>
                    <a:pt x="2352167" y="523436"/>
                  </a:lnTo>
                  <a:lnTo>
                    <a:pt x="2317793" y="547807"/>
                  </a:lnTo>
                  <a:lnTo>
                    <a:pt x="2282159" y="571619"/>
                  </a:lnTo>
                  <a:lnTo>
                    <a:pt x="2245287" y="594863"/>
                  </a:lnTo>
                  <a:lnTo>
                    <a:pt x="2207195" y="617529"/>
                  </a:lnTo>
                  <a:lnTo>
                    <a:pt x="2167904" y="639610"/>
                  </a:lnTo>
                  <a:lnTo>
                    <a:pt x="2127433" y="661094"/>
                  </a:lnTo>
                  <a:lnTo>
                    <a:pt x="2085803" y="681972"/>
                  </a:lnTo>
                  <a:lnTo>
                    <a:pt x="2043033" y="702236"/>
                  </a:lnTo>
                  <a:lnTo>
                    <a:pt x="1999143" y="721875"/>
                  </a:lnTo>
                  <a:lnTo>
                    <a:pt x="1954153" y="740880"/>
                  </a:lnTo>
                  <a:lnTo>
                    <a:pt x="1908083" y="759243"/>
                  </a:lnTo>
                  <a:lnTo>
                    <a:pt x="1860952" y="776953"/>
                  </a:lnTo>
                  <a:lnTo>
                    <a:pt x="1812782" y="794000"/>
                  </a:lnTo>
                  <a:lnTo>
                    <a:pt x="1763591" y="810377"/>
                  </a:lnTo>
                  <a:lnTo>
                    <a:pt x="1713399" y="826073"/>
                  </a:lnTo>
                  <a:lnTo>
                    <a:pt x="1662227" y="841078"/>
                  </a:lnTo>
                  <a:lnTo>
                    <a:pt x="1610094" y="855384"/>
                  </a:lnTo>
                  <a:lnTo>
                    <a:pt x="1557021" y="868981"/>
                  </a:lnTo>
                  <a:lnTo>
                    <a:pt x="1503026" y="881860"/>
                  </a:lnTo>
                  <a:lnTo>
                    <a:pt x="1448130" y="894010"/>
                  </a:lnTo>
                  <a:lnTo>
                    <a:pt x="1392354" y="905424"/>
                  </a:lnTo>
                  <a:lnTo>
                    <a:pt x="1335716" y="916090"/>
                  </a:lnTo>
                  <a:lnTo>
                    <a:pt x="1278236" y="926001"/>
                  </a:lnTo>
                  <a:lnTo>
                    <a:pt x="1219935" y="935146"/>
                  </a:lnTo>
                  <a:lnTo>
                    <a:pt x="1160833" y="943517"/>
                  </a:lnTo>
                  <a:lnTo>
                    <a:pt x="1100948" y="951103"/>
                  </a:lnTo>
                  <a:lnTo>
                    <a:pt x="1040302" y="957895"/>
                  </a:lnTo>
                  <a:lnTo>
                    <a:pt x="978914" y="963885"/>
                  </a:lnTo>
                  <a:lnTo>
                    <a:pt x="916805" y="969062"/>
                  </a:lnTo>
                  <a:lnTo>
                    <a:pt x="853992" y="973416"/>
                  </a:lnTo>
                  <a:lnTo>
                    <a:pt x="790498" y="976940"/>
                  </a:lnTo>
                  <a:lnTo>
                    <a:pt x="726342" y="979623"/>
                  </a:lnTo>
                  <a:lnTo>
                    <a:pt x="661542" y="981455"/>
                  </a:lnTo>
                  <a:lnTo>
                    <a:pt x="723645" y="409193"/>
                  </a:lnTo>
                  <a:lnTo>
                    <a:pt x="0" y="1029080"/>
                  </a:lnTo>
                  <a:lnTo>
                    <a:pt x="582802" y="1706727"/>
                  </a:lnTo>
                  <a:lnTo>
                    <a:pt x="644906" y="1134363"/>
                  </a:lnTo>
                  <a:lnTo>
                    <a:pt x="709814" y="1132534"/>
                  </a:lnTo>
                  <a:lnTo>
                    <a:pt x="774047" y="1129855"/>
                  </a:lnTo>
                  <a:lnTo>
                    <a:pt x="837588" y="1126337"/>
                  </a:lnTo>
                  <a:lnTo>
                    <a:pt x="900417" y="1121990"/>
                  </a:lnTo>
                  <a:lnTo>
                    <a:pt x="962517" y="1116823"/>
                  </a:lnTo>
                  <a:lnTo>
                    <a:pt x="1023869" y="1110847"/>
                  </a:lnTo>
                  <a:lnTo>
                    <a:pt x="1084455" y="1104072"/>
                  </a:lnTo>
                  <a:lnTo>
                    <a:pt x="1144256" y="1096506"/>
                  </a:lnTo>
                  <a:lnTo>
                    <a:pt x="1203254" y="1088162"/>
                  </a:lnTo>
                  <a:lnTo>
                    <a:pt x="1261431" y="1079047"/>
                  </a:lnTo>
                  <a:lnTo>
                    <a:pt x="1318768" y="1069173"/>
                  </a:lnTo>
                  <a:lnTo>
                    <a:pt x="1375248" y="1058550"/>
                  </a:lnTo>
                  <a:lnTo>
                    <a:pt x="1430851" y="1047186"/>
                  </a:lnTo>
                  <a:lnTo>
                    <a:pt x="1485560" y="1035093"/>
                  </a:lnTo>
                  <a:lnTo>
                    <a:pt x="1539356" y="1022280"/>
                  </a:lnTo>
                  <a:lnTo>
                    <a:pt x="1592221" y="1008757"/>
                  </a:lnTo>
                  <a:lnTo>
                    <a:pt x="1644136" y="994534"/>
                  </a:lnTo>
                  <a:lnTo>
                    <a:pt x="1695084" y="979621"/>
                  </a:lnTo>
                  <a:lnTo>
                    <a:pt x="1745046" y="964029"/>
                  </a:lnTo>
                  <a:lnTo>
                    <a:pt x="1794003" y="947766"/>
                  </a:lnTo>
                  <a:lnTo>
                    <a:pt x="1841937" y="930843"/>
                  </a:lnTo>
                  <a:lnTo>
                    <a:pt x="1888830" y="913269"/>
                  </a:lnTo>
                  <a:lnTo>
                    <a:pt x="1934664" y="895056"/>
                  </a:lnTo>
                  <a:lnTo>
                    <a:pt x="1979420" y="876212"/>
                  </a:lnTo>
                  <a:lnTo>
                    <a:pt x="2023080" y="856748"/>
                  </a:lnTo>
                  <a:lnTo>
                    <a:pt x="2065625" y="836674"/>
                  </a:lnTo>
                  <a:lnTo>
                    <a:pt x="2107038" y="815999"/>
                  </a:lnTo>
                  <a:lnTo>
                    <a:pt x="2147300" y="794734"/>
                  </a:lnTo>
                  <a:lnTo>
                    <a:pt x="2186392" y="772888"/>
                  </a:lnTo>
                  <a:lnTo>
                    <a:pt x="2224297" y="750472"/>
                  </a:lnTo>
                  <a:lnTo>
                    <a:pt x="2260995" y="727495"/>
                  </a:lnTo>
                  <a:lnTo>
                    <a:pt x="2296470" y="703968"/>
                  </a:lnTo>
                  <a:lnTo>
                    <a:pt x="2330701" y="679899"/>
                  </a:lnTo>
                  <a:lnTo>
                    <a:pt x="2363672" y="655301"/>
                  </a:lnTo>
                  <a:lnTo>
                    <a:pt x="2395364" y="630181"/>
                  </a:lnTo>
                  <a:lnTo>
                    <a:pt x="2425757" y="604551"/>
                  </a:lnTo>
                  <a:lnTo>
                    <a:pt x="2454835" y="578419"/>
                  </a:lnTo>
                  <a:lnTo>
                    <a:pt x="2482579" y="551797"/>
                  </a:lnTo>
                  <a:lnTo>
                    <a:pt x="2533990" y="497120"/>
                  </a:lnTo>
                  <a:lnTo>
                    <a:pt x="2579844" y="440598"/>
                  </a:lnTo>
                  <a:lnTo>
                    <a:pt x="2619994" y="382312"/>
                  </a:lnTo>
                  <a:lnTo>
                    <a:pt x="2654294" y="322341"/>
                  </a:lnTo>
                  <a:lnTo>
                    <a:pt x="2682598" y="260765"/>
                  </a:lnTo>
                  <a:lnTo>
                    <a:pt x="2704758" y="197663"/>
                  </a:lnTo>
                  <a:lnTo>
                    <a:pt x="2720628" y="133115"/>
                  </a:lnTo>
                  <a:lnTo>
                    <a:pt x="2730062" y="67201"/>
                  </a:lnTo>
                  <a:lnTo>
                    <a:pt x="2732319" y="33756"/>
                  </a:lnTo>
                  <a:lnTo>
                    <a:pt x="2732913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61556" y="2714625"/>
              <a:ext cx="2473960" cy="1745614"/>
            </a:xfrm>
            <a:custGeom>
              <a:avLst/>
              <a:gdLst/>
              <a:ahLst/>
              <a:cxnLst/>
              <a:rect l="l" t="t" r="r" b="b"/>
              <a:pathLst>
                <a:path w="2473959" h="1745614">
                  <a:moveTo>
                    <a:pt x="16637" y="0"/>
                  </a:moveTo>
                  <a:lnTo>
                    <a:pt x="0" y="152908"/>
                  </a:lnTo>
                  <a:lnTo>
                    <a:pt x="63014" y="160131"/>
                  </a:lnTo>
                  <a:lnTo>
                    <a:pt x="125578" y="168067"/>
                  </a:lnTo>
                  <a:lnTo>
                    <a:pt x="187675" y="176705"/>
                  </a:lnTo>
                  <a:lnTo>
                    <a:pt x="249288" y="186036"/>
                  </a:lnTo>
                  <a:lnTo>
                    <a:pt x="310403" y="196047"/>
                  </a:lnTo>
                  <a:lnTo>
                    <a:pt x="371002" y="206730"/>
                  </a:lnTo>
                  <a:lnTo>
                    <a:pt x="431070" y="218073"/>
                  </a:lnTo>
                  <a:lnTo>
                    <a:pt x="490591" y="230066"/>
                  </a:lnTo>
                  <a:lnTo>
                    <a:pt x="549549" y="242699"/>
                  </a:lnTo>
                  <a:lnTo>
                    <a:pt x="607927" y="255961"/>
                  </a:lnTo>
                  <a:lnTo>
                    <a:pt x="665709" y="269842"/>
                  </a:lnTo>
                  <a:lnTo>
                    <a:pt x="722881" y="284332"/>
                  </a:lnTo>
                  <a:lnTo>
                    <a:pt x="779424" y="299420"/>
                  </a:lnTo>
                  <a:lnTo>
                    <a:pt x="835324" y="315095"/>
                  </a:lnTo>
                  <a:lnTo>
                    <a:pt x="890564" y="331347"/>
                  </a:lnTo>
                  <a:lnTo>
                    <a:pt x="945129" y="348166"/>
                  </a:lnTo>
                  <a:lnTo>
                    <a:pt x="999001" y="365541"/>
                  </a:lnTo>
                  <a:lnTo>
                    <a:pt x="1052166" y="383462"/>
                  </a:lnTo>
                  <a:lnTo>
                    <a:pt x="1104607" y="401919"/>
                  </a:lnTo>
                  <a:lnTo>
                    <a:pt x="1156308" y="420901"/>
                  </a:lnTo>
                  <a:lnTo>
                    <a:pt x="1207253" y="440397"/>
                  </a:lnTo>
                  <a:lnTo>
                    <a:pt x="1257425" y="460397"/>
                  </a:lnTo>
                  <a:lnTo>
                    <a:pt x="1306810" y="480891"/>
                  </a:lnTo>
                  <a:lnTo>
                    <a:pt x="1355390" y="501869"/>
                  </a:lnTo>
                  <a:lnTo>
                    <a:pt x="1403151" y="523319"/>
                  </a:lnTo>
                  <a:lnTo>
                    <a:pt x="1450074" y="545232"/>
                  </a:lnTo>
                  <a:lnTo>
                    <a:pt x="1496146" y="567597"/>
                  </a:lnTo>
                  <a:lnTo>
                    <a:pt x="1541349" y="590404"/>
                  </a:lnTo>
                  <a:lnTo>
                    <a:pt x="1585667" y="613641"/>
                  </a:lnTo>
                  <a:lnTo>
                    <a:pt x="1629085" y="637300"/>
                  </a:lnTo>
                  <a:lnTo>
                    <a:pt x="1671586" y="661369"/>
                  </a:lnTo>
                  <a:lnTo>
                    <a:pt x="1713155" y="685837"/>
                  </a:lnTo>
                  <a:lnTo>
                    <a:pt x="1753775" y="710695"/>
                  </a:lnTo>
                  <a:lnTo>
                    <a:pt x="1793430" y="735933"/>
                  </a:lnTo>
                  <a:lnTo>
                    <a:pt x="1832104" y="761539"/>
                  </a:lnTo>
                  <a:lnTo>
                    <a:pt x="1869782" y="787503"/>
                  </a:lnTo>
                  <a:lnTo>
                    <a:pt x="1906446" y="813815"/>
                  </a:lnTo>
                  <a:lnTo>
                    <a:pt x="1942081" y="840464"/>
                  </a:lnTo>
                  <a:lnTo>
                    <a:pt x="1976672" y="867440"/>
                  </a:lnTo>
                  <a:lnTo>
                    <a:pt x="2010201" y="894733"/>
                  </a:lnTo>
                  <a:lnTo>
                    <a:pt x="2042653" y="922332"/>
                  </a:lnTo>
                  <a:lnTo>
                    <a:pt x="2074012" y="950226"/>
                  </a:lnTo>
                  <a:lnTo>
                    <a:pt x="2104261" y="978406"/>
                  </a:lnTo>
                  <a:lnTo>
                    <a:pt x="2133385" y="1006861"/>
                  </a:lnTo>
                  <a:lnTo>
                    <a:pt x="2161368" y="1035580"/>
                  </a:lnTo>
                  <a:lnTo>
                    <a:pt x="2188193" y="1064552"/>
                  </a:lnTo>
                  <a:lnTo>
                    <a:pt x="2213845" y="1093769"/>
                  </a:lnTo>
                  <a:lnTo>
                    <a:pt x="2238307" y="1123218"/>
                  </a:lnTo>
                  <a:lnTo>
                    <a:pt x="2283598" y="1182775"/>
                  </a:lnTo>
                  <a:lnTo>
                    <a:pt x="2323938" y="1243139"/>
                  </a:lnTo>
                  <a:lnTo>
                    <a:pt x="2359198" y="1304227"/>
                  </a:lnTo>
                  <a:lnTo>
                    <a:pt x="2389251" y="1365956"/>
                  </a:lnTo>
                  <a:lnTo>
                    <a:pt x="2413967" y="1428241"/>
                  </a:lnTo>
                  <a:lnTo>
                    <a:pt x="2433218" y="1491000"/>
                  </a:lnTo>
                  <a:lnTo>
                    <a:pt x="2446876" y="1554150"/>
                  </a:lnTo>
                  <a:lnTo>
                    <a:pt x="2454812" y="1617606"/>
                  </a:lnTo>
                  <a:lnTo>
                    <a:pt x="2456898" y="1681286"/>
                  </a:lnTo>
                  <a:lnTo>
                    <a:pt x="2455706" y="1713184"/>
                  </a:lnTo>
                  <a:lnTo>
                    <a:pt x="2453004" y="1745107"/>
                  </a:lnTo>
                  <a:lnTo>
                    <a:pt x="2469641" y="1592072"/>
                  </a:lnTo>
                  <a:lnTo>
                    <a:pt x="2472343" y="1560155"/>
                  </a:lnTo>
                  <a:lnTo>
                    <a:pt x="2473535" y="1528262"/>
                  </a:lnTo>
                  <a:lnTo>
                    <a:pt x="2473231" y="1496405"/>
                  </a:lnTo>
                  <a:lnTo>
                    <a:pt x="2468204" y="1432836"/>
                  </a:lnTo>
                  <a:lnTo>
                    <a:pt x="2457391" y="1369532"/>
                  </a:lnTo>
                  <a:lnTo>
                    <a:pt x="2440921" y="1306576"/>
                  </a:lnTo>
                  <a:lnTo>
                    <a:pt x="2418921" y="1244051"/>
                  </a:lnTo>
                  <a:lnTo>
                    <a:pt x="2391521" y="1182041"/>
                  </a:lnTo>
                  <a:lnTo>
                    <a:pt x="2358848" y="1120630"/>
                  </a:lnTo>
                  <a:lnTo>
                    <a:pt x="2321032" y="1059900"/>
                  </a:lnTo>
                  <a:lnTo>
                    <a:pt x="2278200" y="999935"/>
                  </a:lnTo>
                  <a:lnTo>
                    <a:pt x="2230482" y="940819"/>
                  </a:lnTo>
                  <a:lnTo>
                    <a:pt x="2204830" y="911605"/>
                  </a:lnTo>
                  <a:lnTo>
                    <a:pt x="2178005" y="882635"/>
                  </a:lnTo>
                  <a:lnTo>
                    <a:pt x="2150022" y="853918"/>
                  </a:lnTo>
                  <a:lnTo>
                    <a:pt x="2120898" y="825466"/>
                  </a:lnTo>
                  <a:lnTo>
                    <a:pt x="2090649" y="797288"/>
                  </a:lnTo>
                  <a:lnTo>
                    <a:pt x="2059290" y="769396"/>
                  </a:lnTo>
                  <a:lnTo>
                    <a:pt x="2026838" y="741799"/>
                  </a:lnTo>
                  <a:lnTo>
                    <a:pt x="1993309" y="714508"/>
                  </a:lnTo>
                  <a:lnTo>
                    <a:pt x="1958718" y="687534"/>
                  </a:lnTo>
                  <a:lnTo>
                    <a:pt x="1923083" y="660886"/>
                  </a:lnTo>
                  <a:lnTo>
                    <a:pt x="1886419" y="634576"/>
                  </a:lnTo>
                  <a:lnTo>
                    <a:pt x="1848741" y="608613"/>
                  </a:lnTo>
                  <a:lnTo>
                    <a:pt x="1810067" y="583009"/>
                  </a:lnTo>
                  <a:lnTo>
                    <a:pt x="1770412" y="557773"/>
                  </a:lnTo>
                  <a:lnTo>
                    <a:pt x="1729792" y="532916"/>
                  </a:lnTo>
                  <a:lnTo>
                    <a:pt x="1688223" y="508448"/>
                  </a:lnTo>
                  <a:lnTo>
                    <a:pt x="1645722" y="484381"/>
                  </a:lnTo>
                  <a:lnTo>
                    <a:pt x="1602304" y="460723"/>
                  </a:lnTo>
                  <a:lnTo>
                    <a:pt x="1557986" y="437487"/>
                  </a:lnTo>
                  <a:lnTo>
                    <a:pt x="1512783" y="414681"/>
                  </a:lnTo>
                  <a:lnTo>
                    <a:pt x="1466711" y="392317"/>
                  </a:lnTo>
                  <a:lnTo>
                    <a:pt x="1419788" y="370405"/>
                  </a:lnTo>
                  <a:lnTo>
                    <a:pt x="1372027" y="348955"/>
                  </a:lnTo>
                  <a:lnTo>
                    <a:pt x="1323447" y="327979"/>
                  </a:lnTo>
                  <a:lnTo>
                    <a:pt x="1274062" y="307485"/>
                  </a:lnTo>
                  <a:lnTo>
                    <a:pt x="1223890" y="287485"/>
                  </a:lnTo>
                  <a:lnTo>
                    <a:pt x="1172945" y="267989"/>
                  </a:lnTo>
                  <a:lnTo>
                    <a:pt x="1121244" y="249008"/>
                  </a:lnTo>
                  <a:lnTo>
                    <a:pt x="1068803" y="230552"/>
                  </a:lnTo>
                  <a:lnTo>
                    <a:pt x="1015638" y="212631"/>
                  </a:lnTo>
                  <a:lnTo>
                    <a:pt x="961766" y="195256"/>
                  </a:lnTo>
                  <a:lnTo>
                    <a:pt x="907201" y="178438"/>
                  </a:lnTo>
                  <a:lnTo>
                    <a:pt x="851961" y="162186"/>
                  </a:lnTo>
                  <a:lnTo>
                    <a:pt x="796061" y="146511"/>
                  </a:lnTo>
                  <a:lnTo>
                    <a:pt x="739518" y="131423"/>
                  </a:lnTo>
                  <a:lnTo>
                    <a:pt x="682346" y="116934"/>
                  </a:lnTo>
                  <a:lnTo>
                    <a:pt x="624564" y="103053"/>
                  </a:lnTo>
                  <a:lnTo>
                    <a:pt x="566186" y="89791"/>
                  </a:lnTo>
                  <a:lnTo>
                    <a:pt x="507228" y="77158"/>
                  </a:lnTo>
                  <a:lnTo>
                    <a:pt x="447707" y="65165"/>
                  </a:lnTo>
                  <a:lnTo>
                    <a:pt x="387639" y="53822"/>
                  </a:lnTo>
                  <a:lnTo>
                    <a:pt x="327040" y="43139"/>
                  </a:lnTo>
                  <a:lnTo>
                    <a:pt x="265925" y="33128"/>
                  </a:lnTo>
                  <a:lnTo>
                    <a:pt x="204312" y="23797"/>
                  </a:lnTo>
                  <a:lnTo>
                    <a:pt x="142215" y="15159"/>
                  </a:lnTo>
                  <a:lnTo>
                    <a:pt x="79651" y="7223"/>
                  </a:lnTo>
                  <a:lnTo>
                    <a:pt x="16637" y="0"/>
                  </a:lnTo>
                  <a:close/>
                </a:path>
              </a:pathLst>
            </a:custGeom>
            <a:solidFill>
              <a:srgbClr val="7C95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85458" y="2714625"/>
              <a:ext cx="2750185" cy="3375025"/>
            </a:xfrm>
            <a:custGeom>
              <a:avLst/>
              <a:gdLst/>
              <a:ahLst/>
              <a:cxnLst/>
              <a:rect l="l" t="t" r="r" b="b"/>
              <a:pathLst>
                <a:path w="2750184" h="3375025">
                  <a:moveTo>
                    <a:pt x="2729102" y="1745107"/>
                  </a:moveTo>
                  <a:lnTo>
                    <a:pt x="2731804" y="1713184"/>
                  </a:lnTo>
                  <a:lnTo>
                    <a:pt x="2732996" y="1681286"/>
                  </a:lnTo>
                  <a:lnTo>
                    <a:pt x="2732692" y="1649424"/>
                  </a:lnTo>
                  <a:lnTo>
                    <a:pt x="2727665" y="1585845"/>
                  </a:lnTo>
                  <a:lnTo>
                    <a:pt x="2716852" y="1522532"/>
                  </a:lnTo>
                  <a:lnTo>
                    <a:pt x="2700382" y="1459567"/>
                  </a:lnTo>
                  <a:lnTo>
                    <a:pt x="2678382" y="1397034"/>
                  </a:lnTo>
                  <a:lnTo>
                    <a:pt x="2650982" y="1335016"/>
                  </a:lnTo>
                  <a:lnTo>
                    <a:pt x="2618309" y="1273598"/>
                  </a:lnTo>
                  <a:lnTo>
                    <a:pt x="2580493" y="1212861"/>
                  </a:lnTo>
                  <a:lnTo>
                    <a:pt x="2537661" y="1152891"/>
                  </a:lnTo>
                  <a:lnTo>
                    <a:pt x="2489943" y="1093769"/>
                  </a:lnTo>
                  <a:lnTo>
                    <a:pt x="2464291" y="1064552"/>
                  </a:lnTo>
                  <a:lnTo>
                    <a:pt x="2437466" y="1035580"/>
                  </a:lnTo>
                  <a:lnTo>
                    <a:pt x="2409483" y="1006861"/>
                  </a:lnTo>
                  <a:lnTo>
                    <a:pt x="2380359" y="978406"/>
                  </a:lnTo>
                  <a:lnTo>
                    <a:pt x="2350110" y="950226"/>
                  </a:lnTo>
                  <a:lnTo>
                    <a:pt x="2318751" y="922332"/>
                  </a:lnTo>
                  <a:lnTo>
                    <a:pt x="2286299" y="894733"/>
                  </a:lnTo>
                  <a:lnTo>
                    <a:pt x="2252770" y="867440"/>
                  </a:lnTo>
                  <a:lnTo>
                    <a:pt x="2218179" y="840464"/>
                  </a:lnTo>
                  <a:lnTo>
                    <a:pt x="2182544" y="813815"/>
                  </a:lnTo>
                  <a:lnTo>
                    <a:pt x="2145880" y="787503"/>
                  </a:lnTo>
                  <a:lnTo>
                    <a:pt x="2108202" y="761539"/>
                  </a:lnTo>
                  <a:lnTo>
                    <a:pt x="2069528" y="735933"/>
                  </a:lnTo>
                  <a:lnTo>
                    <a:pt x="2029873" y="710695"/>
                  </a:lnTo>
                  <a:lnTo>
                    <a:pt x="1989253" y="685837"/>
                  </a:lnTo>
                  <a:lnTo>
                    <a:pt x="1947684" y="661369"/>
                  </a:lnTo>
                  <a:lnTo>
                    <a:pt x="1905183" y="637300"/>
                  </a:lnTo>
                  <a:lnTo>
                    <a:pt x="1861765" y="613641"/>
                  </a:lnTo>
                  <a:lnTo>
                    <a:pt x="1817447" y="590404"/>
                  </a:lnTo>
                  <a:lnTo>
                    <a:pt x="1772244" y="567597"/>
                  </a:lnTo>
                  <a:lnTo>
                    <a:pt x="1726172" y="545232"/>
                  </a:lnTo>
                  <a:lnTo>
                    <a:pt x="1679249" y="523319"/>
                  </a:lnTo>
                  <a:lnTo>
                    <a:pt x="1631488" y="501869"/>
                  </a:lnTo>
                  <a:lnTo>
                    <a:pt x="1582908" y="480891"/>
                  </a:lnTo>
                  <a:lnTo>
                    <a:pt x="1533523" y="460397"/>
                  </a:lnTo>
                  <a:lnTo>
                    <a:pt x="1483351" y="440397"/>
                  </a:lnTo>
                  <a:lnTo>
                    <a:pt x="1432406" y="420901"/>
                  </a:lnTo>
                  <a:lnTo>
                    <a:pt x="1380705" y="401919"/>
                  </a:lnTo>
                  <a:lnTo>
                    <a:pt x="1328264" y="383462"/>
                  </a:lnTo>
                  <a:lnTo>
                    <a:pt x="1275099" y="365541"/>
                  </a:lnTo>
                  <a:lnTo>
                    <a:pt x="1221227" y="348166"/>
                  </a:lnTo>
                  <a:lnTo>
                    <a:pt x="1166662" y="331347"/>
                  </a:lnTo>
                  <a:lnTo>
                    <a:pt x="1111422" y="315095"/>
                  </a:lnTo>
                  <a:lnTo>
                    <a:pt x="1055522" y="299420"/>
                  </a:lnTo>
                  <a:lnTo>
                    <a:pt x="998979" y="284332"/>
                  </a:lnTo>
                  <a:lnTo>
                    <a:pt x="941807" y="269842"/>
                  </a:lnTo>
                  <a:lnTo>
                    <a:pt x="884025" y="255961"/>
                  </a:lnTo>
                  <a:lnTo>
                    <a:pt x="825647" y="242699"/>
                  </a:lnTo>
                  <a:lnTo>
                    <a:pt x="766689" y="230066"/>
                  </a:lnTo>
                  <a:lnTo>
                    <a:pt x="707168" y="218073"/>
                  </a:lnTo>
                  <a:lnTo>
                    <a:pt x="647100" y="206730"/>
                  </a:lnTo>
                  <a:lnTo>
                    <a:pt x="586501" y="196047"/>
                  </a:lnTo>
                  <a:lnTo>
                    <a:pt x="525386" y="186036"/>
                  </a:lnTo>
                  <a:lnTo>
                    <a:pt x="463773" y="176705"/>
                  </a:lnTo>
                  <a:lnTo>
                    <a:pt x="401676" y="168067"/>
                  </a:lnTo>
                  <a:lnTo>
                    <a:pt x="339112" y="160131"/>
                  </a:lnTo>
                  <a:lnTo>
                    <a:pt x="276098" y="152908"/>
                  </a:lnTo>
                  <a:lnTo>
                    <a:pt x="292735" y="0"/>
                  </a:lnTo>
                  <a:lnTo>
                    <a:pt x="355749" y="7223"/>
                  </a:lnTo>
                  <a:lnTo>
                    <a:pt x="418313" y="15159"/>
                  </a:lnTo>
                  <a:lnTo>
                    <a:pt x="480410" y="23797"/>
                  </a:lnTo>
                  <a:lnTo>
                    <a:pt x="542023" y="33128"/>
                  </a:lnTo>
                  <a:lnTo>
                    <a:pt x="603138" y="43139"/>
                  </a:lnTo>
                  <a:lnTo>
                    <a:pt x="663737" y="53822"/>
                  </a:lnTo>
                  <a:lnTo>
                    <a:pt x="723805" y="65165"/>
                  </a:lnTo>
                  <a:lnTo>
                    <a:pt x="783326" y="77158"/>
                  </a:lnTo>
                  <a:lnTo>
                    <a:pt x="842284" y="89791"/>
                  </a:lnTo>
                  <a:lnTo>
                    <a:pt x="900662" y="103053"/>
                  </a:lnTo>
                  <a:lnTo>
                    <a:pt x="958444" y="116934"/>
                  </a:lnTo>
                  <a:lnTo>
                    <a:pt x="1015616" y="131423"/>
                  </a:lnTo>
                  <a:lnTo>
                    <a:pt x="1072159" y="146511"/>
                  </a:lnTo>
                  <a:lnTo>
                    <a:pt x="1128059" y="162186"/>
                  </a:lnTo>
                  <a:lnTo>
                    <a:pt x="1183299" y="178438"/>
                  </a:lnTo>
                  <a:lnTo>
                    <a:pt x="1237864" y="195256"/>
                  </a:lnTo>
                  <a:lnTo>
                    <a:pt x="1291736" y="212631"/>
                  </a:lnTo>
                  <a:lnTo>
                    <a:pt x="1344901" y="230552"/>
                  </a:lnTo>
                  <a:lnTo>
                    <a:pt x="1397342" y="249008"/>
                  </a:lnTo>
                  <a:lnTo>
                    <a:pt x="1449043" y="267989"/>
                  </a:lnTo>
                  <a:lnTo>
                    <a:pt x="1499988" y="287485"/>
                  </a:lnTo>
                  <a:lnTo>
                    <a:pt x="1550160" y="307485"/>
                  </a:lnTo>
                  <a:lnTo>
                    <a:pt x="1599545" y="327979"/>
                  </a:lnTo>
                  <a:lnTo>
                    <a:pt x="1648125" y="348955"/>
                  </a:lnTo>
                  <a:lnTo>
                    <a:pt x="1695886" y="370405"/>
                  </a:lnTo>
                  <a:lnTo>
                    <a:pt x="1742809" y="392317"/>
                  </a:lnTo>
                  <a:lnTo>
                    <a:pt x="1788881" y="414681"/>
                  </a:lnTo>
                  <a:lnTo>
                    <a:pt x="1834084" y="437487"/>
                  </a:lnTo>
                  <a:lnTo>
                    <a:pt x="1878402" y="460723"/>
                  </a:lnTo>
                  <a:lnTo>
                    <a:pt x="1921820" y="484381"/>
                  </a:lnTo>
                  <a:lnTo>
                    <a:pt x="1964321" y="508448"/>
                  </a:lnTo>
                  <a:lnTo>
                    <a:pt x="2005890" y="532916"/>
                  </a:lnTo>
                  <a:lnTo>
                    <a:pt x="2046510" y="557773"/>
                  </a:lnTo>
                  <a:lnTo>
                    <a:pt x="2086165" y="583009"/>
                  </a:lnTo>
                  <a:lnTo>
                    <a:pt x="2124839" y="608613"/>
                  </a:lnTo>
                  <a:lnTo>
                    <a:pt x="2162517" y="634576"/>
                  </a:lnTo>
                  <a:lnTo>
                    <a:pt x="2199181" y="660886"/>
                  </a:lnTo>
                  <a:lnTo>
                    <a:pt x="2234816" y="687534"/>
                  </a:lnTo>
                  <a:lnTo>
                    <a:pt x="2269407" y="714508"/>
                  </a:lnTo>
                  <a:lnTo>
                    <a:pt x="2302936" y="741799"/>
                  </a:lnTo>
                  <a:lnTo>
                    <a:pt x="2335388" y="769396"/>
                  </a:lnTo>
                  <a:lnTo>
                    <a:pt x="2366747" y="797288"/>
                  </a:lnTo>
                  <a:lnTo>
                    <a:pt x="2396996" y="825466"/>
                  </a:lnTo>
                  <a:lnTo>
                    <a:pt x="2426120" y="853918"/>
                  </a:lnTo>
                  <a:lnTo>
                    <a:pt x="2454103" y="882635"/>
                  </a:lnTo>
                  <a:lnTo>
                    <a:pt x="2480928" y="911605"/>
                  </a:lnTo>
                  <a:lnTo>
                    <a:pt x="2506580" y="940819"/>
                  </a:lnTo>
                  <a:lnTo>
                    <a:pt x="2531042" y="970266"/>
                  </a:lnTo>
                  <a:lnTo>
                    <a:pt x="2576333" y="1029817"/>
                  </a:lnTo>
                  <a:lnTo>
                    <a:pt x="2616673" y="1090174"/>
                  </a:lnTo>
                  <a:lnTo>
                    <a:pt x="2651933" y="1151255"/>
                  </a:lnTo>
                  <a:lnTo>
                    <a:pt x="2681986" y="1212977"/>
                  </a:lnTo>
                  <a:lnTo>
                    <a:pt x="2706702" y="1275254"/>
                  </a:lnTo>
                  <a:lnTo>
                    <a:pt x="2725953" y="1338005"/>
                  </a:lnTo>
                  <a:lnTo>
                    <a:pt x="2739611" y="1401146"/>
                  </a:lnTo>
                  <a:lnTo>
                    <a:pt x="2747547" y="1464593"/>
                  </a:lnTo>
                  <a:lnTo>
                    <a:pt x="2749633" y="1528262"/>
                  </a:lnTo>
                  <a:lnTo>
                    <a:pt x="2748441" y="1560155"/>
                  </a:lnTo>
                  <a:lnTo>
                    <a:pt x="2729102" y="1745107"/>
                  </a:lnTo>
                  <a:lnTo>
                    <a:pt x="2718656" y="1810818"/>
                  </a:lnTo>
                  <a:lnTo>
                    <a:pt x="2701836" y="1875116"/>
                  </a:lnTo>
                  <a:lnTo>
                    <a:pt x="2678793" y="1937925"/>
                  </a:lnTo>
                  <a:lnTo>
                    <a:pt x="2649673" y="1999169"/>
                  </a:lnTo>
                  <a:lnTo>
                    <a:pt x="2614627" y="2058774"/>
                  </a:lnTo>
                  <a:lnTo>
                    <a:pt x="2573803" y="2116664"/>
                  </a:lnTo>
                  <a:lnTo>
                    <a:pt x="2527348" y="2172763"/>
                  </a:lnTo>
                  <a:lnTo>
                    <a:pt x="2475413" y="2226996"/>
                  </a:lnTo>
                  <a:lnTo>
                    <a:pt x="2447436" y="2253389"/>
                  </a:lnTo>
                  <a:lnTo>
                    <a:pt x="2418145" y="2279287"/>
                  </a:lnTo>
                  <a:lnTo>
                    <a:pt x="2387558" y="2304681"/>
                  </a:lnTo>
                  <a:lnTo>
                    <a:pt x="2355694" y="2329562"/>
                  </a:lnTo>
                  <a:lnTo>
                    <a:pt x="2322571" y="2353919"/>
                  </a:lnTo>
                  <a:lnTo>
                    <a:pt x="2288207" y="2377744"/>
                  </a:lnTo>
                  <a:lnTo>
                    <a:pt x="2252622" y="2401026"/>
                  </a:lnTo>
                  <a:lnTo>
                    <a:pt x="2215834" y="2423758"/>
                  </a:lnTo>
                  <a:lnTo>
                    <a:pt x="2177861" y="2445928"/>
                  </a:lnTo>
                  <a:lnTo>
                    <a:pt x="2138722" y="2467528"/>
                  </a:lnTo>
                  <a:lnTo>
                    <a:pt x="2098436" y="2488549"/>
                  </a:lnTo>
                  <a:lnTo>
                    <a:pt x="2057022" y="2508980"/>
                  </a:lnTo>
                  <a:lnTo>
                    <a:pt x="2014497" y="2528813"/>
                  </a:lnTo>
                  <a:lnTo>
                    <a:pt x="1970880" y="2548037"/>
                  </a:lnTo>
                  <a:lnTo>
                    <a:pt x="1926191" y="2566645"/>
                  </a:lnTo>
                  <a:lnTo>
                    <a:pt x="1880447" y="2584625"/>
                  </a:lnTo>
                  <a:lnTo>
                    <a:pt x="1833667" y="2601969"/>
                  </a:lnTo>
                  <a:lnTo>
                    <a:pt x="1785870" y="2618668"/>
                  </a:lnTo>
                  <a:lnTo>
                    <a:pt x="1737074" y="2634711"/>
                  </a:lnTo>
                  <a:lnTo>
                    <a:pt x="1687298" y="2650090"/>
                  </a:lnTo>
                  <a:lnTo>
                    <a:pt x="1636560" y="2664794"/>
                  </a:lnTo>
                  <a:lnTo>
                    <a:pt x="1584880" y="2678816"/>
                  </a:lnTo>
                  <a:lnTo>
                    <a:pt x="1532275" y="2692144"/>
                  </a:lnTo>
                  <a:lnTo>
                    <a:pt x="1478764" y="2704770"/>
                  </a:lnTo>
                  <a:lnTo>
                    <a:pt x="1424366" y="2716684"/>
                  </a:lnTo>
                  <a:lnTo>
                    <a:pt x="1369100" y="2727877"/>
                  </a:lnTo>
                  <a:lnTo>
                    <a:pt x="1312983" y="2738340"/>
                  </a:lnTo>
                  <a:lnTo>
                    <a:pt x="1256035" y="2748062"/>
                  </a:lnTo>
                  <a:lnTo>
                    <a:pt x="1198273" y="2757035"/>
                  </a:lnTo>
                  <a:lnTo>
                    <a:pt x="1139718" y="2765249"/>
                  </a:lnTo>
                  <a:lnTo>
                    <a:pt x="1080386" y="2772695"/>
                  </a:lnTo>
                  <a:lnTo>
                    <a:pt x="1020298" y="2779362"/>
                  </a:lnTo>
                  <a:lnTo>
                    <a:pt x="959471" y="2785243"/>
                  </a:lnTo>
                  <a:lnTo>
                    <a:pt x="897923" y="2790327"/>
                  </a:lnTo>
                  <a:lnTo>
                    <a:pt x="835675" y="2794605"/>
                  </a:lnTo>
                  <a:lnTo>
                    <a:pt x="772743" y="2798068"/>
                  </a:lnTo>
                  <a:lnTo>
                    <a:pt x="709147" y="2800705"/>
                  </a:lnTo>
                  <a:lnTo>
                    <a:pt x="644906" y="2802509"/>
                  </a:lnTo>
                  <a:lnTo>
                    <a:pt x="582802" y="3374872"/>
                  </a:lnTo>
                  <a:lnTo>
                    <a:pt x="0" y="2697226"/>
                  </a:lnTo>
                  <a:lnTo>
                    <a:pt x="723645" y="2077339"/>
                  </a:lnTo>
                  <a:lnTo>
                    <a:pt x="661542" y="2649601"/>
                  </a:lnTo>
                  <a:lnTo>
                    <a:pt x="726342" y="2647768"/>
                  </a:lnTo>
                  <a:lnTo>
                    <a:pt x="790498" y="2645085"/>
                  </a:lnTo>
                  <a:lnTo>
                    <a:pt x="853992" y="2641561"/>
                  </a:lnTo>
                  <a:lnTo>
                    <a:pt x="916805" y="2637207"/>
                  </a:lnTo>
                  <a:lnTo>
                    <a:pt x="978914" y="2632030"/>
                  </a:lnTo>
                  <a:lnTo>
                    <a:pt x="1040302" y="2626040"/>
                  </a:lnTo>
                  <a:lnTo>
                    <a:pt x="1100948" y="2619248"/>
                  </a:lnTo>
                  <a:lnTo>
                    <a:pt x="1160833" y="2611662"/>
                  </a:lnTo>
                  <a:lnTo>
                    <a:pt x="1219935" y="2603291"/>
                  </a:lnTo>
                  <a:lnTo>
                    <a:pt x="1278236" y="2594146"/>
                  </a:lnTo>
                  <a:lnTo>
                    <a:pt x="1335716" y="2584235"/>
                  </a:lnTo>
                  <a:lnTo>
                    <a:pt x="1392354" y="2573569"/>
                  </a:lnTo>
                  <a:lnTo>
                    <a:pt x="1448130" y="2562155"/>
                  </a:lnTo>
                  <a:lnTo>
                    <a:pt x="1503026" y="2550005"/>
                  </a:lnTo>
                  <a:lnTo>
                    <a:pt x="1557021" y="2537126"/>
                  </a:lnTo>
                  <a:lnTo>
                    <a:pt x="1610094" y="2523529"/>
                  </a:lnTo>
                  <a:lnTo>
                    <a:pt x="1662227" y="2509223"/>
                  </a:lnTo>
                  <a:lnTo>
                    <a:pt x="1713399" y="2494218"/>
                  </a:lnTo>
                  <a:lnTo>
                    <a:pt x="1763591" y="2478522"/>
                  </a:lnTo>
                  <a:lnTo>
                    <a:pt x="1812782" y="2462145"/>
                  </a:lnTo>
                  <a:lnTo>
                    <a:pt x="1860952" y="2445098"/>
                  </a:lnTo>
                  <a:lnTo>
                    <a:pt x="1908083" y="2427388"/>
                  </a:lnTo>
                  <a:lnTo>
                    <a:pt x="1954153" y="2409025"/>
                  </a:lnTo>
                  <a:lnTo>
                    <a:pt x="1999143" y="2390020"/>
                  </a:lnTo>
                  <a:lnTo>
                    <a:pt x="2043033" y="2370381"/>
                  </a:lnTo>
                  <a:lnTo>
                    <a:pt x="2085803" y="2350117"/>
                  </a:lnTo>
                  <a:lnTo>
                    <a:pt x="2127433" y="2329239"/>
                  </a:lnTo>
                  <a:lnTo>
                    <a:pt x="2167904" y="2307755"/>
                  </a:lnTo>
                  <a:lnTo>
                    <a:pt x="2207195" y="2285674"/>
                  </a:lnTo>
                  <a:lnTo>
                    <a:pt x="2245287" y="2263008"/>
                  </a:lnTo>
                  <a:lnTo>
                    <a:pt x="2282159" y="2239764"/>
                  </a:lnTo>
                  <a:lnTo>
                    <a:pt x="2317793" y="2215952"/>
                  </a:lnTo>
                  <a:lnTo>
                    <a:pt x="2352167" y="2191581"/>
                  </a:lnTo>
                  <a:lnTo>
                    <a:pt x="2385262" y="2166662"/>
                  </a:lnTo>
                  <a:lnTo>
                    <a:pt x="2417058" y="2141203"/>
                  </a:lnTo>
                  <a:lnTo>
                    <a:pt x="2447535" y="2115213"/>
                  </a:lnTo>
                  <a:lnTo>
                    <a:pt x="2476674" y="2088703"/>
                  </a:lnTo>
                  <a:lnTo>
                    <a:pt x="2504454" y="2061682"/>
                  </a:lnTo>
                  <a:lnTo>
                    <a:pt x="2530856" y="2034158"/>
                  </a:lnTo>
                  <a:lnTo>
                    <a:pt x="2579444" y="1977643"/>
                  </a:lnTo>
                  <a:lnTo>
                    <a:pt x="2622279" y="1919232"/>
                  </a:lnTo>
                  <a:lnTo>
                    <a:pt x="2659203" y="1859002"/>
                  </a:lnTo>
                  <a:lnTo>
                    <a:pt x="2690056" y="1797027"/>
                  </a:lnTo>
                  <a:lnTo>
                    <a:pt x="2714679" y="1733383"/>
                  </a:lnTo>
                  <a:lnTo>
                    <a:pt x="2724604" y="1700958"/>
                  </a:lnTo>
                  <a:lnTo>
                    <a:pt x="2732913" y="1668145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0304" y="2936748"/>
            <a:ext cx="6946900" cy="1470660"/>
            <a:chOff x="1670304" y="2936748"/>
            <a:chExt cx="6946900" cy="14706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304" y="2936748"/>
              <a:ext cx="6946392" cy="14706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3016" y="2955036"/>
              <a:ext cx="6336791" cy="899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5720" y="3442716"/>
              <a:ext cx="3119628" cy="89916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272664" y="3046222"/>
            <a:ext cx="573849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b="1" spc="-15" dirty="0">
                <a:solidFill>
                  <a:srgbClr val="003300"/>
                </a:solidFill>
                <a:latin typeface="Calibri"/>
                <a:cs typeface="Calibri"/>
              </a:rPr>
              <a:t>Converting </a:t>
            </a:r>
            <a:r>
              <a:rPr sz="3200" b="1" spc="-20" dirty="0">
                <a:solidFill>
                  <a:srgbClr val="003300"/>
                </a:solidFill>
                <a:latin typeface="Calibri"/>
                <a:cs typeface="Calibri"/>
              </a:rPr>
              <a:t>Integers</a:t>
            </a:r>
            <a:r>
              <a:rPr sz="3200" b="1" spc="-35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003300"/>
                </a:solidFill>
                <a:latin typeface="Calibri"/>
                <a:cs typeface="Calibri"/>
              </a:rPr>
              <a:t>to</a:t>
            </a:r>
            <a:r>
              <a:rPr sz="3200" b="1" dirty="0">
                <a:solidFill>
                  <a:srgbClr val="003300"/>
                </a:solidFill>
                <a:latin typeface="Calibri"/>
                <a:cs typeface="Calibri"/>
              </a:rPr>
              <a:t> their</a:t>
            </a:r>
            <a:r>
              <a:rPr sz="3200" b="1" spc="-20" dirty="0">
                <a:solidFill>
                  <a:srgbClr val="0033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3300"/>
                </a:solidFill>
                <a:latin typeface="Calibri"/>
                <a:cs typeface="Calibri"/>
              </a:rPr>
              <a:t>String</a:t>
            </a:r>
            <a:endParaRPr sz="3200">
              <a:latin typeface="Calibri"/>
              <a:cs typeface="Calibri"/>
            </a:endParaRPr>
          </a:p>
          <a:p>
            <a:pPr marL="517525" algn="ctr">
              <a:lnSpc>
                <a:spcPct val="100000"/>
              </a:lnSpc>
            </a:pPr>
            <a:r>
              <a:rPr sz="3200" b="1" spc="-15" dirty="0">
                <a:solidFill>
                  <a:srgbClr val="003300"/>
                </a:solidFill>
                <a:latin typeface="Calibri"/>
                <a:cs typeface="Calibri"/>
              </a:rPr>
              <a:t>Representation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26819" y="1002791"/>
            <a:ext cx="3183890" cy="789940"/>
            <a:chOff x="1226819" y="1002791"/>
            <a:chExt cx="318389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6819" y="1002791"/>
              <a:ext cx="804671" cy="7894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8631" y="1002791"/>
              <a:ext cx="1586483" cy="7894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3780" y="1002791"/>
              <a:ext cx="836676" cy="78943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36369" y="1082167"/>
            <a:ext cx="2738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4385" algn="l"/>
                <a:tab pos="2359660" algn="l"/>
              </a:tabLst>
            </a:pPr>
            <a:r>
              <a:rPr sz="2800" b="1" spc="-25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87596" y="1002791"/>
            <a:ext cx="4625340" cy="789940"/>
            <a:chOff x="4387596" y="1002791"/>
            <a:chExt cx="4625340" cy="7899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7596" y="1002791"/>
              <a:ext cx="1513331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8068" y="1002791"/>
              <a:ext cx="1054608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9816" y="1002791"/>
              <a:ext cx="821435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08392" y="1002791"/>
              <a:ext cx="1304544" cy="78943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97400" y="1082167"/>
            <a:ext cx="4181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03045" algn="l"/>
                <a:tab pos="2534920" algn="l"/>
                <a:tab pos="3333750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tri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26819" y="1429511"/>
            <a:ext cx="7786370" cy="1216660"/>
            <a:chOff x="1226819" y="1429511"/>
            <a:chExt cx="7786370" cy="121666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26819" y="1429511"/>
              <a:ext cx="2749296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33215" y="1429511"/>
              <a:ext cx="1016508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06824" y="1429511"/>
              <a:ext cx="982979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46904" y="1429511"/>
              <a:ext cx="981455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85460" y="1429511"/>
              <a:ext cx="963167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05728" y="1429511"/>
              <a:ext cx="1848612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11440" y="1429511"/>
              <a:ext cx="1301496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26819" y="1856231"/>
              <a:ext cx="1245108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83308" y="1856231"/>
              <a:ext cx="1031747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26436" y="1856231"/>
              <a:ext cx="926591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83636" y="1856231"/>
              <a:ext cx="691896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06140" y="1856231"/>
              <a:ext cx="563879" cy="789432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226819" y="2709672"/>
            <a:ext cx="7786370" cy="1643380"/>
            <a:chOff x="1226819" y="2709672"/>
            <a:chExt cx="7786370" cy="164338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6819" y="2709672"/>
              <a:ext cx="804671" cy="7894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88591" y="2709672"/>
              <a:ext cx="1589532" cy="7894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35224" y="2709672"/>
              <a:ext cx="963168" cy="7894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57015" y="2709672"/>
              <a:ext cx="1513332" cy="7894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28972" y="2709672"/>
              <a:ext cx="650748" cy="78943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36819" y="2709672"/>
              <a:ext cx="780288" cy="78943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75731" y="2709672"/>
              <a:ext cx="822960" cy="78943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55791" y="2709672"/>
              <a:ext cx="1193291" cy="78943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06184" y="2709672"/>
              <a:ext cx="1418844" cy="78943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882127" y="2709672"/>
              <a:ext cx="1130807" cy="78943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26819" y="3136391"/>
              <a:ext cx="1025652" cy="78943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89759" y="3136391"/>
              <a:ext cx="1263396" cy="78943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90444" y="3136391"/>
              <a:ext cx="932687" cy="78943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253740" y="3136391"/>
              <a:ext cx="580643" cy="78943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364991" y="3136391"/>
              <a:ext cx="649224" cy="78943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544824" y="3136391"/>
              <a:ext cx="580644" cy="78943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762755" y="3136391"/>
              <a:ext cx="851915" cy="78943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251959" y="3136391"/>
              <a:ext cx="961643" cy="78943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850891" y="3136391"/>
              <a:ext cx="1944623" cy="78943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432804" y="3136391"/>
              <a:ext cx="1575816" cy="78943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539228" y="3136391"/>
              <a:ext cx="563879" cy="78943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740396" y="3136391"/>
              <a:ext cx="1272540" cy="78943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26819" y="3563111"/>
              <a:ext cx="932688" cy="78943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772411" y="3563111"/>
              <a:ext cx="961644" cy="78943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346959" y="3563111"/>
              <a:ext cx="1478280" cy="78943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438143" y="3563111"/>
              <a:ext cx="560831" cy="78943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529584" y="3563111"/>
              <a:ext cx="649224" cy="78943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709415" y="3563111"/>
              <a:ext cx="659891" cy="78943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99915" y="3563111"/>
              <a:ext cx="649224" cy="78943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079747" y="3563111"/>
              <a:ext cx="560831" cy="78943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171187" y="3563111"/>
              <a:ext cx="566927" cy="789432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1436369" y="1508886"/>
            <a:ext cx="734377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255" algn="just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representation, you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functions </a:t>
            </a:r>
            <a:r>
              <a:rPr sz="2800" b="1" i="1" spc="-20" dirty="0">
                <a:solidFill>
                  <a:srgbClr val="FFFFFF"/>
                </a:solidFill>
                <a:latin typeface="Calibri"/>
                <a:cs typeface="Calibri"/>
              </a:rPr>
              <a:t>hex(), </a:t>
            </a:r>
            <a:r>
              <a:rPr sz="280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FF"/>
                </a:solidFill>
                <a:latin typeface="Calibri"/>
                <a:cs typeface="Calibri"/>
              </a:rPr>
              <a:t>bin(),</a:t>
            </a:r>
            <a:r>
              <a:rPr sz="2800" b="1" i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800" b="1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FF"/>
                </a:solidFill>
                <a:latin typeface="Calibri"/>
                <a:cs typeface="Calibri"/>
              </a:rPr>
              <a:t>oct().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spc="-1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convert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integer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7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octal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literal,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type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enter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oct(7) on the command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prompt. </a:t>
            </a: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You’ll 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get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‘0o7’: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232916" y="3672840"/>
            <a:ext cx="6586855" cy="3185160"/>
            <a:chOff x="1232916" y="3672840"/>
            <a:chExt cx="6586855" cy="3185160"/>
          </a:xfrm>
        </p:grpSpPr>
        <p:pic>
          <p:nvPicPr>
            <p:cNvPr id="60" name="object 6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32916" y="4091938"/>
              <a:ext cx="6024372" cy="276606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427988" y="4287012"/>
              <a:ext cx="5436108" cy="221437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511039" y="3672840"/>
              <a:ext cx="3308604" cy="2825496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572507" y="5076698"/>
              <a:ext cx="3130550" cy="1339850"/>
            </a:xfrm>
            <a:custGeom>
              <a:avLst/>
              <a:gdLst/>
              <a:ahLst/>
              <a:cxnLst/>
              <a:rect l="l" t="t" r="r" b="b"/>
              <a:pathLst>
                <a:path w="3130550" h="1339850">
                  <a:moveTo>
                    <a:pt x="3126866" y="0"/>
                  </a:moveTo>
                  <a:lnTo>
                    <a:pt x="3106348" y="44310"/>
                  </a:lnTo>
                  <a:lnTo>
                    <a:pt x="3079077" y="87244"/>
                  </a:lnTo>
                  <a:lnTo>
                    <a:pt x="3045216" y="128762"/>
                  </a:lnTo>
                  <a:lnTo>
                    <a:pt x="3004924" y="168824"/>
                  </a:lnTo>
                  <a:lnTo>
                    <a:pt x="2958363" y="207391"/>
                  </a:lnTo>
                  <a:lnTo>
                    <a:pt x="2905695" y="244424"/>
                  </a:lnTo>
                  <a:lnTo>
                    <a:pt x="2847079" y="279883"/>
                  </a:lnTo>
                  <a:lnTo>
                    <a:pt x="2782679" y="313729"/>
                  </a:lnTo>
                  <a:lnTo>
                    <a:pt x="2712654" y="345923"/>
                  </a:lnTo>
                  <a:lnTo>
                    <a:pt x="2675582" y="361388"/>
                  </a:lnTo>
                  <a:lnTo>
                    <a:pt x="2637165" y="376425"/>
                  </a:lnTo>
                  <a:lnTo>
                    <a:pt x="2597423" y="391029"/>
                  </a:lnTo>
                  <a:lnTo>
                    <a:pt x="2556375" y="405196"/>
                  </a:lnTo>
                  <a:lnTo>
                    <a:pt x="2514042" y="418920"/>
                  </a:lnTo>
                  <a:lnTo>
                    <a:pt x="2470443" y="432197"/>
                  </a:lnTo>
                  <a:lnTo>
                    <a:pt x="2425600" y="445021"/>
                  </a:lnTo>
                  <a:lnTo>
                    <a:pt x="2379532" y="457388"/>
                  </a:lnTo>
                  <a:lnTo>
                    <a:pt x="2332259" y="469293"/>
                  </a:lnTo>
                  <a:lnTo>
                    <a:pt x="2283802" y="480731"/>
                  </a:lnTo>
                  <a:lnTo>
                    <a:pt x="2234180" y="491696"/>
                  </a:lnTo>
                  <a:lnTo>
                    <a:pt x="2183414" y="502185"/>
                  </a:lnTo>
                  <a:lnTo>
                    <a:pt x="2131524" y="512191"/>
                  </a:lnTo>
                  <a:lnTo>
                    <a:pt x="2078530" y="521711"/>
                  </a:lnTo>
                  <a:lnTo>
                    <a:pt x="2024452" y="530739"/>
                  </a:lnTo>
                  <a:lnTo>
                    <a:pt x="1969310" y="539271"/>
                  </a:lnTo>
                  <a:lnTo>
                    <a:pt x="1913125" y="547301"/>
                  </a:lnTo>
                  <a:lnTo>
                    <a:pt x="1855916" y="554824"/>
                  </a:lnTo>
                  <a:lnTo>
                    <a:pt x="1797704" y="561836"/>
                  </a:lnTo>
                  <a:lnTo>
                    <a:pt x="1738509" y="568332"/>
                  </a:lnTo>
                  <a:lnTo>
                    <a:pt x="1678351" y="574306"/>
                  </a:lnTo>
                  <a:lnTo>
                    <a:pt x="1617250" y="579754"/>
                  </a:lnTo>
                  <a:lnTo>
                    <a:pt x="1555227" y="584671"/>
                  </a:lnTo>
                  <a:lnTo>
                    <a:pt x="1492300" y="589052"/>
                  </a:lnTo>
                  <a:lnTo>
                    <a:pt x="1428492" y="592893"/>
                  </a:lnTo>
                  <a:lnTo>
                    <a:pt x="1363821" y="596187"/>
                  </a:lnTo>
                  <a:lnTo>
                    <a:pt x="1298308" y="598931"/>
                  </a:lnTo>
                  <a:lnTo>
                    <a:pt x="1231972" y="601119"/>
                  </a:lnTo>
                  <a:lnTo>
                    <a:pt x="1164835" y="602746"/>
                  </a:lnTo>
                  <a:lnTo>
                    <a:pt x="1096917" y="603808"/>
                  </a:lnTo>
                  <a:lnTo>
                    <a:pt x="1028236" y="604300"/>
                  </a:lnTo>
                  <a:lnTo>
                    <a:pt x="958814" y="604216"/>
                  </a:lnTo>
                  <a:lnTo>
                    <a:pt x="888671" y="603552"/>
                  </a:lnTo>
                  <a:lnTo>
                    <a:pt x="817827" y="602303"/>
                  </a:lnTo>
                  <a:lnTo>
                    <a:pt x="746302" y="600464"/>
                  </a:lnTo>
                  <a:lnTo>
                    <a:pt x="674115" y="598030"/>
                  </a:lnTo>
                  <a:lnTo>
                    <a:pt x="737615" y="13081"/>
                  </a:lnTo>
                  <a:lnTo>
                    <a:pt x="0" y="627329"/>
                  </a:lnTo>
                  <a:lnTo>
                    <a:pt x="593597" y="1339291"/>
                  </a:lnTo>
                  <a:lnTo>
                    <a:pt x="657097" y="754367"/>
                  </a:lnTo>
                  <a:lnTo>
                    <a:pt x="729934" y="756822"/>
                  </a:lnTo>
                  <a:lnTo>
                    <a:pt x="802051" y="758673"/>
                  </a:lnTo>
                  <a:lnTo>
                    <a:pt x="873432" y="759926"/>
                  </a:lnTo>
                  <a:lnTo>
                    <a:pt x="944057" y="760586"/>
                  </a:lnTo>
                  <a:lnTo>
                    <a:pt x="1013909" y="760659"/>
                  </a:lnTo>
                  <a:lnTo>
                    <a:pt x="1082970" y="760150"/>
                  </a:lnTo>
                  <a:lnTo>
                    <a:pt x="1151220" y="759065"/>
                  </a:lnTo>
                  <a:lnTo>
                    <a:pt x="1218641" y="757410"/>
                  </a:lnTo>
                  <a:lnTo>
                    <a:pt x="1285216" y="755190"/>
                  </a:lnTo>
                  <a:lnTo>
                    <a:pt x="1350927" y="752411"/>
                  </a:lnTo>
                  <a:lnTo>
                    <a:pt x="1415753" y="749078"/>
                  </a:lnTo>
                  <a:lnTo>
                    <a:pt x="1479679" y="745197"/>
                  </a:lnTo>
                  <a:lnTo>
                    <a:pt x="1542684" y="740774"/>
                  </a:lnTo>
                  <a:lnTo>
                    <a:pt x="1604752" y="735814"/>
                  </a:lnTo>
                  <a:lnTo>
                    <a:pt x="1665863" y="730323"/>
                  </a:lnTo>
                  <a:lnTo>
                    <a:pt x="1726000" y="724305"/>
                  </a:lnTo>
                  <a:lnTo>
                    <a:pt x="1785143" y="717768"/>
                  </a:lnTo>
                  <a:lnTo>
                    <a:pt x="1843276" y="710716"/>
                  </a:lnTo>
                  <a:lnTo>
                    <a:pt x="1900378" y="703156"/>
                  </a:lnTo>
                  <a:lnTo>
                    <a:pt x="1956433" y="695091"/>
                  </a:lnTo>
                  <a:lnTo>
                    <a:pt x="2011422" y="686530"/>
                  </a:lnTo>
                  <a:lnTo>
                    <a:pt x="2065327" y="677475"/>
                  </a:lnTo>
                  <a:lnTo>
                    <a:pt x="2118129" y="667935"/>
                  </a:lnTo>
                  <a:lnTo>
                    <a:pt x="2169810" y="657913"/>
                  </a:lnTo>
                  <a:lnTo>
                    <a:pt x="2220352" y="647416"/>
                  </a:lnTo>
                  <a:lnTo>
                    <a:pt x="2269736" y="636449"/>
                  </a:lnTo>
                  <a:lnTo>
                    <a:pt x="2317944" y="625017"/>
                  </a:lnTo>
                  <a:lnTo>
                    <a:pt x="2364959" y="613127"/>
                  </a:lnTo>
                  <a:lnTo>
                    <a:pt x="2410761" y="600784"/>
                  </a:lnTo>
                  <a:lnTo>
                    <a:pt x="2455332" y="587994"/>
                  </a:lnTo>
                  <a:lnTo>
                    <a:pt x="2498654" y="574761"/>
                  </a:lnTo>
                  <a:lnTo>
                    <a:pt x="2540709" y="561093"/>
                  </a:lnTo>
                  <a:lnTo>
                    <a:pt x="2581479" y="546993"/>
                  </a:lnTo>
                  <a:lnTo>
                    <a:pt x="2620945" y="532468"/>
                  </a:lnTo>
                  <a:lnTo>
                    <a:pt x="2659089" y="517524"/>
                  </a:lnTo>
                  <a:lnTo>
                    <a:pt x="2695892" y="502166"/>
                  </a:lnTo>
                  <a:lnTo>
                    <a:pt x="2731337" y="486399"/>
                  </a:lnTo>
                  <a:lnTo>
                    <a:pt x="2798077" y="453663"/>
                  </a:lnTo>
                  <a:lnTo>
                    <a:pt x="2859163" y="419360"/>
                  </a:lnTo>
                  <a:lnTo>
                    <a:pt x="2914449" y="383535"/>
                  </a:lnTo>
                  <a:lnTo>
                    <a:pt x="2963788" y="346233"/>
                  </a:lnTo>
                  <a:lnTo>
                    <a:pt x="3007034" y="307498"/>
                  </a:lnTo>
                  <a:lnTo>
                    <a:pt x="3044041" y="267376"/>
                  </a:lnTo>
                  <a:lnTo>
                    <a:pt x="3074663" y="225910"/>
                  </a:lnTo>
                  <a:lnTo>
                    <a:pt x="3098752" y="183146"/>
                  </a:lnTo>
                  <a:lnTo>
                    <a:pt x="3116164" y="139129"/>
                  </a:lnTo>
                  <a:lnTo>
                    <a:pt x="3126751" y="93902"/>
                  </a:lnTo>
                  <a:lnTo>
                    <a:pt x="3130367" y="47511"/>
                  </a:lnTo>
                  <a:lnTo>
                    <a:pt x="3129516" y="23892"/>
                  </a:lnTo>
                  <a:lnTo>
                    <a:pt x="312686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71517" y="3714750"/>
              <a:ext cx="2948305" cy="1441450"/>
            </a:xfrm>
            <a:custGeom>
              <a:avLst/>
              <a:gdLst/>
              <a:ahLst/>
              <a:cxnLst/>
              <a:rect l="l" t="t" r="r" b="b"/>
              <a:pathLst>
                <a:path w="2948304" h="1441450">
                  <a:moveTo>
                    <a:pt x="17018" y="0"/>
                  </a:moveTo>
                  <a:lnTo>
                    <a:pt x="0" y="156337"/>
                  </a:lnTo>
                  <a:lnTo>
                    <a:pt x="69589" y="164141"/>
                  </a:lnTo>
                  <a:lnTo>
                    <a:pt x="138741" y="172393"/>
                  </a:lnTo>
                  <a:lnTo>
                    <a:pt x="207440" y="181086"/>
                  </a:lnTo>
                  <a:lnTo>
                    <a:pt x="275669" y="190213"/>
                  </a:lnTo>
                  <a:lnTo>
                    <a:pt x="343413" y="199768"/>
                  </a:lnTo>
                  <a:lnTo>
                    <a:pt x="410654" y="209742"/>
                  </a:lnTo>
                  <a:lnTo>
                    <a:pt x="477378" y="220128"/>
                  </a:lnTo>
                  <a:lnTo>
                    <a:pt x="543568" y="230921"/>
                  </a:lnTo>
                  <a:lnTo>
                    <a:pt x="609208" y="242112"/>
                  </a:lnTo>
                  <a:lnTo>
                    <a:pt x="674281" y="253694"/>
                  </a:lnTo>
                  <a:lnTo>
                    <a:pt x="738772" y="265661"/>
                  </a:lnTo>
                  <a:lnTo>
                    <a:pt x="802664" y="278005"/>
                  </a:lnTo>
                  <a:lnTo>
                    <a:pt x="865941" y="290719"/>
                  </a:lnTo>
                  <a:lnTo>
                    <a:pt x="928588" y="303797"/>
                  </a:lnTo>
                  <a:lnTo>
                    <a:pt x="990587" y="317230"/>
                  </a:lnTo>
                  <a:lnTo>
                    <a:pt x="1051922" y="331013"/>
                  </a:lnTo>
                  <a:lnTo>
                    <a:pt x="1112578" y="345137"/>
                  </a:lnTo>
                  <a:lnTo>
                    <a:pt x="1172539" y="359596"/>
                  </a:lnTo>
                  <a:lnTo>
                    <a:pt x="1231788" y="374383"/>
                  </a:lnTo>
                  <a:lnTo>
                    <a:pt x="1290308" y="389490"/>
                  </a:lnTo>
                  <a:lnTo>
                    <a:pt x="1348085" y="404911"/>
                  </a:lnTo>
                  <a:lnTo>
                    <a:pt x="1405101" y="420639"/>
                  </a:lnTo>
                  <a:lnTo>
                    <a:pt x="1461341" y="436666"/>
                  </a:lnTo>
                  <a:lnTo>
                    <a:pt x="1516789" y="452985"/>
                  </a:lnTo>
                  <a:lnTo>
                    <a:pt x="1571427" y="469589"/>
                  </a:lnTo>
                  <a:lnTo>
                    <a:pt x="1625241" y="486472"/>
                  </a:lnTo>
                  <a:lnTo>
                    <a:pt x="1678214" y="503625"/>
                  </a:lnTo>
                  <a:lnTo>
                    <a:pt x="1730329" y="521043"/>
                  </a:lnTo>
                  <a:lnTo>
                    <a:pt x="1781571" y="538717"/>
                  </a:lnTo>
                  <a:lnTo>
                    <a:pt x="1831924" y="556642"/>
                  </a:lnTo>
                  <a:lnTo>
                    <a:pt x="1881371" y="574808"/>
                  </a:lnTo>
                  <a:lnTo>
                    <a:pt x="1929896" y="593211"/>
                  </a:lnTo>
                  <a:lnTo>
                    <a:pt x="1977483" y="611842"/>
                  </a:lnTo>
                  <a:lnTo>
                    <a:pt x="2024116" y="630694"/>
                  </a:lnTo>
                  <a:lnTo>
                    <a:pt x="2069778" y="649761"/>
                  </a:lnTo>
                  <a:lnTo>
                    <a:pt x="2114454" y="669036"/>
                  </a:lnTo>
                  <a:lnTo>
                    <a:pt x="2158128" y="688510"/>
                  </a:lnTo>
                  <a:lnTo>
                    <a:pt x="2200782" y="708177"/>
                  </a:lnTo>
                  <a:lnTo>
                    <a:pt x="2242402" y="728031"/>
                  </a:lnTo>
                  <a:lnTo>
                    <a:pt x="2282971" y="748063"/>
                  </a:lnTo>
                  <a:lnTo>
                    <a:pt x="2322472" y="768268"/>
                  </a:lnTo>
                  <a:lnTo>
                    <a:pt x="2360890" y="788637"/>
                  </a:lnTo>
                  <a:lnTo>
                    <a:pt x="2398209" y="809164"/>
                  </a:lnTo>
                  <a:lnTo>
                    <a:pt x="2434411" y="829841"/>
                  </a:lnTo>
                  <a:lnTo>
                    <a:pt x="2469482" y="850662"/>
                  </a:lnTo>
                  <a:lnTo>
                    <a:pt x="2503405" y="871619"/>
                  </a:lnTo>
                  <a:lnTo>
                    <a:pt x="2536164" y="892706"/>
                  </a:lnTo>
                  <a:lnTo>
                    <a:pt x="2598124" y="935239"/>
                  </a:lnTo>
                  <a:lnTo>
                    <a:pt x="2655233" y="978205"/>
                  </a:lnTo>
                  <a:lnTo>
                    <a:pt x="2707363" y="1021546"/>
                  </a:lnTo>
                  <a:lnTo>
                    <a:pt x="2754383" y="1065207"/>
                  </a:lnTo>
                  <a:lnTo>
                    <a:pt x="2796165" y="1109130"/>
                  </a:lnTo>
                  <a:lnTo>
                    <a:pt x="2832579" y="1153258"/>
                  </a:lnTo>
                  <a:lnTo>
                    <a:pt x="2863496" y="1197536"/>
                  </a:lnTo>
                  <a:lnTo>
                    <a:pt x="2888788" y="1241906"/>
                  </a:lnTo>
                  <a:lnTo>
                    <a:pt x="2908323" y="1286312"/>
                  </a:lnTo>
                  <a:lnTo>
                    <a:pt x="2921974" y="1330697"/>
                  </a:lnTo>
                  <a:lnTo>
                    <a:pt x="2929612" y="1375004"/>
                  </a:lnTo>
                  <a:lnTo>
                    <a:pt x="2931135" y="1397111"/>
                  </a:lnTo>
                  <a:lnTo>
                    <a:pt x="2931106" y="1419177"/>
                  </a:lnTo>
                  <a:lnTo>
                    <a:pt x="2929509" y="1441195"/>
                  </a:lnTo>
                  <a:lnTo>
                    <a:pt x="2946527" y="1284858"/>
                  </a:lnTo>
                  <a:lnTo>
                    <a:pt x="2948124" y="1262840"/>
                  </a:lnTo>
                  <a:lnTo>
                    <a:pt x="2948152" y="1240774"/>
                  </a:lnTo>
                  <a:lnTo>
                    <a:pt x="2946629" y="1218667"/>
                  </a:lnTo>
                  <a:lnTo>
                    <a:pt x="2938991" y="1174360"/>
                  </a:lnTo>
                  <a:lnTo>
                    <a:pt x="2925338" y="1129975"/>
                  </a:lnTo>
                  <a:lnTo>
                    <a:pt x="2905800" y="1085569"/>
                  </a:lnTo>
                  <a:lnTo>
                    <a:pt x="2880507" y="1041199"/>
                  </a:lnTo>
                  <a:lnTo>
                    <a:pt x="2849587" y="996921"/>
                  </a:lnTo>
                  <a:lnTo>
                    <a:pt x="2813170" y="952793"/>
                  </a:lnTo>
                  <a:lnTo>
                    <a:pt x="2771385" y="908870"/>
                  </a:lnTo>
                  <a:lnTo>
                    <a:pt x="2724361" y="865209"/>
                  </a:lnTo>
                  <a:lnTo>
                    <a:pt x="2672228" y="821868"/>
                  </a:lnTo>
                  <a:lnTo>
                    <a:pt x="2615115" y="778902"/>
                  </a:lnTo>
                  <a:lnTo>
                    <a:pt x="2553152" y="736369"/>
                  </a:lnTo>
                  <a:lnTo>
                    <a:pt x="2520391" y="715282"/>
                  </a:lnTo>
                  <a:lnTo>
                    <a:pt x="2486467" y="694325"/>
                  </a:lnTo>
                  <a:lnTo>
                    <a:pt x="2451394" y="673504"/>
                  </a:lnTo>
                  <a:lnTo>
                    <a:pt x="2415190" y="652827"/>
                  </a:lnTo>
                  <a:lnTo>
                    <a:pt x="2377870" y="632300"/>
                  </a:lnTo>
                  <a:lnTo>
                    <a:pt x="2339450" y="611931"/>
                  </a:lnTo>
                  <a:lnTo>
                    <a:pt x="2299947" y="591726"/>
                  </a:lnTo>
                  <a:lnTo>
                    <a:pt x="2259377" y="571694"/>
                  </a:lnTo>
                  <a:lnTo>
                    <a:pt x="2217756" y="551840"/>
                  </a:lnTo>
                  <a:lnTo>
                    <a:pt x="2175099" y="532173"/>
                  </a:lnTo>
                  <a:lnTo>
                    <a:pt x="2131425" y="512698"/>
                  </a:lnTo>
                  <a:lnTo>
                    <a:pt x="2086747" y="493424"/>
                  </a:lnTo>
                  <a:lnTo>
                    <a:pt x="2041083" y="474357"/>
                  </a:lnTo>
                  <a:lnTo>
                    <a:pt x="1994449" y="455505"/>
                  </a:lnTo>
                  <a:lnTo>
                    <a:pt x="1946861" y="436874"/>
                  </a:lnTo>
                  <a:lnTo>
                    <a:pt x="1898335" y="418471"/>
                  </a:lnTo>
                  <a:lnTo>
                    <a:pt x="1848888" y="400305"/>
                  </a:lnTo>
                  <a:lnTo>
                    <a:pt x="1798535" y="382380"/>
                  </a:lnTo>
                  <a:lnTo>
                    <a:pt x="1747292" y="364706"/>
                  </a:lnTo>
                  <a:lnTo>
                    <a:pt x="1695176" y="347288"/>
                  </a:lnTo>
                  <a:lnTo>
                    <a:pt x="1642203" y="330135"/>
                  </a:lnTo>
                  <a:lnTo>
                    <a:pt x="1588389" y="313252"/>
                  </a:lnTo>
                  <a:lnTo>
                    <a:pt x="1533750" y="296648"/>
                  </a:lnTo>
                  <a:lnTo>
                    <a:pt x="1478303" y="280329"/>
                  </a:lnTo>
                  <a:lnTo>
                    <a:pt x="1422063" y="264302"/>
                  </a:lnTo>
                  <a:lnTo>
                    <a:pt x="1365047" y="248574"/>
                  </a:lnTo>
                  <a:lnTo>
                    <a:pt x="1307271" y="233153"/>
                  </a:lnTo>
                  <a:lnTo>
                    <a:pt x="1248751" y="218046"/>
                  </a:lnTo>
                  <a:lnTo>
                    <a:pt x="1189503" y="203259"/>
                  </a:lnTo>
                  <a:lnTo>
                    <a:pt x="1129544" y="188800"/>
                  </a:lnTo>
                  <a:lnTo>
                    <a:pt x="1068889" y="174676"/>
                  </a:lnTo>
                  <a:lnTo>
                    <a:pt x="1007555" y="160893"/>
                  </a:lnTo>
                  <a:lnTo>
                    <a:pt x="945557" y="147460"/>
                  </a:lnTo>
                  <a:lnTo>
                    <a:pt x="882913" y="134382"/>
                  </a:lnTo>
                  <a:lnTo>
                    <a:pt x="819638" y="121668"/>
                  </a:lnTo>
                  <a:lnTo>
                    <a:pt x="755748" y="109324"/>
                  </a:lnTo>
                  <a:lnTo>
                    <a:pt x="691260" y="97357"/>
                  </a:lnTo>
                  <a:lnTo>
                    <a:pt x="626190" y="85775"/>
                  </a:lnTo>
                  <a:lnTo>
                    <a:pt x="560553" y="74584"/>
                  </a:lnTo>
                  <a:lnTo>
                    <a:pt x="494366" y="63791"/>
                  </a:lnTo>
                  <a:lnTo>
                    <a:pt x="427646" y="53405"/>
                  </a:lnTo>
                  <a:lnTo>
                    <a:pt x="360408" y="43431"/>
                  </a:lnTo>
                  <a:lnTo>
                    <a:pt x="292668" y="33876"/>
                  </a:lnTo>
                  <a:lnTo>
                    <a:pt x="224443" y="24749"/>
                  </a:lnTo>
                  <a:lnTo>
                    <a:pt x="155749" y="16056"/>
                  </a:lnTo>
                  <a:lnTo>
                    <a:pt x="86602" y="7804"/>
                  </a:lnTo>
                  <a:lnTo>
                    <a:pt x="17018" y="0"/>
                  </a:lnTo>
                  <a:close/>
                </a:path>
              </a:pathLst>
            </a:custGeom>
            <a:solidFill>
              <a:srgbClr val="9A4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572507" y="3714750"/>
              <a:ext cx="3147695" cy="2701290"/>
            </a:xfrm>
            <a:custGeom>
              <a:avLst/>
              <a:gdLst/>
              <a:ahLst/>
              <a:cxnLst/>
              <a:rect l="l" t="t" r="r" b="b"/>
              <a:pathLst>
                <a:path w="3147695" h="2701290">
                  <a:moveTo>
                    <a:pt x="3128517" y="1441195"/>
                  </a:moveTo>
                  <a:lnTo>
                    <a:pt x="3130115" y="1419177"/>
                  </a:lnTo>
                  <a:lnTo>
                    <a:pt x="3130144" y="1397111"/>
                  </a:lnTo>
                  <a:lnTo>
                    <a:pt x="3128621" y="1375004"/>
                  </a:lnTo>
                  <a:lnTo>
                    <a:pt x="3120983" y="1330697"/>
                  </a:lnTo>
                  <a:lnTo>
                    <a:pt x="3107332" y="1286312"/>
                  </a:lnTo>
                  <a:lnTo>
                    <a:pt x="3087797" y="1241906"/>
                  </a:lnTo>
                  <a:lnTo>
                    <a:pt x="3062505" y="1197536"/>
                  </a:lnTo>
                  <a:lnTo>
                    <a:pt x="3031588" y="1153258"/>
                  </a:lnTo>
                  <a:lnTo>
                    <a:pt x="2995174" y="1109130"/>
                  </a:lnTo>
                  <a:lnTo>
                    <a:pt x="2953392" y="1065207"/>
                  </a:lnTo>
                  <a:lnTo>
                    <a:pt x="2906372" y="1021546"/>
                  </a:lnTo>
                  <a:lnTo>
                    <a:pt x="2854242" y="978205"/>
                  </a:lnTo>
                  <a:lnTo>
                    <a:pt x="2797133" y="935239"/>
                  </a:lnTo>
                  <a:lnTo>
                    <a:pt x="2735173" y="892706"/>
                  </a:lnTo>
                  <a:lnTo>
                    <a:pt x="2702414" y="871619"/>
                  </a:lnTo>
                  <a:lnTo>
                    <a:pt x="2668491" y="850662"/>
                  </a:lnTo>
                  <a:lnTo>
                    <a:pt x="2633420" y="829841"/>
                  </a:lnTo>
                  <a:lnTo>
                    <a:pt x="2597218" y="809164"/>
                  </a:lnTo>
                  <a:lnTo>
                    <a:pt x="2559899" y="788637"/>
                  </a:lnTo>
                  <a:lnTo>
                    <a:pt x="2521481" y="768268"/>
                  </a:lnTo>
                  <a:lnTo>
                    <a:pt x="2481980" y="748063"/>
                  </a:lnTo>
                  <a:lnTo>
                    <a:pt x="2441411" y="728031"/>
                  </a:lnTo>
                  <a:lnTo>
                    <a:pt x="2399791" y="708177"/>
                  </a:lnTo>
                  <a:lnTo>
                    <a:pt x="2357137" y="688510"/>
                  </a:lnTo>
                  <a:lnTo>
                    <a:pt x="2313463" y="669036"/>
                  </a:lnTo>
                  <a:lnTo>
                    <a:pt x="2268787" y="649761"/>
                  </a:lnTo>
                  <a:lnTo>
                    <a:pt x="2223125" y="630694"/>
                  </a:lnTo>
                  <a:lnTo>
                    <a:pt x="2176492" y="611842"/>
                  </a:lnTo>
                  <a:lnTo>
                    <a:pt x="2128905" y="593211"/>
                  </a:lnTo>
                  <a:lnTo>
                    <a:pt x="2080380" y="574808"/>
                  </a:lnTo>
                  <a:lnTo>
                    <a:pt x="2030933" y="556642"/>
                  </a:lnTo>
                  <a:lnTo>
                    <a:pt x="1980580" y="538717"/>
                  </a:lnTo>
                  <a:lnTo>
                    <a:pt x="1929338" y="521043"/>
                  </a:lnTo>
                  <a:lnTo>
                    <a:pt x="1877223" y="503625"/>
                  </a:lnTo>
                  <a:lnTo>
                    <a:pt x="1824250" y="486472"/>
                  </a:lnTo>
                  <a:lnTo>
                    <a:pt x="1770436" y="469589"/>
                  </a:lnTo>
                  <a:lnTo>
                    <a:pt x="1715798" y="452985"/>
                  </a:lnTo>
                  <a:lnTo>
                    <a:pt x="1660350" y="436666"/>
                  </a:lnTo>
                  <a:lnTo>
                    <a:pt x="1604110" y="420639"/>
                  </a:lnTo>
                  <a:lnTo>
                    <a:pt x="1547094" y="404911"/>
                  </a:lnTo>
                  <a:lnTo>
                    <a:pt x="1489317" y="389490"/>
                  </a:lnTo>
                  <a:lnTo>
                    <a:pt x="1430797" y="374383"/>
                  </a:lnTo>
                  <a:lnTo>
                    <a:pt x="1371548" y="359596"/>
                  </a:lnTo>
                  <a:lnTo>
                    <a:pt x="1311587" y="345137"/>
                  </a:lnTo>
                  <a:lnTo>
                    <a:pt x="1250931" y="331013"/>
                  </a:lnTo>
                  <a:lnTo>
                    <a:pt x="1189596" y="317230"/>
                  </a:lnTo>
                  <a:lnTo>
                    <a:pt x="1127597" y="303797"/>
                  </a:lnTo>
                  <a:lnTo>
                    <a:pt x="1064950" y="290719"/>
                  </a:lnTo>
                  <a:lnTo>
                    <a:pt x="1001673" y="278005"/>
                  </a:lnTo>
                  <a:lnTo>
                    <a:pt x="937781" y="265661"/>
                  </a:lnTo>
                  <a:lnTo>
                    <a:pt x="873290" y="253694"/>
                  </a:lnTo>
                  <a:lnTo>
                    <a:pt x="808217" y="242112"/>
                  </a:lnTo>
                  <a:lnTo>
                    <a:pt x="742577" y="230921"/>
                  </a:lnTo>
                  <a:lnTo>
                    <a:pt x="676387" y="220128"/>
                  </a:lnTo>
                  <a:lnTo>
                    <a:pt x="609663" y="209742"/>
                  </a:lnTo>
                  <a:lnTo>
                    <a:pt x="542422" y="199768"/>
                  </a:lnTo>
                  <a:lnTo>
                    <a:pt x="474678" y="190213"/>
                  </a:lnTo>
                  <a:lnTo>
                    <a:pt x="406449" y="181086"/>
                  </a:lnTo>
                  <a:lnTo>
                    <a:pt x="337750" y="172393"/>
                  </a:lnTo>
                  <a:lnTo>
                    <a:pt x="268598" y="164141"/>
                  </a:lnTo>
                  <a:lnTo>
                    <a:pt x="199008" y="156337"/>
                  </a:lnTo>
                  <a:lnTo>
                    <a:pt x="216026" y="0"/>
                  </a:lnTo>
                  <a:lnTo>
                    <a:pt x="285611" y="7804"/>
                  </a:lnTo>
                  <a:lnTo>
                    <a:pt x="354758" y="16056"/>
                  </a:lnTo>
                  <a:lnTo>
                    <a:pt x="423452" y="24749"/>
                  </a:lnTo>
                  <a:lnTo>
                    <a:pt x="491677" y="33876"/>
                  </a:lnTo>
                  <a:lnTo>
                    <a:pt x="559417" y="43431"/>
                  </a:lnTo>
                  <a:lnTo>
                    <a:pt x="626655" y="53405"/>
                  </a:lnTo>
                  <a:lnTo>
                    <a:pt x="693375" y="63791"/>
                  </a:lnTo>
                  <a:lnTo>
                    <a:pt x="759562" y="74584"/>
                  </a:lnTo>
                  <a:lnTo>
                    <a:pt x="825199" y="85775"/>
                  </a:lnTo>
                  <a:lnTo>
                    <a:pt x="890269" y="97357"/>
                  </a:lnTo>
                  <a:lnTo>
                    <a:pt x="954757" y="109324"/>
                  </a:lnTo>
                  <a:lnTo>
                    <a:pt x="1018647" y="121668"/>
                  </a:lnTo>
                  <a:lnTo>
                    <a:pt x="1081922" y="134382"/>
                  </a:lnTo>
                  <a:lnTo>
                    <a:pt x="1144566" y="147460"/>
                  </a:lnTo>
                  <a:lnTo>
                    <a:pt x="1206564" y="160893"/>
                  </a:lnTo>
                  <a:lnTo>
                    <a:pt x="1267898" y="174676"/>
                  </a:lnTo>
                  <a:lnTo>
                    <a:pt x="1328553" y="188800"/>
                  </a:lnTo>
                  <a:lnTo>
                    <a:pt x="1388512" y="203259"/>
                  </a:lnTo>
                  <a:lnTo>
                    <a:pt x="1447760" y="218046"/>
                  </a:lnTo>
                  <a:lnTo>
                    <a:pt x="1506280" y="233153"/>
                  </a:lnTo>
                  <a:lnTo>
                    <a:pt x="1564056" y="248574"/>
                  </a:lnTo>
                  <a:lnTo>
                    <a:pt x="1621072" y="264302"/>
                  </a:lnTo>
                  <a:lnTo>
                    <a:pt x="1677312" y="280329"/>
                  </a:lnTo>
                  <a:lnTo>
                    <a:pt x="1732759" y="296648"/>
                  </a:lnTo>
                  <a:lnTo>
                    <a:pt x="1787398" y="313252"/>
                  </a:lnTo>
                  <a:lnTo>
                    <a:pt x="1841212" y="330135"/>
                  </a:lnTo>
                  <a:lnTo>
                    <a:pt x="1894185" y="347288"/>
                  </a:lnTo>
                  <a:lnTo>
                    <a:pt x="1946301" y="364706"/>
                  </a:lnTo>
                  <a:lnTo>
                    <a:pt x="1997544" y="382380"/>
                  </a:lnTo>
                  <a:lnTo>
                    <a:pt x="2047897" y="400305"/>
                  </a:lnTo>
                  <a:lnTo>
                    <a:pt x="2097344" y="418471"/>
                  </a:lnTo>
                  <a:lnTo>
                    <a:pt x="2145870" y="436874"/>
                  </a:lnTo>
                  <a:lnTo>
                    <a:pt x="2193458" y="455505"/>
                  </a:lnTo>
                  <a:lnTo>
                    <a:pt x="2240092" y="474357"/>
                  </a:lnTo>
                  <a:lnTo>
                    <a:pt x="2285756" y="493424"/>
                  </a:lnTo>
                  <a:lnTo>
                    <a:pt x="2330434" y="512698"/>
                  </a:lnTo>
                  <a:lnTo>
                    <a:pt x="2374108" y="532173"/>
                  </a:lnTo>
                  <a:lnTo>
                    <a:pt x="2416765" y="551840"/>
                  </a:lnTo>
                  <a:lnTo>
                    <a:pt x="2458386" y="571694"/>
                  </a:lnTo>
                  <a:lnTo>
                    <a:pt x="2498956" y="591726"/>
                  </a:lnTo>
                  <a:lnTo>
                    <a:pt x="2538459" y="611931"/>
                  </a:lnTo>
                  <a:lnTo>
                    <a:pt x="2576879" y="632300"/>
                  </a:lnTo>
                  <a:lnTo>
                    <a:pt x="2614199" y="652827"/>
                  </a:lnTo>
                  <a:lnTo>
                    <a:pt x="2650403" y="673504"/>
                  </a:lnTo>
                  <a:lnTo>
                    <a:pt x="2685476" y="694325"/>
                  </a:lnTo>
                  <a:lnTo>
                    <a:pt x="2719400" y="715282"/>
                  </a:lnTo>
                  <a:lnTo>
                    <a:pt x="2752161" y="736369"/>
                  </a:lnTo>
                  <a:lnTo>
                    <a:pt x="2814124" y="778902"/>
                  </a:lnTo>
                  <a:lnTo>
                    <a:pt x="2871237" y="821868"/>
                  </a:lnTo>
                  <a:lnTo>
                    <a:pt x="2923370" y="865209"/>
                  </a:lnTo>
                  <a:lnTo>
                    <a:pt x="2970394" y="908870"/>
                  </a:lnTo>
                  <a:lnTo>
                    <a:pt x="3012179" y="952793"/>
                  </a:lnTo>
                  <a:lnTo>
                    <a:pt x="3048596" y="996921"/>
                  </a:lnTo>
                  <a:lnTo>
                    <a:pt x="3079516" y="1041199"/>
                  </a:lnTo>
                  <a:lnTo>
                    <a:pt x="3104809" y="1085569"/>
                  </a:lnTo>
                  <a:lnTo>
                    <a:pt x="3124347" y="1129975"/>
                  </a:lnTo>
                  <a:lnTo>
                    <a:pt x="3138000" y="1174360"/>
                  </a:lnTo>
                  <a:lnTo>
                    <a:pt x="3145638" y="1218667"/>
                  </a:lnTo>
                  <a:lnTo>
                    <a:pt x="3147161" y="1240774"/>
                  </a:lnTo>
                  <a:lnTo>
                    <a:pt x="3147133" y="1262840"/>
                  </a:lnTo>
                  <a:lnTo>
                    <a:pt x="3128517" y="1441195"/>
                  </a:lnTo>
                  <a:lnTo>
                    <a:pt x="3119824" y="1487648"/>
                  </a:lnTo>
                  <a:lnTo>
                    <a:pt x="3104062" y="1532826"/>
                  </a:lnTo>
                  <a:lnTo>
                    <a:pt x="3081389" y="1576687"/>
                  </a:lnTo>
                  <a:lnTo>
                    <a:pt x="3051963" y="1619186"/>
                  </a:lnTo>
                  <a:lnTo>
                    <a:pt x="3015941" y="1660282"/>
                  </a:lnTo>
                  <a:lnTo>
                    <a:pt x="2973483" y="1699931"/>
                  </a:lnTo>
                  <a:lnTo>
                    <a:pt x="2924745" y="1738089"/>
                  </a:lnTo>
                  <a:lnTo>
                    <a:pt x="2869886" y="1774714"/>
                  </a:lnTo>
                  <a:lnTo>
                    <a:pt x="2809063" y="1809763"/>
                  </a:lnTo>
                  <a:lnTo>
                    <a:pt x="2742434" y="1843192"/>
                  </a:lnTo>
                  <a:lnTo>
                    <a:pt x="2706991" y="1859285"/>
                  </a:lnTo>
                  <a:lnTo>
                    <a:pt x="2670157" y="1874958"/>
                  </a:lnTo>
                  <a:lnTo>
                    <a:pt x="2631949" y="1890204"/>
                  </a:lnTo>
                  <a:lnTo>
                    <a:pt x="2592389" y="1905018"/>
                  </a:lnTo>
                  <a:lnTo>
                    <a:pt x="2551496" y="1919395"/>
                  </a:lnTo>
                  <a:lnTo>
                    <a:pt x="2509289" y="1933329"/>
                  </a:lnTo>
                  <a:lnTo>
                    <a:pt x="2465789" y="1946815"/>
                  </a:lnTo>
                  <a:lnTo>
                    <a:pt x="2421015" y="1959848"/>
                  </a:lnTo>
                  <a:lnTo>
                    <a:pt x="2374987" y="1972422"/>
                  </a:lnTo>
                  <a:lnTo>
                    <a:pt x="2327724" y="1984532"/>
                  </a:lnTo>
                  <a:lnTo>
                    <a:pt x="2279246" y="1996172"/>
                  </a:lnTo>
                  <a:lnTo>
                    <a:pt x="2229574" y="2007337"/>
                  </a:lnTo>
                  <a:lnTo>
                    <a:pt x="2178726" y="2018022"/>
                  </a:lnTo>
                  <a:lnTo>
                    <a:pt x="2126723" y="2028221"/>
                  </a:lnTo>
                  <a:lnTo>
                    <a:pt x="2073584" y="2037928"/>
                  </a:lnTo>
                  <a:lnTo>
                    <a:pt x="2019329" y="2047140"/>
                  </a:lnTo>
                  <a:lnTo>
                    <a:pt x="1963977" y="2055849"/>
                  </a:lnTo>
                  <a:lnTo>
                    <a:pt x="1907549" y="2064051"/>
                  </a:lnTo>
                  <a:lnTo>
                    <a:pt x="1850064" y="2071740"/>
                  </a:lnTo>
                  <a:lnTo>
                    <a:pt x="1791542" y="2078911"/>
                  </a:lnTo>
                  <a:lnTo>
                    <a:pt x="1732002" y="2085558"/>
                  </a:lnTo>
                  <a:lnTo>
                    <a:pt x="1671465" y="2091676"/>
                  </a:lnTo>
                  <a:lnTo>
                    <a:pt x="1609949" y="2097260"/>
                  </a:lnTo>
                  <a:lnTo>
                    <a:pt x="1547476" y="2102305"/>
                  </a:lnTo>
                  <a:lnTo>
                    <a:pt x="1484064" y="2106804"/>
                  </a:lnTo>
                  <a:lnTo>
                    <a:pt x="1419733" y="2110753"/>
                  </a:lnTo>
                  <a:lnTo>
                    <a:pt x="1354503" y="2114146"/>
                  </a:lnTo>
                  <a:lnTo>
                    <a:pt x="1288394" y="2116978"/>
                  </a:lnTo>
                  <a:lnTo>
                    <a:pt x="1221425" y="2119243"/>
                  </a:lnTo>
                  <a:lnTo>
                    <a:pt x="1153617" y="2120935"/>
                  </a:lnTo>
                  <a:lnTo>
                    <a:pt x="1084988" y="2122051"/>
                  </a:lnTo>
                  <a:lnTo>
                    <a:pt x="1015559" y="2122583"/>
                  </a:lnTo>
                  <a:lnTo>
                    <a:pt x="945349" y="2122528"/>
                  </a:lnTo>
                  <a:lnTo>
                    <a:pt x="874378" y="2121878"/>
                  </a:lnTo>
                  <a:lnTo>
                    <a:pt x="802666" y="2120630"/>
                  </a:lnTo>
                  <a:lnTo>
                    <a:pt x="730233" y="2118777"/>
                  </a:lnTo>
                  <a:lnTo>
                    <a:pt x="657097" y="2116315"/>
                  </a:lnTo>
                  <a:lnTo>
                    <a:pt x="593597" y="2701239"/>
                  </a:lnTo>
                  <a:lnTo>
                    <a:pt x="0" y="1989277"/>
                  </a:lnTo>
                  <a:lnTo>
                    <a:pt x="737615" y="1375029"/>
                  </a:lnTo>
                  <a:lnTo>
                    <a:pt x="674115" y="1959978"/>
                  </a:lnTo>
                  <a:lnTo>
                    <a:pt x="746302" y="1962412"/>
                  </a:lnTo>
                  <a:lnTo>
                    <a:pt x="817827" y="1964251"/>
                  </a:lnTo>
                  <a:lnTo>
                    <a:pt x="888671" y="1965500"/>
                  </a:lnTo>
                  <a:lnTo>
                    <a:pt x="958814" y="1966164"/>
                  </a:lnTo>
                  <a:lnTo>
                    <a:pt x="1028236" y="1966248"/>
                  </a:lnTo>
                  <a:lnTo>
                    <a:pt x="1096917" y="1965756"/>
                  </a:lnTo>
                  <a:lnTo>
                    <a:pt x="1164835" y="1964694"/>
                  </a:lnTo>
                  <a:lnTo>
                    <a:pt x="1231972" y="1963067"/>
                  </a:lnTo>
                  <a:lnTo>
                    <a:pt x="1298308" y="1960879"/>
                  </a:lnTo>
                  <a:lnTo>
                    <a:pt x="1363821" y="1958135"/>
                  </a:lnTo>
                  <a:lnTo>
                    <a:pt x="1428492" y="1954841"/>
                  </a:lnTo>
                  <a:lnTo>
                    <a:pt x="1492300" y="1951000"/>
                  </a:lnTo>
                  <a:lnTo>
                    <a:pt x="1555227" y="1946619"/>
                  </a:lnTo>
                  <a:lnTo>
                    <a:pt x="1617250" y="1941702"/>
                  </a:lnTo>
                  <a:lnTo>
                    <a:pt x="1678351" y="1936254"/>
                  </a:lnTo>
                  <a:lnTo>
                    <a:pt x="1738509" y="1930280"/>
                  </a:lnTo>
                  <a:lnTo>
                    <a:pt x="1797704" y="1923784"/>
                  </a:lnTo>
                  <a:lnTo>
                    <a:pt x="1855916" y="1916772"/>
                  </a:lnTo>
                  <a:lnTo>
                    <a:pt x="1913125" y="1909249"/>
                  </a:lnTo>
                  <a:lnTo>
                    <a:pt x="1969310" y="1901219"/>
                  </a:lnTo>
                  <a:lnTo>
                    <a:pt x="2024452" y="1892687"/>
                  </a:lnTo>
                  <a:lnTo>
                    <a:pt x="2078530" y="1883659"/>
                  </a:lnTo>
                  <a:lnTo>
                    <a:pt x="2131524" y="1874139"/>
                  </a:lnTo>
                  <a:lnTo>
                    <a:pt x="2183414" y="1864133"/>
                  </a:lnTo>
                  <a:lnTo>
                    <a:pt x="2234180" y="1853644"/>
                  </a:lnTo>
                  <a:lnTo>
                    <a:pt x="2283802" y="1842679"/>
                  </a:lnTo>
                  <a:lnTo>
                    <a:pt x="2332259" y="1831241"/>
                  </a:lnTo>
                  <a:lnTo>
                    <a:pt x="2379532" y="1819336"/>
                  </a:lnTo>
                  <a:lnTo>
                    <a:pt x="2425600" y="1806969"/>
                  </a:lnTo>
                  <a:lnTo>
                    <a:pt x="2470443" y="1794145"/>
                  </a:lnTo>
                  <a:lnTo>
                    <a:pt x="2514042" y="1780868"/>
                  </a:lnTo>
                  <a:lnTo>
                    <a:pt x="2556375" y="1767144"/>
                  </a:lnTo>
                  <a:lnTo>
                    <a:pt x="2597423" y="1752977"/>
                  </a:lnTo>
                  <a:lnTo>
                    <a:pt x="2637165" y="1738373"/>
                  </a:lnTo>
                  <a:lnTo>
                    <a:pt x="2675582" y="1723336"/>
                  </a:lnTo>
                  <a:lnTo>
                    <a:pt x="2712654" y="1707871"/>
                  </a:lnTo>
                  <a:lnTo>
                    <a:pt x="2748359" y="1691983"/>
                  </a:lnTo>
                  <a:lnTo>
                    <a:pt x="2815592" y="1658958"/>
                  </a:lnTo>
                  <a:lnTo>
                    <a:pt x="2877120" y="1624300"/>
                  </a:lnTo>
                  <a:lnTo>
                    <a:pt x="2932782" y="1588049"/>
                  </a:lnTo>
                  <a:lnTo>
                    <a:pt x="2982417" y="1550245"/>
                  </a:lnTo>
                  <a:lnTo>
                    <a:pt x="3025863" y="1510925"/>
                  </a:lnTo>
                  <a:lnTo>
                    <a:pt x="3062960" y="1470131"/>
                  </a:lnTo>
                  <a:lnTo>
                    <a:pt x="3093547" y="1427900"/>
                  </a:lnTo>
                  <a:lnTo>
                    <a:pt x="3117461" y="1384273"/>
                  </a:lnTo>
                  <a:lnTo>
                    <a:pt x="3126866" y="1361948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4030979" y="259079"/>
            <a:ext cx="1685925" cy="1009015"/>
            <a:chOff x="4030979" y="259079"/>
            <a:chExt cx="1685925" cy="1009015"/>
          </a:xfrm>
        </p:grpSpPr>
        <p:pic>
          <p:nvPicPr>
            <p:cNvPr id="67" name="object 6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030979" y="259079"/>
              <a:ext cx="1193291" cy="100888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730495" y="259079"/>
              <a:ext cx="986027" cy="1008888"/>
            </a:xfrm>
            <a:prstGeom prst="rect">
              <a:avLst/>
            </a:prstGeom>
          </p:spPr>
        </p:pic>
      </p:grp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xfrm>
            <a:off x="4301109" y="362839"/>
            <a:ext cx="1113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oct</a:t>
            </a:r>
            <a:r>
              <a:rPr spc="-50" dirty="0"/>
              <a:t> </a:t>
            </a:r>
            <a:r>
              <a:rPr dirty="0"/>
              <a:t>(</a:t>
            </a:r>
            <a:r>
              <a:rPr spc="-45" dirty="0"/>
              <a:t> 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9555" y="2375916"/>
            <a:ext cx="7251700" cy="3161030"/>
            <a:chOff x="1019555" y="2375916"/>
            <a:chExt cx="7251700" cy="31610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555" y="2375916"/>
              <a:ext cx="7251192" cy="316077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4627" y="2570988"/>
              <a:ext cx="6662928" cy="2572512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226819" y="1002791"/>
            <a:ext cx="7786370" cy="1216660"/>
            <a:chOff x="1226819" y="1002791"/>
            <a:chExt cx="7786370" cy="121666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6819" y="1002791"/>
              <a:ext cx="1173480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9027" y="1002791"/>
              <a:ext cx="697992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57272" y="1002791"/>
              <a:ext cx="1220724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6724" y="1002791"/>
              <a:ext cx="1728216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63667" y="1002791"/>
              <a:ext cx="1295400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87796" y="1002791"/>
              <a:ext cx="1014983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31508" y="1002791"/>
              <a:ext cx="1586483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48243" y="1002791"/>
              <a:ext cx="964692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6819" y="1429511"/>
              <a:ext cx="1510283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51531" y="1429511"/>
              <a:ext cx="1188720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56203" y="1429511"/>
              <a:ext cx="780288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49396" y="1429511"/>
              <a:ext cx="644651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05427" y="1429511"/>
              <a:ext cx="2321052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43955" y="1429511"/>
              <a:ext cx="1321307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95872" y="1429511"/>
              <a:ext cx="566927" cy="78943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436369" y="1082167"/>
            <a:ext cx="73418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14400" algn="l"/>
                <a:tab pos="1343025" algn="l"/>
                <a:tab pos="2292350" algn="l"/>
                <a:tab pos="3749675" algn="l"/>
                <a:tab pos="4773930" algn="l"/>
                <a:tab pos="5517515" algn="l"/>
                <a:tab pos="6834505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He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happens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integer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2572</a:t>
            </a:r>
            <a:r>
              <a:rPr sz="28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hexadecimal</a:t>
            </a:r>
            <a:r>
              <a:rPr sz="28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literal: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06952" y="259079"/>
            <a:ext cx="3351529" cy="5161915"/>
            <a:chOff x="3806952" y="259079"/>
            <a:chExt cx="3351529" cy="5161915"/>
          </a:xfrm>
        </p:grpSpPr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06952" y="1978152"/>
              <a:ext cx="3351276" cy="344271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868547" y="3651884"/>
              <a:ext cx="3158490" cy="1687830"/>
            </a:xfrm>
            <a:custGeom>
              <a:avLst/>
              <a:gdLst/>
              <a:ahLst/>
              <a:cxnLst/>
              <a:rect l="l" t="t" r="r" b="b"/>
              <a:pathLst>
                <a:path w="3158490" h="1687829">
                  <a:moveTo>
                    <a:pt x="3156711" y="0"/>
                  </a:moveTo>
                  <a:lnTo>
                    <a:pt x="3137345" y="53834"/>
                  </a:lnTo>
                  <a:lnTo>
                    <a:pt x="3111937" y="106313"/>
                  </a:lnTo>
                  <a:lnTo>
                    <a:pt x="3080623" y="157389"/>
                  </a:lnTo>
                  <a:lnTo>
                    <a:pt x="3043537" y="207015"/>
                  </a:lnTo>
                  <a:lnTo>
                    <a:pt x="3000814" y="255143"/>
                  </a:lnTo>
                  <a:lnTo>
                    <a:pt x="2952589" y="301725"/>
                  </a:lnTo>
                  <a:lnTo>
                    <a:pt x="2898997" y="346715"/>
                  </a:lnTo>
                  <a:lnTo>
                    <a:pt x="2840171" y="390066"/>
                  </a:lnTo>
                  <a:lnTo>
                    <a:pt x="2776247" y="431729"/>
                  </a:lnTo>
                  <a:lnTo>
                    <a:pt x="2742416" y="451913"/>
                  </a:lnTo>
                  <a:lnTo>
                    <a:pt x="2707360" y="471657"/>
                  </a:lnTo>
                  <a:lnTo>
                    <a:pt x="2671097" y="490956"/>
                  </a:lnTo>
                  <a:lnTo>
                    <a:pt x="2633644" y="509803"/>
                  </a:lnTo>
                  <a:lnTo>
                    <a:pt x="2595017" y="528193"/>
                  </a:lnTo>
                  <a:lnTo>
                    <a:pt x="2555234" y="546120"/>
                  </a:lnTo>
                  <a:lnTo>
                    <a:pt x="2514310" y="563578"/>
                  </a:lnTo>
                  <a:lnTo>
                    <a:pt x="2472264" y="580560"/>
                  </a:lnTo>
                  <a:lnTo>
                    <a:pt x="2429111" y="597062"/>
                  </a:lnTo>
                  <a:lnTo>
                    <a:pt x="2384869" y="613076"/>
                  </a:lnTo>
                  <a:lnTo>
                    <a:pt x="2339554" y="628598"/>
                  </a:lnTo>
                  <a:lnTo>
                    <a:pt x="2293184" y="643620"/>
                  </a:lnTo>
                  <a:lnTo>
                    <a:pt x="2245775" y="658138"/>
                  </a:lnTo>
                  <a:lnTo>
                    <a:pt x="2197344" y="672146"/>
                  </a:lnTo>
                  <a:lnTo>
                    <a:pt x="2147908" y="685636"/>
                  </a:lnTo>
                  <a:lnTo>
                    <a:pt x="2097483" y="698605"/>
                  </a:lnTo>
                  <a:lnTo>
                    <a:pt x="2046087" y="711044"/>
                  </a:lnTo>
                  <a:lnTo>
                    <a:pt x="1993736" y="722950"/>
                  </a:lnTo>
                  <a:lnTo>
                    <a:pt x="1940447" y="734315"/>
                  </a:lnTo>
                  <a:lnTo>
                    <a:pt x="1886237" y="745134"/>
                  </a:lnTo>
                  <a:lnTo>
                    <a:pt x="1831123" y="755401"/>
                  </a:lnTo>
                  <a:lnTo>
                    <a:pt x="1775122" y="765110"/>
                  </a:lnTo>
                  <a:lnTo>
                    <a:pt x="1718250" y="774255"/>
                  </a:lnTo>
                  <a:lnTo>
                    <a:pt x="1660524" y="782829"/>
                  </a:lnTo>
                  <a:lnTo>
                    <a:pt x="1601962" y="790829"/>
                  </a:lnTo>
                  <a:lnTo>
                    <a:pt x="1542580" y="798246"/>
                  </a:lnTo>
                  <a:lnTo>
                    <a:pt x="1482394" y="805076"/>
                  </a:lnTo>
                  <a:lnTo>
                    <a:pt x="1421422" y="811312"/>
                  </a:lnTo>
                  <a:lnTo>
                    <a:pt x="1359681" y="816949"/>
                  </a:lnTo>
                  <a:lnTo>
                    <a:pt x="1297187" y="821980"/>
                  </a:lnTo>
                  <a:lnTo>
                    <a:pt x="1233957" y="826400"/>
                  </a:lnTo>
                  <a:lnTo>
                    <a:pt x="1170008" y="830202"/>
                  </a:lnTo>
                  <a:lnTo>
                    <a:pt x="1105357" y="833382"/>
                  </a:lnTo>
                  <a:lnTo>
                    <a:pt x="1040021" y="835932"/>
                  </a:lnTo>
                  <a:lnTo>
                    <a:pt x="974016" y="837847"/>
                  </a:lnTo>
                  <a:lnTo>
                    <a:pt x="907360" y="839122"/>
                  </a:lnTo>
                  <a:lnTo>
                    <a:pt x="840069" y="839749"/>
                  </a:lnTo>
                  <a:lnTo>
                    <a:pt x="772160" y="839723"/>
                  </a:lnTo>
                  <a:lnTo>
                    <a:pt x="844803" y="170814"/>
                  </a:lnTo>
                  <a:lnTo>
                    <a:pt x="0" y="885316"/>
                  </a:lnTo>
                  <a:lnTo>
                    <a:pt x="680085" y="1687449"/>
                  </a:lnTo>
                  <a:lnTo>
                    <a:pt x="752728" y="1018539"/>
                  </a:lnTo>
                  <a:lnTo>
                    <a:pt x="821897" y="1018557"/>
                  </a:lnTo>
                  <a:lnTo>
                    <a:pt x="890387" y="1017900"/>
                  </a:lnTo>
                  <a:lnTo>
                    <a:pt x="958183" y="1016576"/>
                  </a:lnTo>
                  <a:lnTo>
                    <a:pt x="1025269" y="1014591"/>
                  </a:lnTo>
                  <a:lnTo>
                    <a:pt x="1091629" y="1011953"/>
                  </a:lnTo>
                  <a:lnTo>
                    <a:pt x="1157248" y="1008668"/>
                  </a:lnTo>
                  <a:lnTo>
                    <a:pt x="1222109" y="1004742"/>
                  </a:lnTo>
                  <a:lnTo>
                    <a:pt x="1286197" y="1000183"/>
                  </a:lnTo>
                  <a:lnTo>
                    <a:pt x="1349495" y="994997"/>
                  </a:lnTo>
                  <a:lnTo>
                    <a:pt x="1411987" y="989191"/>
                  </a:lnTo>
                  <a:lnTo>
                    <a:pt x="1473659" y="982771"/>
                  </a:lnTo>
                  <a:lnTo>
                    <a:pt x="1534493" y="975745"/>
                  </a:lnTo>
                  <a:lnTo>
                    <a:pt x="1594473" y="968120"/>
                  </a:lnTo>
                  <a:lnTo>
                    <a:pt x="1653585" y="959901"/>
                  </a:lnTo>
                  <a:lnTo>
                    <a:pt x="1711812" y="951095"/>
                  </a:lnTo>
                  <a:lnTo>
                    <a:pt x="1769137" y="941710"/>
                  </a:lnTo>
                  <a:lnTo>
                    <a:pt x="1825546" y="931753"/>
                  </a:lnTo>
                  <a:lnTo>
                    <a:pt x="1881022" y="921229"/>
                  </a:lnTo>
                  <a:lnTo>
                    <a:pt x="1935549" y="910145"/>
                  </a:lnTo>
                  <a:lnTo>
                    <a:pt x="1989112" y="898509"/>
                  </a:lnTo>
                  <a:lnTo>
                    <a:pt x="2041693" y="886327"/>
                  </a:lnTo>
                  <a:lnTo>
                    <a:pt x="2093279" y="873606"/>
                  </a:lnTo>
                  <a:lnTo>
                    <a:pt x="2143852" y="860353"/>
                  </a:lnTo>
                  <a:lnTo>
                    <a:pt x="2193396" y="846573"/>
                  </a:lnTo>
                  <a:lnTo>
                    <a:pt x="2241896" y="832275"/>
                  </a:lnTo>
                  <a:lnTo>
                    <a:pt x="2289336" y="817465"/>
                  </a:lnTo>
                  <a:lnTo>
                    <a:pt x="2335700" y="802149"/>
                  </a:lnTo>
                  <a:lnTo>
                    <a:pt x="2380972" y="786334"/>
                  </a:lnTo>
                  <a:lnTo>
                    <a:pt x="2425135" y="770027"/>
                  </a:lnTo>
                  <a:lnTo>
                    <a:pt x="2468175" y="753235"/>
                  </a:lnTo>
                  <a:lnTo>
                    <a:pt x="2510075" y="735965"/>
                  </a:lnTo>
                  <a:lnTo>
                    <a:pt x="2550819" y="718222"/>
                  </a:lnTo>
                  <a:lnTo>
                    <a:pt x="2590392" y="700015"/>
                  </a:lnTo>
                  <a:lnTo>
                    <a:pt x="2628776" y="681349"/>
                  </a:lnTo>
                  <a:lnTo>
                    <a:pt x="2665958" y="662232"/>
                  </a:lnTo>
                  <a:lnTo>
                    <a:pt x="2701919" y="642670"/>
                  </a:lnTo>
                  <a:lnTo>
                    <a:pt x="2736646" y="622670"/>
                  </a:lnTo>
                  <a:lnTo>
                    <a:pt x="2770121" y="602238"/>
                  </a:lnTo>
                  <a:lnTo>
                    <a:pt x="2802328" y="581382"/>
                  </a:lnTo>
                  <a:lnTo>
                    <a:pt x="2862878" y="538423"/>
                  </a:lnTo>
                  <a:lnTo>
                    <a:pt x="2918168" y="493846"/>
                  </a:lnTo>
                  <a:lnTo>
                    <a:pt x="2968070" y="447706"/>
                  </a:lnTo>
                  <a:lnTo>
                    <a:pt x="3012457" y="400055"/>
                  </a:lnTo>
                  <a:lnTo>
                    <a:pt x="3051202" y="350950"/>
                  </a:lnTo>
                  <a:lnTo>
                    <a:pt x="3084177" y="300442"/>
                  </a:lnTo>
                  <a:lnTo>
                    <a:pt x="3111255" y="248586"/>
                  </a:lnTo>
                  <a:lnTo>
                    <a:pt x="3132308" y="195436"/>
                  </a:lnTo>
                  <a:lnTo>
                    <a:pt x="3147210" y="141046"/>
                  </a:lnTo>
                  <a:lnTo>
                    <a:pt x="3155831" y="85470"/>
                  </a:lnTo>
                  <a:lnTo>
                    <a:pt x="3158046" y="28761"/>
                  </a:lnTo>
                  <a:lnTo>
                    <a:pt x="3156711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2293" y="2020443"/>
              <a:ext cx="2924175" cy="1722120"/>
            </a:xfrm>
            <a:custGeom>
              <a:avLst/>
              <a:gdLst/>
              <a:ahLst/>
              <a:cxnLst/>
              <a:rect l="l" t="t" r="r" b="b"/>
              <a:pathLst>
                <a:path w="2924175" h="1722120">
                  <a:moveTo>
                    <a:pt x="19431" y="0"/>
                  </a:moveTo>
                  <a:lnTo>
                    <a:pt x="0" y="178816"/>
                  </a:lnTo>
                  <a:lnTo>
                    <a:pt x="66807" y="186360"/>
                  </a:lnTo>
                  <a:lnTo>
                    <a:pt x="133199" y="194440"/>
                  </a:lnTo>
                  <a:lnTo>
                    <a:pt x="199161" y="203048"/>
                  </a:lnTo>
                  <a:lnTo>
                    <a:pt x="264680" y="212176"/>
                  </a:lnTo>
                  <a:lnTo>
                    <a:pt x="329740" y="221817"/>
                  </a:lnTo>
                  <a:lnTo>
                    <a:pt x="394329" y="231963"/>
                  </a:lnTo>
                  <a:lnTo>
                    <a:pt x="458431" y="242606"/>
                  </a:lnTo>
                  <a:lnTo>
                    <a:pt x="522033" y="253740"/>
                  </a:lnTo>
                  <a:lnTo>
                    <a:pt x="585121" y="265356"/>
                  </a:lnTo>
                  <a:lnTo>
                    <a:pt x="647680" y="277447"/>
                  </a:lnTo>
                  <a:lnTo>
                    <a:pt x="709695" y="290006"/>
                  </a:lnTo>
                  <a:lnTo>
                    <a:pt x="771154" y="303025"/>
                  </a:lnTo>
                  <a:lnTo>
                    <a:pt x="832042" y="316496"/>
                  </a:lnTo>
                  <a:lnTo>
                    <a:pt x="892345" y="330412"/>
                  </a:lnTo>
                  <a:lnTo>
                    <a:pt x="952047" y="344766"/>
                  </a:lnTo>
                  <a:lnTo>
                    <a:pt x="1011137" y="359549"/>
                  </a:lnTo>
                  <a:lnTo>
                    <a:pt x="1069598" y="374755"/>
                  </a:lnTo>
                  <a:lnTo>
                    <a:pt x="1127417" y="390376"/>
                  </a:lnTo>
                  <a:lnTo>
                    <a:pt x="1184581" y="406404"/>
                  </a:lnTo>
                  <a:lnTo>
                    <a:pt x="1241074" y="422832"/>
                  </a:lnTo>
                  <a:lnTo>
                    <a:pt x="1296882" y="439652"/>
                  </a:lnTo>
                  <a:lnTo>
                    <a:pt x="1351992" y="456857"/>
                  </a:lnTo>
                  <a:lnTo>
                    <a:pt x="1406389" y="474439"/>
                  </a:lnTo>
                  <a:lnTo>
                    <a:pt x="1460059" y="492390"/>
                  </a:lnTo>
                  <a:lnTo>
                    <a:pt x="1512988" y="510704"/>
                  </a:lnTo>
                  <a:lnTo>
                    <a:pt x="1565162" y="529373"/>
                  </a:lnTo>
                  <a:lnTo>
                    <a:pt x="1616566" y="548388"/>
                  </a:lnTo>
                  <a:lnTo>
                    <a:pt x="1667187" y="567743"/>
                  </a:lnTo>
                  <a:lnTo>
                    <a:pt x="1717010" y="587430"/>
                  </a:lnTo>
                  <a:lnTo>
                    <a:pt x="1766021" y="607442"/>
                  </a:lnTo>
                  <a:lnTo>
                    <a:pt x="1814206" y="627770"/>
                  </a:lnTo>
                  <a:lnTo>
                    <a:pt x="1861551" y="648408"/>
                  </a:lnTo>
                  <a:lnTo>
                    <a:pt x="1908041" y="669348"/>
                  </a:lnTo>
                  <a:lnTo>
                    <a:pt x="1953663" y="690582"/>
                  </a:lnTo>
                  <a:lnTo>
                    <a:pt x="1998402" y="712103"/>
                  </a:lnTo>
                  <a:lnTo>
                    <a:pt x="2042244" y="733903"/>
                  </a:lnTo>
                  <a:lnTo>
                    <a:pt x="2085175" y="755976"/>
                  </a:lnTo>
                  <a:lnTo>
                    <a:pt x="2127181" y="778312"/>
                  </a:lnTo>
                  <a:lnTo>
                    <a:pt x="2168247" y="800905"/>
                  </a:lnTo>
                  <a:lnTo>
                    <a:pt x="2208361" y="823748"/>
                  </a:lnTo>
                  <a:lnTo>
                    <a:pt x="2247506" y="846832"/>
                  </a:lnTo>
                  <a:lnTo>
                    <a:pt x="2285669" y="870150"/>
                  </a:lnTo>
                  <a:lnTo>
                    <a:pt x="2322837" y="893695"/>
                  </a:lnTo>
                  <a:lnTo>
                    <a:pt x="2358994" y="917459"/>
                  </a:lnTo>
                  <a:lnTo>
                    <a:pt x="2394127" y="941434"/>
                  </a:lnTo>
                  <a:lnTo>
                    <a:pt x="2428222" y="965614"/>
                  </a:lnTo>
                  <a:lnTo>
                    <a:pt x="2461264" y="989990"/>
                  </a:lnTo>
                  <a:lnTo>
                    <a:pt x="2493239" y="1014555"/>
                  </a:lnTo>
                  <a:lnTo>
                    <a:pt x="2524133" y="1039301"/>
                  </a:lnTo>
                  <a:lnTo>
                    <a:pt x="2553932" y="1064222"/>
                  </a:lnTo>
                  <a:lnTo>
                    <a:pt x="2582622" y="1089309"/>
                  </a:lnTo>
                  <a:lnTo>
                    <a:pt x="2636616" y="1139951"/>
                  </a:lnTo>
                  <a:lnTo>
                    <a:pt x="2686004" y="1191169"/>
                  </a:lnTo>
                  <a:lnTo>
                    <a:pt x="2730672" y="1242902"/>
                  </a:lnTo>
                  <a:lnTo>
                    <a:pt x="2770505" y="1295090"/>
                  </a:lnTo>
                  <a:lnTo>
                    <a:pt x="2805392" y="1347673"/>
                  </a:lnTo>
                  <a:lnTo>
                    <a:pt x="2835218" y="1400589"/>
                  </a:lnTo>
                  <a:lnTo>
                    <a:pt x="2859871" y="1453780"/>
                  </a:lnTo>
                  <a:lnTo>
                    <a:pt x="2879238" y="1507185"/>
                  </a:lnTo>
                  <a:lnTo>
                    <a:pt x="2893204" y="1560743"/>
                  </a:lnTo>
                  <a:lnTo>
                    <a:pt x="2901656" y="1614395"/>
                  </a:lnTo>
                  <a:lnTo>
                    <a:pt x="2904482" y="1668080"/>
                  </a:lnTo>
                  <a:lnTo>
                    <a:pt x="2903750" y="1694917"/>
                  </a:lnTo>
                  <a:lnTo>
                    <a:pt x="2901568" y="1721739"/>
                  </a:lnTo>
                  <a:lnTo>
                    <a:pt x="2920873" y="1543050"/>
                  </a:lnTo>
                  <a:lnTo>
                    <a:pt x="2923054" y="1516228"/>
                  </a:lnTo>
                  <a:lnTo>
                    <a:pt x="2923787" y="1489391"/>
                  </a:lnTo>
                  <a:lnTo>
                    <a:pt x="2923084" y="1462548"/>
                  </a:lnTo>
                  <a:lnTo>
                    <a:pt x="2917432" y="1408871"/>
                  </a:lnTo>
                  <a:lnTo>
                    <a:pt x="2906210" y="1355257"/>
                  </a:lnTo>
                  <a:lnTo>
                    <a:pt x="2889532" y="1301766"/>
                  </a:lnTo>
                  <a:lnTo>
                    <a:pt x="2867510" y="1248458"/>
                  </a:lnTo>
                  <a:lnTo>
                    <a:pt x="2840259" y="1195394"/>
                  </a:lnTo>
                  <a:lnTo>
                    <a:pt x="2807891" y="1142634"/>
                  </a:lnTo>
                  <a:lnTo>
                    <a:pt x="2770520" y="1090238"/>
                  </a:lnTo>
                  <a:lnTo>
                    <a:pt x="2728259" y="1038266"/>
                  </a:lnTo>
                  <a:lnTo>
                    <a:pt x="2681222" y="986779"/>
                  </a:lnTo>
                  <a:lnTo>
                    <a:pt x="2629520" y="935837"/>
                  </a:lnTo>
                  <a:lnTo>
                    <a:pt x="2573269" y="885500"/>
                  </a:lnTo>
                  <a:lnTo>
                    <a:pt x="2543472" y="860577"/>
                  </a:lnTo>
                  <a:lnTo>
                    <a:pt x="2512580" y="835828"/>
                  </a:lnTo>
                  <a:lnTo>
                    <a:pt x="2480608" y="811261"/>
                  </a:lnTo>
                  <a:lnTo>
                    <a:pt x="2447568" y="786883"/>
                  </a:lnTo>
                  <a:lnTo>
                    <a:pt x="2413476" y="762701"/>
                  </a:lnTo>
                  <a:lnTo>
                    <a:pt x="2378345" y="738723"/>
                  </a:lnTo>
                  <a:lnTo>
                    <a:pt x="2342191" y="714956"/>
                  </a:lnTo>
                  <a:lnTo>
                    <a:pt x="2305026" y="691409"/>
                  </a:lnTo>
                  <a:lnTo>
                    <a:pt x="2266865" y="668088"/>
                  </a:lnTo>
                  <a:lnTo>
                    <a:pt x="2227722" y="645001"/>
                  </a:lnTo>
                  <a:lnTo>
                    <a:pt x="2187611" y="622157"/>
                  </a:lnTo>
                  <a:lnTo>
                    <a:pt x="2146547" y="599561"/>
                  </a:lnTo>
                  <a:lnTo>
                    <a:pt x="2104544" y="577222"/>
                  </a:lnTo>
                  <a:lnTo>
                    <a:pt x="2061615" y="555147"/>
                  </a:lnTo>
                  <a:lnTo>
                    <a:pt x="2017776" y="533344"/>
                  </a:lnTo>
                  <a:lnTo>
                    <a:pt x="1973039" y="511821"/>
                  </a:lnTo>
                  <a:lnTo>
                    <a:pt x="1927420" y="490584"/>
                  </a:lnTo>
                  <a:lnTo>
                    <a:pt x="1880932" y="469642"/>
                  </a:lnTo>
                  <a:lnTo>
                    <a:pt x="1833590" y="449001"/>
                  </a:lnTo>
                  <a:lnTo>
                    <a:pt x="1785407" y="428670"/>
                  </a:lnTo>
                  <a:lnTo>
                    <a:pt x="1736399" y="408656"/>
                  </a:lnTo>
                  <a:lnTo>
                    <a:pt x="1686578" y="388967"/>
                  </a:lnTo>
                  <a:lnTo>
                    <a:pt x="1635960" y="369609"/>
                  </a:lnTo>
                  <a:lnTo>
                    <a:pt x="1584558" y="350592"/>
                  </a:lnTo>
                  <a:lnTo>
                    <a:pt x="1532386" y="331921"/>
                  </a:lnTo>
                  <a:lnTo>
                    <a:pt x="1479459" y="313605"/>
                  </a:lnTo>
                  <a:lnTo>
                    <a:pt x="1425792" y="295651"/>
                  </a:lnTo>
                  <a:lnTo>
                    <a:pt x="1371397" y="278067"/>
                  </a:lnTo>
                  <a:lnTo>
                    <a:pt x="1316289" y="260860"/>
                  </a:lnTo>
                  <a:lnTo>
                    <a:pt x="1260482" y="244038"/>
                  </a:lnTo>
                  <a:lnTo>
                    <a:pt x="1203991" y="227608"/>
                  </a:lnTo>
                  <a:lnTo>
                    <a:pt x="1146830" y="211578"/>
                  </a:lnTo>
                  <a:lnTo>
                    <a:pt x="1089012" y="195956"/>
                  </a:lnTo>
                  <a:lnTo>
                    <a:pt x="1030553" y="180748"/>
                  </a:lnTo>
                  <a:lnTo>
                    <a:pt x="971465" y="165963"/>
                  </a:lnTo>
                  <a:lnTo>
                    <a:pt x="911764" y="151608"/>
                  </a:lnTo>
                  <a:lnTo>
                    <a:pt x="851463" y="137690"/>
                  </a:lnTo>
                  <a:lnTo>
                    <a:pt x="790577" y="124217"/>
                  </a:lnTo>
                  <a:lnTo>
                    <a:pt x="729119" y="111197"/>
                  </a:lnTo>
                  <a:lnTo>
                    <a:pt x="667104" y="98637"/>
                  </a:lnTo>
                  <a:lnTo>
                    <a:pt x="604547" y="86545"/>
                  </a:lnTo>
                  <a:lnTo>
                    <a:pt x="541460" y="74928"/>
                  </a:lnTo>
                  <a:lnTo>
                    <a:pt x="477859" y="63793"/>
                  </a:lnTo>
                  <a:lnTo>
                    <a:pt x="413758" y="53149"/>
                  </a:lnTo>
                  <a:lnTo>
                    <a:pt x="349170" y="43002"/>
                  </a:lnTo>
                  <a:lnTo>
                    <a:pt x="284110" y="33361"/>
                  </a:lnTo>
                  <a:lnTo>
                    <a:pt x="218591" y="24233"/>
                  </a:lnTo>
                  <a:lnTo>
                    <a:pt x="152629" y="15624"/>
                  </a:lnTo>
                  <a:lnTo>
                    <a:pt x="86238" y="7544"/>
                  </a:lnTo>
                  <a:lnTo>
                    <a:pt x="19431" y="0"/>
                  </a:lnTo>
                  <a:close/>
                </a:path>
              </a:pathLst>
            </a:custGeom>
            <a:solidFill>
              <a:srgbClr val="7C95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68547" y="2020443"/>
              <a:ext cx="3177540" cy="3319145"/>
            </a:xfrm>
            <a:custGeom>
              <a:avLst/>
              <a:gdLst/>
              <a:ahLst/>
              <a:cxnLst/>
              <a:rect l="l" t="t" r="r" b="b"/>
              <a:pathLst>
                <a:path w="3177540" h="3319145">
                  <a:moveTo>
                    <a:pt x="3155314" y="1721739"/>
                  </a:moveTo>
                  <a:lnTo>
                    <a:pt x="3157496" y="1694917"/>
                  </a:lnTo>
                  <a:lnTo>
                    <a:pt x="3158228" y="1668080"/>
                  </a:lnTo>
                  <a:lnTo>
                    <a:pt x="3157526" y="1641238"/>
                  </a:lnTo>
                  <a:lnTo>
                    <a:pt x="3151872" y="1587562"/>
                  </a:lnTo>
                  <a:lnTo>
                    <a:pt x="3140649" y="1533949"/>
                  </a:lnTo>
                  <a:lnTo>
                    <a:pt x="3123969" y="1480460"/>
                  </a:lnTo>
                  <a:lnTo>
                    <a:pt x="3101945" y="1427154"/>
                  </a:lnTo>
                  <a:lnTo>
                    <a:pt x="3074691" y="1374093"/>
                  </a:lnTo>
                  <a:lnTo>
                    <a:pt x="3042320" y="1321336"/>
                  </a:lnTo>
                  <a:lnTo>
                    <a:pt x="3004946" y="1268943"/>
                  </a:lnTo>
                  <a:lnTo>
                    <a:pt x="2962681" y="1216975"/>
                  </a:lnTo>
                  <a:lnTo>
                    <a:pt x="2915639" y="1165492"/>
                  </a:lnTo>
                  <a:lnTo>
                    <a:pt x="2863934" y="1114554"/>
                  </a:lnTo>
                  <a:lnTo>
                    <a:pt x="2807678" y="1064222"/>
                  </a:lnTo>
                  <a:lnTo>
                    <a:pt x="2777879" y="1039301"/>
                  </a:lnTo>
                  <a:lnTo>
                    <a:pt x="2746985" y="1014555"/>
                  </a:lnTo>
                  <a:lnTo>
                    <a:pt x="2715010" y="989990"/>
                  </a:lnTo>
                  <a:lnTo>
                    <a:pt x="2681968" y="965614"/>
                  </a:lnTo>
                  <a:lnTo>
                    <a:pt x="2647873" y="941434"/>
                  </a:lnTo>
                  <a:lnTo>
                    <a:pt x="2612740" y="917459"/>
                  </a:lnTo>
                  <a:lnTo>
                    <a:pt x="2576583" y="893695"/>
                  </a:lnTo>
                  <a:lnTo>
                    <a:pt x="2539415" y="870150"/>
                  </a:lnTo>
                  <a:lnTo>
                    <a:pt x="2501252" y="846832"/>
                  </a:lnTo>
                  <a:lnTo>
                    <a:pt x="2462107" y="823748"/>
                  </a:lnTo>
                  <a:lnTo>
                    <a:pt x="2421993" y="800905"/>
                  </a:lnTo>
                  <a:lnTo>
                    <a:pt x="2380927" y="778312"/>
                  </a:lnTo>
                  <a:lnTo>
                    <a:pt x="2338921" y="755976"/>
                  </a:lnTo>
                  <a:lnTo>
                    <a:pt x="2295990" y="733903"/>
                  </a:lnTo>
                  <a:lnTo>
                    <a:pt x="2252148" y="712103"/>
                  </a:lnTo>
                  <a:lnTo>
                    <a:pt x="2207409" y="690582"/>
                  </a:lnTo>
                  <a:lnTo>
                    <a:pt x="2161787" y="669348"/>
                  </a:lnTo>
                  <a:lnTo>
                    <a:pt x="2115297" y="648408"/>
                  </a:lnTo>
                  <a:lnTo>
                    <a:pt x="2067952" y="627770"/>
                  </a:lnTo>
                  <a:lnTo>
                    <a:pt x="2019767" y="607442"/>
                  </a:lnTo>
                  <a:lnTo>
                    <a:pt x="1970756" y="587430"/>
                  </a:lnTo>
                  <a:lnTo>
                    <a:pt x="1920933" y="567743"/>
                  </a:lnTo>
                  <a:lnTo>
                    <a:pt x="1870312" y="548388"/>
                  </a:lnTo>
                  <a:lnTo>
                    <a:pt x="1818908" y="529373"/>
                  </a:lnTo>
                  <a:lnTo>
                    <a:pt x="1766734" y="510704"/>
                  </a:lnTo>
                  <a:lnTo>
                    <a:pt x="1713805" y="492390"/>
                  </a:lnTo>
                  <a:lnTo>
                    <a:pt x="1660135" y="474439"/>
                  </a:lnTo>
                  <a:lnTo>
                    <a:pt x="1605738" y="456857"/>
                  </a:lnTo>
                  <a:lnTo>
                    <a:pt x="1550628" y="439652"/>
                  </a:lnTo>
                  <a:lnTo>
                    <a:pt x="1494820" y="422832"/>
                  </a:lnTo>
                  <a:lnTo>
                    <a:pt x="1438327" y="406404"/>
                  </a:lnTo>
                  <a:lnTo>
                    <a:pt x="1381163" y="390376"/>
                  </a:lnTo>
                  <a:lnTo>
                    <a:pt x="1323344" y="374755"/>
                  </a:lnTo>
                  <a:lnTo>
                    <a:pt x="1264883" y="359549"/>
                  </a:lnTo>
                  <a:lnTo>
                    <a:pt x="1205793" y="344766"/>
                  </a:lnTo>
                  <a:lnTo>
                    <a:pt x="1146091" y="330412"/>
                  </a:lnTo>
                  <a:lnTo>
                    <a:pt x="1085788" y="316496"/>
                  </a:lnTo>
                  <a:lnTo>
                    <a:pt x="1024900" y="303025"/>
                  </a:lnTo>
                  <a:lnTo>
                    <a:pt x="963441" y="290006"/>
                  </a:lnTo>
                  <a:lnTo>
                    <a:pt x="901426" y="277447"/>
                  </a:lnTo>
                  <a:lnTo>
                    <a:pt x="838867" y="265356"/>
                  </a:lnTo>
                  <a:lnTo>
                    <a:pt x="775779" y="253740"/>
                  </a:lnTo>
                  <a:lnTo>
                    <a:pt x="712177" y="242606"/>
                  </a:lnTo>
                  <a:lnTo>
                    <a:pt x="648075" y="231963"/>
                  </a:lnTo>
                  <a:lnTo>
                    <a:pt x="583486" y="221817"/>
                  </a:lnTo>
                  <a:lnTo>
                    <a:pt x="518426" y="212176"/>
                  </a:lnTo>
                  <a:lnTo>
                    <a:pt x="452907" y="203048"/>
                  </a:lnTo>
                  <a:lnTo>
                    <a:pt x="386945" y="194440"/>
                  </a:lnTo>
                  <a:lnTo>
                    <a:pt x="320553" y="186360"/>
                  </a:lnTo>
                  <a:lnTo>
                    <a:pt x="253745" y="178816"/>
                  </a:lnTo>
                  <a:lnTo>
                    <a:pt x="273176" y="0"/>
                  </a:lnTo>
                  <a:lnTo>
                    <a:pt x="339984" y="7544"/>
                  </a:lnTo>
                  <a:lnTo>
                    <a:pt x="406375" y="15624"/>
                  </a:lnTo>
                  <a:lnTo>
                    <a:pt x="472337" y="24233"/>
                  </a:lnTo>
                  <a:lnTo>
                    <a:pt x="537856" y="33361"/>
                  </a:lnTo>
                  <a:lnTo>
                    <a:pt x="602916" y="43002"/>
                  </a:lnTo>
                  <a:lnTo>
                    <a:pt x="667504" y="53149"/>
                  </a:lnTo>
                  <a:lnTo>
                    <a:pt x="731605" y="63793"/>
                  </a:lnTo>
                  <a:lnTo>
                    <a:pt x="795206" y="74928"/>
                  </a:lnTo>
                  <a:lnTo>
                    <a:pt x="858293" y="86545"/>
                  </a:lnTo>
                  <a:lnTo>
                    <a:pt x="920850" y="98637"/>
                  </a:lnTo>
                  <a:lnTo>
                    <a:pt x="982865" y="111197"/>
                  </a:lnTo>
                  <a:lnTo>
                    <a:pt x="1044323" y="124217"/>
                  </a:lnTo>
                  <a:lnTo>
                    <a:pt x="1105209" y="137690"/>
                  </a:lnTo>
                  <a:lnTo>
                    <a:pt x="1165510" y="151608"/>
                  </a:lnTo>
                  <a:lnTo>
                    <a:pt x="1225211" y="165963"/>
                  </a:lnTo>
                  <a:lnTo>
                    <a:pt x="1284299" y="180748"/>
                  </a:lnTo>
                  <a:lnTo>
                    <a:pt x="1342758" y="195956"/>
                  </a:lnTo>
                  <a:lnTo>
                    <a:pt x="1400576" y="211578"/>
                  </a:lnTo>
                  <a:lnTo>
                    <a:pt x="1457737" y="227608"/>
                  </a:lnTo>
                  <a:lnTo>
                    <a:pt x="1514228" y="244038"/>
                  </a:lnTo>
                  <a:lnTo>
                    <a:pt x="1570035" y="260860"/>
                  </a:lnTo>
                  <a:lnTo>
                    <a:pt x="1625143" y="278067"/>
                  </a:lnTo>
                  <a:lnTo>
                    <a:pt x="1679538" y="295651"/>
                  </a:lnTo>
                  <a:lnTo>
                    <a:pt x="1733205" y="313605"/>
                  </a:lnTo>
                  <a:lnTo>
                    <a:pt x="1786132" y="331921"/>
                  </a:lnTo>
                  <a:lnTo>
                    <a:pt x="1838304" y="350592"/>
                  </a:lnTo>
                  <a:lnTo>
                    <a:pt x="1889706" y="369609"/>
                  </a:lnTo>
                  <a:lnTo>
                    <a:pt x="1940324" y="388967"/>
                  </a:lnTo>
                  <a:lnTo>
                    <a:pt x="1990145" y="408656"/>
                  </a:lnTo>
                  <a:lnTo>
                    <a:pt x="2039153" y="428670"/>
                  </a:lnTo>
                  <a:lnTo>
                    <a:pt x="2087336" y="449001"/>
                  </a:lnTo>
                  <a:lnTo>
                    <a:pt x="2134678" y="469642"/>
                  </a:lnTo>
                  <a:lnTo>
                    <a:pt x="2181166" y="490584"/>
                  </a:lnTo>
                  <a:lnTo>
                    <a:pt x="2226785" y="511821"/>
                  </a:lnTo>
                  <a:lnTo>
                    <a:pt x="2271522" y="533344"/>
                  </a:lnTo>
                  <a:lnTo>
                    <a:pt x="2315361" y="555147"/>
                  </a:lnTo>
                  <a:lnTo>
                    <a:pt x="2358290" y="577222"/>
                  </a:lnTo>
                  <a:lnTo>
                    <a:pt x="2400293" y="599561"/>
                  </a:lnTo>
                  <a:lnTo>
                    <a:pt x="2441357" y="622157"/>
                  </a:lnTo>
                  <a:lnTo>
                    <a:pt x="2481468" y="645001"/>
                  </a:lnTo>
                  <a:lnTo>
                    <a:pt x="2520611" y="668088"/>
                  </a:lnTo>
                  <a:lnTo>
                    <a:pt x="2558772" y="691409"/>
                  </a:lnTo>
                  <a:lnTo>
                    <a:pt x="2595937" y="714956"/>
                  </a:lnTo>
                  <a:lnTo>
                    <a:pt x="2632091" y="738723"/>
                  </a:lnTo>
                  <a:lnTo>
                    <a:pt x="2667222" y="762701"/>
                  </a:lnTo>
                  <a:lnTo>
                    <a:pt x="2701314" y="786883"/>
                  </a:lnTo>
                  <a:lnTo>
                    <a:pt x="2734354" y="811261"/>
                  </a:lnTo>
                  <a:lnTo>
                    <a:pt x="2766326" y="835828"/>
                  </a:lnTo>
                  <a:lnTo>
                    <a:pt x="2797218" y="860577"/>
                  </a:lnTo>
                  <a:lnTo>
                    <a:pt x="2827015" y="885500"/>
                  </a:lnTo>
                  <a:lnTo>
                    <a:pt x="2855702" y="910589"/>
                  </a:lnTo>
                  <a:lnTo>
                    <a:pt x="2909693" y="961236"/>
                  </a:lnTo>
                  <a:lnTo>
                    <a:pt x="2959076" y="1012458"/>
                  </a:lnTo>
                  <a:lnTo>
                    <a:pt x="3003740" y="1064195"/>
                  </a:lnTo>
                  <a:lnTo>
                    <a:pt x="3043570" y="1116386"/>
                  </a:lnTo>
                  <a:lnTo>
                    <a:pt x="3078454" y="1168972"/>
                  </a:lnTo>
                  <a:lnTo>
                    <a:pt x="3108277" y="1221892"/>
                  </a:lnTo>
                  <a:lnTo>
                    <a:pt x="3132928" y="1275085"/>
                  </a:lnTo>
                  <a:lnTo>
                    <a:pt x="3152292" y="1328492"/>
                  </a:lnTo>
                  <a:lnTo>
                    <a:pt x="3166256" y="1382052"/>
                  </a:lnTo>
                  <a:lnTo>
                    <a:pt x="3174707" y="1435705"/>
                  </a:lnTo>
                  <a:lnTo>
                    <a:pt x="3177533" y="1489391"/>
                  </a:lnTo>
                  <a:lnTo>
                    <a:pt x="3176800" y="1516228"/>
                  </a:lnTo>
                  <a:lnTo>
                    <a:pt x="3155314" y="1721739"/>
                  </a:lnTo>
                  <a:lnTo>
                    <a:pt x="3145813" y="1778372"/>
                  </a:lnTo>
                  <a:lnTo>
                    <a:pt x="3129827" y="1833728"/>
                  </a:lnTo>
                  <a:lnTo>
                    <a:pt x="3107497" y="1887751"/>
                  </a:lnTo>
                  <a:lnTo>
                    <a:pt x="3078960" y="1940389"/>
                  </a:lnTo>
                  <a:lnTo>
                    <a:pt x="3044355" y="1991589"/>
                  </a:lnTo>
                  <a:lnTo>
                    <a:pt x="3003819" y="2041297"/>
                  </a:lnTo>
                  <a:lnTo>
                    <a:pt x="2957491" y="2089459"/>
                  </a:lnTo>
                  <a:lnTo>
                    <a:pt x="2905510" y="2136023"/>
                  </a:lnTo>
                  <a:lnTo>
                    <a:pt x="2848013" y="2180934"/>
                  </a:lnTo>
                  <a:lnTo>
                    <a:pt x="2785138" y="2224140"/>
                  </a:lnTo>
                  <a:lnTo>
                    <a:pt x="2751728" y="2245087"/>
                  </a:lnTo>
                  <a:lnTo>
                    <a:pt x="2717025" y="2265587"/>
                  </a:lnTo>
                  <a:lnTo>
                    <a:pt x="2681047" y="2285635"/>
                  </a:lnTo>
                  <a:lnTo>
                    <a:pt x="2643811" y="2305222"/>
                  </a:lnTo>
                  <a:lnTo>
                    <a:pt x="2605335" y="2324343"/>
                  </a:lnTo>
                  <a:lnTo>
                    <a:pt x="2565635" y="2342991"/>
                  </a:lnTo>
                  <a:lnTo>
                    <a:pt x="2524729" y="2361159"/>
                  </a:lnTo>
                  <a:lnTo>
                    <a:pt x="2482634" y="2378841"/>
                  </a:lnTo>
                  <a:lnTo>
                    <a:pt x="2439368" y="2396029"/>
                  </a:lnTo>
                  <a:lnTo>
                    <a:pt x="2394947" y="2412718"/>
                  </a:lnTo>
                  <a:lnTo>
                    <a:pt x="2349390" y="2428900"/>
                  </a:lnTo>
                  <a:lnTo>
                    <a:pt x="2302713" y="2444569"/>
                  </a:lnTo>
                  <a:lnTo>
                    <a:pt x="2254934" y="2459718"/>
                  </a:lnTo>
                  <a:lnTo>
                    <a:pt x="2206069" y="2474341"/>
                  </a:lnTo>
                  <a:lnTo>
                    <a:pt x="2156137" y="2488431"/>
                  </a:lnTo>
                  <a:lnTo>
                    <a:pt x="2105154" y="2501980"/>
                  </a:lnTo>
                  <a:lnTo>
                    <a:pt x="2053138" y="2514983"/>
                  </a:lnTo>
                  <a:lnTo>
                    <a:pt x="2000106" y="2527433"/>
                  </a:lnTo>
                  <a:lnTo>
                    <a:pt x="1946075" y="2539324"/>
                  </a:lnTo>
                  <a:lnTo>
                    <a:pt x="1891063" y="2550647"/>
                  </a:lnTo>
                  <a:lnTo>
                    <a:pt x="1835087" y="2561397"/>
                  </a:lnTo>
                  <a:lnTo>
                    <a:pt x="1778164" y="2571568"/>
                  </a:lnTo>
                  <a:lnTo>
                    <a:pt x="1720312" y="2581152"/>
                  </a:lnTo>
                  <a:lnTo>
                    <a:pt x="1661547" y="2590142"/>
                  </a:lnTo>
                  <a:lnTo>
                    <a:pt x="1601887" y="2598533"/>
                  </a:lnTo>
                  <a:lnTo>
                    <a:pt x="1541349" y="2606317"/>
                  </a:lnTo>
                  <a:lnTo>
                    <a:pt x="1479952" y="2613488"/>
                  </a:lnTo>
                  <a:lnTo>
                    <a:pt x="1417710" y="2620039"/>
                  </a:lnTo>
                  <a:lnTo>
                    <a:pt x="1354643" y="2625963"/>
                  </a:lnTo>
                  <a:lnTo>
                    <a:pt x="1290768" y="2631254"/>
                  </a:lnTo>
                  <a:lnTo>
                    <a:pt x="1226101" y="2635905"/>
                  </a:lnTo>
                  <a:lnTo>
                    <a:pt x="1160660" y="2639909"/>
                  </a:lnTo>
                  <a:lnTo>
                    <a:pt x="1094463" y="2643260"/>
                  </a:lnTo>
                  <a:lnTo>
                    <a:pt x="1027526" y="2645951"/>
                  </a:lnTo>
                  <a:lnTo>
                    <a:pt x="959866" y="2647975"/>
                  </a:lnTo>
                  <a:lnTo>
                    <a:pt x="891502" y="2649326"/>
                  </a:lnTo>
                  <a:lnTo>
                    <a:pt x="822451" y="2649997"/>
                  </a:lnTo>
                  <a:lnTo>
                    <a:pt x="752728" y="2649982"/>
                  </a:lnTo>
                  <a:lnTo>
                    <a:pt x="680085" y="3318891"/>
                  </a:lnTo>
                  <a:lnTo>
                    <a:pt x="0" y="2516759"/>
                  </a:lnTo>
                  <a:lnTo>
                    <a:pt x="844803" y="1802257"/>
                  </a:lnTo>
                  <a:lnTo>
                    <a:pt x="772160" y="2471166"/>
                  </a:lnTo>
                  <a:lnTo>
                    <a:pt x="840069" y="2471191"/>
                  </a:lnTo>
                  <a:lnTo>
                    <a:pt x="907360" y="2470564"/>
                  </a:lnTo>
                  <a:lnTo>
                    <a:pt x="974016" y="2469289"/>
                  </a:lnTo>
                  <a:lnTo>
                    <a:pt x="1040021" y="2467374"/>
                  </a:lnTo>
                  <a:lnTo>
                    <a:pt x="1105357" y="2464824"/>
                  </a:lnTo>
                  <a:lnTo>
                    <a:pt x="1170008" y="2461644"/>
                  </a:lnTo>
                  <a:lnTo>
                    <a:pt x="1233957" y="2457842"/>
                  </a:lnTo>
                  <a:lnTo>
                    <a:pt x="1297187" y="2453422"/>
                  </a:lnTo>
                  <a:lnTo>
                    <a:pt x="1359681" y="2448391"/>
                  </a:lnTo>
                  <a:lnTo>
                    <a:pt x="1421422" y="2442754"/>
                  </a:lnTo>
                  <a:lnTo>
                    <a:pt x="1482394" y="2436518"/>
                  </a:lnTo>
                  <a:lnTo>
                    <a:pt x="1542580" y="2429688"/>
                  </a:lnTo>
                  <a:lnTo>
                    <a:pt x="1601962" y="2422271"/>
                  </a:lnTo>
                  <a:lnTo>
                    <a:pt x="1660524" y="2414271"/>
                  </a:lnTo>
                  <a:lnTo>
                    <a:pt x="1718250" y="2405697"/>
                  </a:lnTo>
                  <a:lnTo>
                    <a:pt x="1775122" y="2396552"/>
                  </a:lnTo>
                  <a:lnTo>
                    <a:pt x="1831123" y="2386843"/>
                  </a:lnTo>
                  <a:lnTo>
                    <a:pt x="1886237" y="2376576"/>
                  </a:lnTo>
                  <a:lnTo>
                    <a:pt x="1940447" y="2365757"/>
                  </a:lnTo>
                  <a:lnTo>
                    <a:pt x="1993736" y="2354392"/>
                  </a:lnTo>
                  <a:lnTo>
                    <a:pt x="2046087" y="2342486"/>
                  </a:lnTo>
                  <a:lnTo>
                    <a:pt x="2097483" y="2330047"/>
                  </a:lnTo>
                  <a:lnTo>
                    <a:pt x="2147908" y="2317078"/>
                  </a:lnTo>
                  <a:lnTo>
                    <a:pt x="2197344" y="2303588"/>
                  </a:lnTo>
                  <a:lnTo>
                    <a:pt x="2245775" y="2289580"/>
                  </a:lnTo>
                  <a:lnTo>
                    <a:pt x="2293184" y="2275062"/>
                  </a:lnTo>
                  <a:lnTo>
                    <a:pt x="2339554" y="2260040"/>
                  </a:lnTo>
                  <a:lnTo>
                    <a:pt x="2384869" y="2244518"/>
                  </a:lnTo>
                  <a:lnTo>
                    <a:pt x="2429111" y="2228504"/>
                  </a:lnTo>
                  <a:lnTo>
                    <a:pt x="2472264" y="2212002"/>
                  </a:lnTo>
                  <a:lnTo>
                    <a:pt x="2514310" y="2195020"/>
                  </a:lnTo>
                  <a:lnTo>
                    <a:pt x="2555234" y="2177562"/>
                  </a:lnTo>
                  <a:lnTo>
                    <a:pt x="2595017" y="2159635"/>
                  </a:lnTo>
                  <a:lnTo>
                    <a:pt x="2633644" y="2141245"/>
                  </a:lnTo>
                  <a:lnTo>
                    <a:pt x="2671097" y="2122398"/>
                  </a:lnTo>
                  <a:lnTo>
                    <a:pt x="2707360" y="2103099"/>
                  </a:lnTo>
                  <a:lnTo>
                    <a:pt x="2742416" y="2083355"/>
                  </a:lnTo>
                  <a:lnTo>
                    <a:pt x="2776247" y="2063171"/>
                  </a:lnTo>
                  <a:lnTo>
                    <a:pt x="2808838" y="2042553"/>
                  </a:lnTo>
                  <a:lnTo>
                    <a:pt x="2870230" y="2000041"/>
                  </a:lnTo>
                  <a:lnTo>
                    <a:pt x="2926456" y="1955864"/>
                  </a:lnTo>
                  <a:lnTo>
                    <a:pt x="2977381" y="1910072"/>
                  </a:lnTo>
                  <a:lnTo>
                    <a:pt x="3022872" y="1862711"/>
                  </a:lnTo>
                  <a:lnTo>
                    <a:pt x="3062793" y="1813828"/>
                  </a:lnTo>
                  <a:lnTo>
                    <a:pt x="3097010" y="1763471"/>
                  </a:lnTo>
                  <a:lnTo>
                    <a:pt x="3125388" y="1711688"/>
                  </a:lnTo>
                  <a:lnTo>
                    <a:pt x="3147792" y="1658525"/>
                  </a:lnTo>
                  <a:lnTo>
                    <a:pt x="3156711" y="1631442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91356" y="259079"/>
              <a:ext cx="1766316" cy="100888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261484" y="362839"/>
            <a:ext cx="1195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hex</a:t>
            </a:r>
            <a:r>
              <a:rPr sz="3600" b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(</a:t>
            </a:r>
            <a:r>
              <a:rPr sz="36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)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26819" y="1002791"/>
            <a:ext cx="7786370" cy="1643380"/>
            <a:chOff x="1226819" y="1002791"/>
            <a:chExt cx="7786370" cy="1643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6819" y="1002791"/>
              <a:ext cx="967740" cy="7894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3579" y="1002791"/>
              <a:ext cx="1223771" cy="7894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6371" y="1002791"/>
              <a:ext cx="1728216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3608" y="1002791"/>
              <a:ext cx="1293876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56504" y="1002791"/>
              <a:ext cx="1016507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2031" y="1002791"/>
              <a:ext cx="979932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10984" y="1002791"/>
              <a:ext cx="963168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53172" y="1002791"/>
              <a:ext cx="1159764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26819" y="1429511"/>
              <a:ext cx="1703832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04516" y="1429511"/>
              <a:ext cx="780287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58668" y="1429511"/>
              <a:ext cx="1588008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20540" y="1429511"/>
              <a:ext cx="961643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56048" y="1429511"/>
              <a:ext cx="1513331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44767" y="1429511"/>
              <a:ext cx="830580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49211" y="1429511"/>
              <a:ext cx="780288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03363" y="1429511"/>
              <a:ext cx="822959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00187" y="1429511"/>
              <a:ext cx="1412748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26819" y="1856231"/>
              <a:ext cx="1301495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58923" y="1856231"/>
              <a:ext cx="566927" cy="78943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436369" y="1082167"/>
            <a:ext cx="734314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happens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use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bin()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function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convert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integer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12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its binary 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string: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1416" y="259079"/>
            <a:ext cx="8284845" cy="5634355"/>
            <a:chOff x="661416" y="259079"/>
            <a:chExt cx="8284845" cy="5634355"/>
          </a:xfrm>
        </p:grpSpPr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1416" y="2519172"/>
              <a:ext cx="8284464" cy="337413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6488" y="2714244"/>
              <a:ext cx="7696200" cy="278587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87139" y="1999487"/>
              <a:ext cx="3392423" cy="359054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027931" y="259079"/>
              <a:ext cx="1693164" cy="100888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298060" y="362839"/>
            <a:ext cx="1123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bin</a:t>
            </a:r>
            <a:r>
              <a:rPr sz="3600" b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(</a:t>
            </a:r>
            <a:r>
              <a:rPr sz="36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)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2187" y="3550920"/>
            <a:ext cx="8231505" cy="1005840"/>
            <a:chOff x="742187" y="3550920"/>
            <a:chExt cx="8231505" cy="1005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187" y="3550920"/>
              <a:ext cx="8231123" cy="10058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1747" y="3592068"/>
              <a:ext cx="7682483" cy="89916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70761" y="3682694"/>
            <a:ext cx="717295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5" dirty="0">
                <a:solidFill>
                  <a:srgbClr val="FFFF00"/>
                </a:solidFill>
                <a:latin typeface="Calibri"/>
                <a:cs typeface="Calibri"/>
              </a:rPr>
              <a:t>FLOATING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POINT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LITERALS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OR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40" dirty="0">
                <a:solidFill>
                  <a:srgbClr val="FFFF00"/>
                </a:solidFill>
                <a:latin typeface="Calibri"/>
                <a:cs typeface="Calibri"/>
              </a:rPr>
              <a:t>CONSTANTS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63" y="259079"/>
            <a:ext cx="8593836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9708" y="362839"/>
            <a:ext cx="8072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FLOATING</a:t>
            </a:r>
            <a:r>
              <a:rPr spc="-25" dirty="0"/>
              <a:t> </a:t>
            </a:r>
            <a:r>
              <a:rPr spc="-5" dirty="0"/>
              <a:t>POINT</a:t>
            </a:r>
            <a:r>
              <a:rPr spc="-10" dirty="0"/>
              <a:t> </a:t>
            </a:r>
            <a:r>
              <a:rPr dirty="0"/>
              <a:t>LITERALS</a:t>
            </a:r>
            <a:r>
              <a:rPr spc="-15" dirty="0"/>
              <a:t> </a:t>
            </a:r>
            <a:r>
              <a:rPr spc="-5" dirty="0"/>
              <a:t>OR</a:t>
            </a:r>
            <a:r>
              <a:rPr spc="-20" dirty="0"/>
              <a:t> </a:t>
            </a:r>
            <a:r>
              <a:rPr spc="-40" dirty="0"/>
              <a:t>CONSTANTS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12976" y="1359408"/>
            <a:ext cx="7228840" cy="1216660"/>
            <a:chOff x="1712976" y="1359408"/>
            <a:chExt cx="7228840" cy="12166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8876" y="1359408"/>
              <a:ext cx="1652016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2396" y="1359408"/>
              <a:ext cx="1248155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0532" y="1359408"/>
              <a:ext cx="1467612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8123" y="1359408"/>
              <a:ext cx="949451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77555" y="1359408"/>
              <a:ext cx="1063752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2976" y="1786127"/>
              <a:ext cx="1335024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62428" y="1786127"/>
              <a:ext cx="786384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60192" y="1786127"/>
              <a:ext cx="1031747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07892" y="1786127"/>
              <a:ext cx="1463039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85360" y="1786127"/>
              <a:ext cx="1443227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43016" y="1786127"/>
              <a:ext cx="1879091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36535" y="1786127"/>
              <a:ext cx="1085087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52232" y="1786127"/>
              <a:ext cx="563879" cy="789432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367027" y="2737104"/>
            <a:ext cx="7574280" cy="4069079"/>
            <a:chOff x="1367027" y="2737104"/>
            <a:chExt cx="7574280" cy="4069079"/>
          </a:xfrm>
        </p:grpSpPr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0075" y="2737104"/>
              <a:ext cx="1319784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02763" y="2737104"/>
              <a:ext cx="1109472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23616" y="2737104"/>
              <a:ext cx="830580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67100" y="2737104"/>
              <a:ext cx="1549908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29912" y="2737104"/>
              <a:ext cx="743712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86527" y="2737104"/>
              <a:ext cx="1018031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15939" y="2737104"/>
              <a:ext cx="769620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996939" y="2737104"/>
              <a:ext cx="954023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63868" y="2737104"/>
              <a:ext cx="1045464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220712" y="2737104"/>
              <a:ext cx="1316736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68056" y="2737104"/>
              <a:ext cx="566927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67027" y="3497580"/>
              <a:ext cx="752856" cy="80314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85187" y="3505200"/>
              <a:ext cx="1929384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30523" y="3505200"/>
              <a:ext cx="1234439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195572" y="3505200"/>
              <a:ext cx="566927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75404" y="3505200"/>
              <a:ext cx="893063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881372" y="3505200"/>
              <a:ext cx="1719072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216395" y="3505200"/>
              <a:ext cx="829055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76060" y="3505200"/>
              <a:ext cx="563879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670548" y="3505200"/>
              <a:ext cx="829055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67027" y="4302252"/>
              <a:ext cx="752856" cy="80314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885187" y="4309872"/>
              <a:ext cx="1868424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502151" y="4309872"/>
              <a:ext cx="1234439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267200" y="4309872"/>
              <a:ext cx="566927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584192" y="4309872"/>
              <a:ext cx="688848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021580" y="4309872"/>
              <a:ext cx="1629155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399275" y="4309872"/>
              <a:ext cx="772668" cy="7894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920483" y="4309872"/>
              <a:ext cx="1045464" cy="789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714487" y="4309872"/>
              <a:ext cx="1226820" cy="789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85187" y="4736592"/>
              <a:ext cx="1813560" cy="7894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320795" y="4736592"/>
              <a:ext cx="1025651" cy="78943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966972" y="4736592"/>
              <a:ext cx="1868424" cy="78943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366004" y="4736592"/>
              <a:ext cx="565403" cy="78943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551931" y="4736592"/>
              <a:ext cx="894588" cy="78943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068568" y="4736592"/>
              <a:ext cx="1722119" cy="78943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411212" y="4736592"/>
              <a:ext cx="650748" cy="78943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592568" y="4736592"/>
              <a:ext cx="565403" cy="78943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688580" y="4736592"/>
              <a:ext cx="650748" cy="78943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959851" y="4736592"/>
              <a:ext cx="981455" cy="78943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885187" y="5163311"/>
              <a:ext cx="838200" cy="78943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424683" y="5163311"/>
              <a:ext cx="2261616" cy="78943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87595" y="5163311"/>
              <a:ext cx="786384" cy="78943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876799" y="5163311"/>
              <a:ext cx="649224" cy="78943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56631" y="5163311"/>
              <a:ext cx="565403" cy="78943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152643" y="5163311"/>
              <a:ext cx="830579" cy="78943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684519" y="5163311"/>
              <a:ext cx="632460" cy="78943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019799" y="5163311"/>
              <a:ext cx="830579" cy="78943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452616" y="5202936"/>
              <a:ext cx="400812" cy="54101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525768" y="5202936"/>
              <a:ext cx="448055" cy="54101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856475" y="5163311"/>
              <a:ext cx="646176" cy="78943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203948" y="5163311"/>
              <a:ext cx="650748" cy="78943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85304" y="5163311"/>
              <a:ext cx="563879" cy="78943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479792" y="5163311"/>
              <a:ext cx="832103" cy="78943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842504" y="5163311"/>
              <a:ext cx="643127" cy="78943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016239" y="5163311"/>
              <a:ext cx="830579" cy="78943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77427" y="5163311"/>
              <a:ext cx="563879" cy="78943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885187" y="5590032"/>
              <a:ext cx="1405127" cy="78943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948939" y="5590032"/>
              <a:ext cx="1793748" cy="78943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401311" y="5590032"/>
              <a:ext cx="1088136" cy="78943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148072" y="5590032"/>
              <a:ext cx="697991" cy="78943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506212" y="5590032"/>
              <a:ext cx="649224" cy="78943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686043" y="5590032"/>
              <a:ext cx="565403" cy="78943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782056" y="5590032"/>
              <a:ext cx="830579" cy="78943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272783" y="5590032"/>
              <a:ext cx="1027175" cy="78943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958583" y="5590032"/>
              <a:ext cx="643127" cy="789432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132319" y="5590032"/>
              <a:ext cx="830579" cy="78943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621524" y="5590032"/>
              <a:ext cx="697992" cy="78943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979663" y="5590032"/>
              <a:ext cx="961644" cy="789432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885187" y="6016750"/>
              <a:ext cx="1865376" cy="789432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81172" y="6016750"/>
              <a:ext cx="563879" cy="789432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1566544" y="1439417"/>
            <a:ext cx="7204709" cy="5109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67310" indent="1485900">
              <a:lnSpc>
                <a:spcPct val="100000"/>
              </a:lnSpc>
              <a:spcBef>
                <a:spcPts val="95"/>
              </a:spcBef>
              <a:tabLst>
                <a:tab pos="3347720" algn="l"/>
                <a:tab pos="4436110" algn="l"/>
                <a:tab pos="5743575" algn="l"/>
                <a:tab pos="6533515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Flo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ing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po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als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a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also  called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28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literals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having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fractional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part.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35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</a:pPr>
            <a:r>
              <a:rPr sz="2800" b="1" i="1" spc="-10" dirty="0">
                <a:solidFill>
                  <a:srgbClr val="FFFF00"/>
                </a:solidFill>
                <a:latin typeface="Calibri"/>
                <a:cs typeface="Calibri"/>
              </a:rPr>
              <a:t>These</a:t>
            </a:r>
            <a:r>
              <a:rPr sz="2800" b="1" i="1" spc="-5" dirty="0">
                <a:solidFill>
                  <a:srgbClr val="FFFF00"/>
                </a:solidFill>
                <a:latin typeface="Calibri"/>
                <a:cs typeface="Calibri"/>
              </a:rPr>
              <a:t> may</a:t>
            </a:r>
            <a:r>
              <a:rPr sz="2800" b="1" i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00"/>
                </a:solidFill>
                <a:latin typeface="Calibri"/>
                <a:cs typeface="Calibri"/>
              </a:rPr>
              <a:t>be</a:t>
            </a:r>
            <a:r>
              <a:rPr sz="2800" b="1" i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FF00"/>
                </a:solidFill>
                <a:latin typeface="Calibri"/>
                <a:cs typeface="Calibri"/>
              </a:rPr>
              <a:t>written</a:t>
            </a:r>
            <a:r>
              <a:rPr sz="2800" b="1" i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00"/>
                </a:solidFill>
                <a:latin typeface="Calibri"/>
                <a:cs typeface="Calibri"/>
              </a:rPr>
              <a:t>in</a:t>
            </a:r>
            <a:r>
              <a:rPr sz="2800" b="1" i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00"/>
                </a:solidFill>
                <a:latin typeface="Calibri"/>
                <a:cs typeface="Calibri"/>
              </a:rPr>
              <a:t>one of</a:t>
            </a:r>
            <a:r>
              <a:rPr sz="2800" b="1" i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800" b="1" i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FF00"/>
                </a:solidFill>
                <a:latin typeface="Calibri"/>
                <a:cs typeface="Calibri"/>
              </a:rPr>
              <a:t>two</a:t>
            </a:r>
            <a:r>
              <a:rPr sz="2800" b="1" i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FF00"/>
                </a:solidFill>
                <a:latin typeface="Calibri"/>
                <a:cs typeface="Calibri"/>
              </a:rPr>
              <a:t>forms: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200">
              <a:latin typeface="Calibri"/>
              <a:cs typeface="Calibri"/>
            </a:endParaRPr>
          </a:p>
          <a:p>
            <a:pPr marL="540385" indent="-515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40385" algn="l"/>
                <a:tab pos="541020" algn="l"/>
              </a:tabLst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Fractional</a:t>
            </a:r>
            <a:r>
              <a:rPr sz="2800" b="1" spc="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Form: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15.75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FF00"/>
              </a:buClr>
              <a:buFont typeface="Calibri"/>
              <a:buAutoNum type="arabicPeriod"/>
            </a:pPr>
            <a:endParaRPr sz="2400">
              <a:latin typeface="Calibri"/>
              <a:cs typeface="Calibri"/>
            </a:endParaRPr>
          </a:p>
          <a:p>
            <a:pPr marL="540385" marR="66675" indent="-515620" algn="just">
              <a:lnSpc>
                <a:spcPct val="100000"/>
              </a:lnSpc>
              <a:buAutoNum type="arabicPeriod"/>
              <a:tabLst>
                <a:tab pos="541020" algn="l"/>
              </a:tabLst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Exponent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Form: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consists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of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parts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Mantissa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Exponent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.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for example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5.8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be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represented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0.58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10</a:t>
            </a:r>
            <a:r>
              <a:rPr sz="2775" b="1" baseline="25525" dirty="0">
                <a:solidFill>
                  <a:srgbClr val="FFFFFF"/>
                </a:solidFill>
                <a:latin typeface="Calibri"/>
                <a:cs typeface="Calibri"/>
              </a:rPr>
              <a:t>-1</a:t>
            </a:r>
            <a:r>
              <a:rPr sz="2775" b="1" spc="7" baseline="255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0.58E01. 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where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mantissa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part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is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0.58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E01 is the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exponent.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63" y="259079"/>
            <a:ext cx="8593836" cy="100888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9708" y="362839"/>
            <a:ext cx="8072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0" dirty="0">
                <a:solidFill>
                  <a:srgbClr val="FFFF00"/>
                </a:solidFill>
                <a:latin typeface="Calibri"/>
                <a:cs typeface="Calibri"/>
              </a:rPr>
              <a:t>FLOATING</a:t>
            </a:r>
            <a:r>
              <a:rPr sz="36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POINT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LITERALS</a:t>
            </a:r>
            <a:r>
              <a:rPr sz="36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OR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40" dirty="0">
                <a:solidFill>
                  <a:srgbClr val="FFFF00"/>
                </a:solidFill>
                <a:latin typeface="Calibri"/>
                <a:cs typeface="Calibri"/>
              </a:rPr>
              <a:t>CONSTANTS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0075" y="1359408"/>
            <a:ext cx="1948180" cy="789940"/>
            <a:chOff x="1370075" y="1359408"/>
            <a:chExt cx="1948180" cy="7899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075" y="1359408"/>
              <a:ext cx="1205484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8463" y="1359408"/>
              <a:ext cx="1129284" cy="78943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79244" y="1439417"/>
            <a:ext cx="1504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Float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14755" y="1601724"/>
            <a:ext cx="7755890" cy="4285615"/>
            <a:chOff x="714755" y="1601724"/>
            <a:chExt cx="7755890" cy="428561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755" y="2214372"/>
              <a:ext cx="7755635" cy="364388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86427" y="1601724"/>
              <a:ext cx="3941064" cy="42854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47769" y="3625596"/>
              <a:ext cx="3733165" cy="2179955"/>
            </a:xfrm>
            <a:custGeom>
              <a:avLst/>
              <a:gdLst/>
              <a:ahLst/>
              <a:cxnLst/>
              <a:rect l="l" t="t" r="r" b="b"/>
              <a:pathLst>
                <a:path w="3733165" h="2179954">
                  <a:moveTo>
                    <a:pt x="3731767" y="0"/>
                  </a:moveTo>
                  <a:lnTo>
                    <a:pt x="3712937" y="56392"/>
                  </a:lnTo>
                  <a:lnTo>
                    <a:pt x="3688932" y="111616"/>
                  </a:lnTo>
                  <a:lnTo>
                    <a:pt x="3659849" y="165634"/>
                  </a:lnTo>
                  <a:lnTo>
                    <a:pt x="3625786" y="218411"/>
                  </a:lnTo>
                  <a:lnTo>
                    <a:pt x="3586842" y="269910"/>
                  </a:lnTo>
                  <a:lnTo>
                    <a:pt x="3543113" y="320095"/>
                  </a:lnTo>
                  <a:lnTo>
                    <a:pt x="3494698" y="368930"/>
                  </a:lnTo>
                  <a:lnTo>
                    <a:pt x="3441694" y="416378"/>
                  </a:lnTo>
                  <a:lnTo>
                    <a:pt x="3384199" y="462404"/>
                  </a:lnTo>
                  <a:lnTo>
                    <a:pt x="3322312" y="506970"/>
                  </a:lnTo>
                  <a:lnTo>
                    <a:pt x="3289751" y="528695"/>
                  </a:lnTo>
                  <a:lnTo>
                    <a:pt x="3256129" y="550041"/>
                  </a:lnTo>
                  <a:lnTo>
                    <a:pt x="3221457" y="571005"/>
                  </a:lnTo>
                  <a:lnTo>
                    <a:pt x="3185749" y="591581"/>
                  </a:lnTo>
                  <a:lnTo>
                    <a:pt x="3149015" y="611765"/>
                  </a:lnTo>
                  <a:lnTo>
                    <a:pt x="3111269" y="631553"/>
                  </a:lnTo>
                  <a:lnTo>
                    <a:pt x="3072522" y="650940"/>
                  </a:lnTo>
                  <a:lnTo>
                    <a:pt x="3032787" y="669921"/>
                  </a:lnTo>
                  <a:lnTo>
                    <a:pt x="2992076" y="688492"/>
                  </a:lnTo>
                  <a:lnTo>
                    <a:pt x="2950402" y="706649"/>
                  </a:lnTo>
                  <a:lnTo>
                    <a:pt x="2907775" y="724387"/>
                  </a:lnTo>
                  <a:lnTo>
                    <a:pt x="2864210" y="741701"/>
                  </a:lnTo>
                  <a:lnTo>
                    <a:pt x="2819717" y="758586"/>
                  </a:lnTo>
                  <a:lnTo>
                    <a:pt x="2774309" y="775039"/>
                  </a:lnTo>
                  <a:lnTo>
                    <a:pt x="2727999" y="791055"/>
                  </a:lnTo>
                  <a:lnTo>
                    <a:pt x="2680798" y="806629"/>
                  </a:lnTo>
                  <a:lnTo>
                    <a:pt x="2632719" y="821757"/>
                  </a:lnTo>
                  <a:lnTo>
                    <a:pt x="2583774" y="836434"/>
                  </a:lnTo>
                  <a:lnTo>
                    <a:pt x="2533976" y="850656"/>
                  </a:lnTo>
                  <a:lnTo>
                    <a:pt x="2483335" y="864418"/>
                  </a:lnTo>
                  <a:lnTo>
                    <a:pt x="2431866" y="877715"/>
                  </a:lnTo>
                  <a:lnTo>
                    <a:pt x="2379579" y="890544"/>
                  </a:lnTo>
                  <a:lnTo>
                    <a:pt x="2326488" y="902899"/>
                  </a:lnTo>
                  <a:lnTo>
                    <a:pt x="2272603" y="914776"/>
                  </a:lnTo>
                  <a:lnTo>
                    <a:pt x="2217939" y="926170"/>
                  </a:lnTo>
                  <a:lnTo>
                    <a:pt x="2162506" y="937078"/>
                  </a:lnTo>
                  <a:lnTo>
                    <a:pt x="2106317" y="947494"/>
                  </a:lnTo>
                  <a:lnTo>
                    <a:pt x="2049384" y="957413"/>
                  </a:lnTo>
                  <a:lnTo>
                    <a:pt x="1991720" y="966833"/>
                  </a:lnTo>
                  <a:lnTo>
                    <a:pt x="1933337" y="975747"/>
                  </a:lnTo>
                  <a:lnTo>
                    <a:pt x="1874246" y="984151"/>
                  </a:lnTo>
                  <a:lnTo>
                    <a:pt x="1814461" y="992041"/>
                  </a:lnTo>
                  <a:lnTo>
                    <a:pt x="1753993" y="999412"/>
                  </a:lnTo>
                  <a:lnTo>
                    <a:pt x="1692855" y="1006260"/>
                  </a:lnTo>
                  <a:lnTo>
                    <a:pt x="1631058" y="1012580"/>
                  </a:lnTo>
                  <a:lnTo>
                    <a:pt x="1568616" y="1018368"/>
                  </a:lnTo>
                  <a:lnTo>
                    <a:pt x="1505539" y="1023619"/>
                  </a:lnTo>
                  <a:lnTo>
                    <a:pt x="1441842" y="1028329"/>
                  </a:lnTo>
                  <a:lnTo>
                    <a:pt x="1377534" y="1032493"/>
                  </a:lnTo>
                  <a:lnTo>
                    <a:pt x="1312630" y="1036106"/>
                  </a:lnTo>
                  <a:lnTo>
                    <a:pt x="1247141" y="1039164"/>
                  </a:lnTo>
                  <a:lnTo>
                    <a:pt x="1181080" y="1041663"/>
                  </a:lnTo>
                  <a:lnTo>
                    <a:pt x="1114458" y="1043597"/>
                  </a:lnTo>
                  <a:lnTo>
                    <a:pt x="1047287" y="1044963"/>
                  </a:lnTo>
                  <a:lnTo>
                    <a:pt x="979581" y="1045756"/>
                  </a:lnTo>
                  <a:lnTo>
                    <a:pt x="911351" y="1045971"/>
                  </a:lnTo>
                  <a:lnTo>
                    <a:pt x="1011554" y="123570"/>
                  </a:lnTo>
                  <a:lnTo>
                    <a:pt x="0" y="1101597"/>
                  </a:lnTo>
                  <a:lnTo>
                    <a:pt x="788288" y="2179370"/>
                  </a:lnTo>
                  <a:lnTo>
                    <a:pt x="888491" y="1256918"/>
                  </a:lnTo>
                  <a:lnTo>
                    <a:pt x="957735" y="1256699"/>
                  </a:lnTo>
                  <a:lnTo>
                    <a:pt x="1026409" y="1255887"/>
                  </a:lnTo>
                  <a:lnTo>
                    <a:pt x="1094502" y="1254488"/>
                  </a:lnTo>
                  <a:lnTo>
                    <a:pt x="1162002" y="1252506"/>
                  </a:lnTo>
                  <a:lnTo>
                    <a:pt x="1228898" y="1249948"/>
                  </a:lnTo>
                  <a:lnTo>
                    <a:pt x="1295178" y="1246817"/>
                  </a:lnTo>
                  <a:lnTo>
                    <a:pt x="1360831" y="1243120"/>
                  </a:lnTo>
                  <a:lnTo>
                    <a:pt x="1425845" y="1238861"/>
                  </a:lnTo>
                  <a:lnTo>
                    <a:pt x="1490210" y="1234045"/>
                  </a:lnTo>
                  <a:lnTo>
                    <a:pt x="1553912" y="1228677"/>
                  </a:lnTo>
                  <a:lnTo>
                    <a:pt x="1616942" y="1222762"/>
                  </a:lnTo>
                  <a:lnTo>
                    <a:pt x="1679287" y="1216306"/>
                  </a:lnTo>
                  <a:lnTo>
                    <a:pt x="1740936" y="1209314"/>
                  </a:lnTo>
                  <a:lnTo>
                    <a:pt x="1801877" y="1201790"/>
                  </a:lnTo>
                  <a:lnTo>
                    <a:pt x="1862100" y="1193739"/>
                  </a:lnTo>
                  <a:lnTo>
                    <a:pt x="1921592" y="1185168"/>
                  </a:lnTo>
                  <a:lnTo>
                    <a:pt x="1980342" y="1176080"/>
                  </a:lnTo>
                  <a:lnTo>
                    <a:pt x="2038338" y="1166481"/>
                  </a:lnTo>
                  <a:lnTo>
                    <a:pt x="2095570" y="1156376"/>
                  </a:lnTo>
                  <a:lnTo>
                    <a:pt x="2152025" y="1145770"/>
                  </a:lnTo>
                  <a:lnTo>
                    <a:pt x="2207692" y="1134669"/>
                  </a:lnTo>
                  <a:lnTo>
                    <a:pt x="2262560" y="1123076"/>
                  </a:lnTo>
                  <a:lnTo>
                    <a:pt x="2316617" y="1110998"/>
                  </a:lnTo>
                  <a:lnTo>
                    <a:pt x="2369851" y="1098439"/>
                  </a:lnTo>
                  <a:lnTo>
                    <a:pt x="2422252" y="1085405"/>
                  </a:lnTo>
                  <a:lnTo>
                    <a:pt x="2473807" y="1071900"/>
                  </a:lnTo>
                  <a:lnTo>
                    <a:pt x="2524506" y="1057929"/>
                  </a:lnTo>
                  <a:lnTo>
                    <a:pt x="2574336" y="1043499"/>
                  </a:lnTo>
                  <a:lnTo>
                    <a:pt x="2623286" y="1028613"/>
                  </a:lnTo>
                  <a:lnTo>
                    <a:pt x="2671345" y="1013277"/>
                  </a:lnTo>
                  <a:lnTo>
                    <a:pt x="2718501" y="997495"/>
                  </a:lnTo>
                  <a:lnTo>
                    <a:pt x="2764744" y="981274"/>
                  </a:lnTo>
                  <a:lnTo>
                    <a:pt x="2810060" y="964618"/>
                  </a:lnTo>
                  <a:lnTo>
                    <a:pt x="2854439" y="947532"/>
                  </a:lnTo>
                  <a:lnTo>
                    <a:pt x="2897869" y="930021"/>
                  </a:lnTo>
                  <a:lnTo>
                    <a:pt x="2940339" y="912091"/>
                  </a:lnTo>
                  <a:lnTo>
                    <a:pt x="2981838" y="893745"/>
                  </a:lnTo>
                  <a:lnTo>
                    <a:pt x="3022353" y="874991"/>
                  </a:lnTo>
                  <a:lnTo>
                    <a:pt x="3061874" y="855831"/>
                  </a:lnTo>
                  <a:lnTo>
                    <a:pt x="3100389" y="836273"/>
                  </a:lnTo>
                  <a:lnTo>
                    <a:pt x="3137886" y="816320"/>
                  </a:lnTo>
                  <a:lnTo>
                    <a:pt x="3174353" y="795978"/>
                  </a:lnTo>
                  <a:lnTo>
                    <a:pt x="3209781" y="775251"/>
                  </a:lnTo>
                  <a:lnTo>
                    <a:pt x="3244156" y="754146"/>
                  </a:lnTo>
                  <a:lnTo>
                    <a:pt x="3277468" y="732666"/>
                  </a:lnTo>
                  <a:lnTo>
                    <a:pt x="3309704" y="710818"/>
                  </a:lnTo>
                  <a:lnTo>
                    <a:pt x="3340854" y="688605"/>
                  </a:lnTo>
                  <a:lnTo>
                    <a:pt x="3399849" y="643109"/>
                  </a:lnTo>
                  <a:lnTo>
                    <a:pt x="3454360" y="596219"/>
                  </a:lnTo>
                  <a:lnTo>
                    <a:pt x="3504295" y="547974"/>
                  </a:lnTo>
                  <a:lnTo>
                    <a:pt x="3549563" y="498416"/>
                  </a:lnTo>
                  <a:lnTo>
                    <a:pt x="3590071" y="447586"/>
                  </a:lnTo>
                  <a:lnTo>
                    <a:pt x="3625727" y="395523"/>
                  </a:lnTo>
                  <a:lnTo>
                    <a:pt x="3656441" y="342269"/>
                  </a:lnTo>
                  <a:lnTo>
                    <a:pt x="3682119" y="287865"/>
                  </a:lnTo>
                  <a:lnTo>
                    <a:pt x="3702670" y="232350"/>
                  </a:lnTo>
                  <a:lnTo>
                    <a:pt x="3718003" y="175765"/>
                  </a:lnTo>
                  <a:lnTo>
                    <a:pt x="3728024" y="118151"/>
                  </a:lnTo>
                  <a:lnTo>
                    <a:pt x="3732643" y="59549"/>
                  </a:lnTo>
                  <a:lnTo>
                    <a:pt x="3732898" y="29890"/>
                  </a:lnTo>
                  <a:lnTo>
                    <a:pt x="373176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59680" y="1643507"/>
              <a:ext cx="3444240" cy="2089150"/>
            </a:xfrm>
            <a:custGeom>
              <a:avLst/>
              <a:gdLst/>
              <a:ahLst/>
              <a:cxnLst/>
              <a:rect l="l" t="t" r="r" b="b"/>
              <a:pathLst>
                <a:path w="3444240" h="2089150">
                  <a:moveTo>
                    <a:pt x="22860" y="0"/>
                  </a:moveTo>
                  <a:lnTo>
                    <a:pt x="0" y="210946"/>
                  </a:lnTo>
                  <a:lnTo>
                    <a:pt x="65720" y="218332"/>
                  </a:lnTo>
                  <a:lnTo>
                    <a:pt x="131100" y="226175"/>
                  </a:lnTo>
                  <a:lnTo>
                    <a:pt x="196130" y="234472"/>
                  </a:lnTo>
                  <a:lnTo>
                    <a:pt x="260800" y="243217"/>
                  </a:lnTo>
                  <a:lnTo>
                    <a:pt x="325101" y="252404"/>
                  </a:lnTo>
                  <a:lnTo>
                    <a:pt x="389022" y="262028"/>
                  </a:lnTo>
                  <a:lnTo>
                    <a:pt x="452555" y="272084"/>
                  </a:lnTo>
                  <a:lnTo>
                    <a:pt x="515689" y="282567"/>
                  </a:lnTo>
                  <a:lnTo>
                    <a:pt x="578416" y="293471"/>
                  </a:lnTo>
                  <a:lnTo>
                    <a:pt x="640724" y="304791"/>
                  </a:lnTo>
                  <a:lnTo>
                    <a:pt x="702605" y="316521"/>
                  </a:lnTo>
                  <a:lnTo>
                    <a:pt x="764049" y="328657"/>
                  </a:lnTo>
                  <a:lnTo>
                    <a:pt x="825047" y="341193"/>
                  </a:lnTo>
                  <a:lnTo>
                    <a:pt x="885588" y="354124"/>
                  </a:lnTo>
                  <a:lnTo>
                    <a:pt x="945663" y="367445"/>
                  </a:lnTo>
                  <a:lnTo>
                    <a:pt x="1005263" y="381149"/>
                  </a:lnTo>
                  <a:lnTo>
                    <a:pt x="1064377" y="395232"/>
                  </a:lnTo>
                  <a:lnTo>
                    <a:pt x="1122996" y="409689"/>
                  </a:lnTo>
                  <a:lnTo>
                    <a:pt x="1181111" y="424514"/>
                  </a:lnTo>
                  <a:lnTo>
                    <a:pt x="1238712" y="439703"/>
                  </a:lnTo>
                  <a:lnTo>
                    <a:pt x="1295789" y="455248"/>
                  </a:lnTo>
                  <a:lnTo>
                    <a:pt x="1352332" y="471147"/>
                  </a:lnTo>
                  <a:lnTo>
                    <a:pt x="1408332" y="487392"/>
                  </a:lnTo>
                  <a:lnTo>
                    <a:pt x="1463779" y="503979"/>
                  </a:lnTo>
                  <a:lnTo>
                    <a:pt x="1518664" y="520902"/>
                  </a:lnTo>
                  <a:lnTo>
                    <a:pt x="1572976" y="538157"/>
                  </a:lnTo>
                  <a:lnTo>
                    <a:pt x="1626707" y="555737"/>
                  </a:lnTo>
                  <a:lnTo>
                    <a:pt x="1679846" y="573638"/>
                  </a:lnTo>
                  <a:lnTo>
                    <a:pt x="1732384" y="591854"/>
                  </a:lnTo>
                  <a:lnTo>
                    <a:pt x="1784312" y="610380"/>
                  </a:lnTo>
                  <a:lnTo>
                    <a:pt x="1835619" y="629211"/>
                  </a:lnTo>
                  <a:lnTo>
                    <a:pt x="1886296" y="648341"/>
                  </a:lnTo>
                  <a:lnTo>
                    <a:pt x="1936333" y="667765"/>
                  </a:lnTo>
                  <a:lnTo>
                    <a:pt x="1985721" y="687478"/>
                  </a:lnTo>
                  <a:lnTo>
                    <a:pt x="2034451" y="707475"/>
                  </a:lnTo>
                  <a:lnTo>
                    <a:pt x="2082511" y="727749"/>
                  </a:lnTo>
                  <a:lnTo>
                    <a:pt x="2129893" y="748296"/>
                  </a:lnTo>
                  <a:lnTo>
                    <a:pt x="2176587" y="769111"/>
                  </a:lnTo>
                  <a:lnTo>
                    <a:pt x="2222584" y="790188"/>
                  </a:lnTo>
                  <a:lnTo>
                    <a:pt x="2267873" y="811522"/>
                  </a:lnTo>
                  <a:lnTo>
                    <a:pt x="2312446" y="833108"/>
                  </a:lnTo>
                  <a:lnTo>
                    <a:pt x="2356291" y="854940"/>
                  </a:lnTo>
                  <a:lnTo>
                    <a:pt x="2399401" y="877013"/>
                  </a:lnTo>
                  <a:lnTo>
                    <a:pt x="2441765" y="899322"/>
                  </a:lnTo>
                  <a:lnTo>
                    <a:pt x="2483373" y="921861"/>
                  </a:lnTo>
                  <a:lnTo>
                    <a:pt x="2524217" y="944625"/>
                  </a:lnTo>
                  <a:lnTo>
                    <a:pt x="2564285" y="967609"/>
                  </a:lnTo>
                  <a:lnTo>
                    <a:pt x="2603569" y="990808"/>
                  </a:lnTo>
                  <a:lnTo>
                    <a:pt x="2642059" y="1014215"/>
                  </a:lnTo>
                  <a:lnTo>
                    <a:pt x="2679745" y="1037827"/>
                  </a:lnTo>
                  <a:lnTo>
                    <a:pt x="2716617" y="1061637"/>
                  </a:lnTo>
                  <a:lnTo>
                    <a:pt x="2752667" y="1085641"/>
                  </a:lnTo>
                  <a:lnTo>
                    <a:pt x="2787884" y="1109833"/>
                  </a:lnTo>
                  <a:lnTo>
                    <a:pt x="2822259" y="1134207"/>
                  </a:lnTo>
                  <a:lnTo>
                    <a:pt x="2855781" y="1158759"/>
                  </a:lnTo>
                  <a:lnTo>
                    <a:pt x="2888442" y="1183483"/>
                  </a:lnTo>
                  <a:lnTo>
                    <a:pt x="2920231" y="1208373"/>
                  </a:lnTo>
                  <a:lnTo>
                    <a:pt x="2951140" y="1233425"/>
                  </a:lnTo>
                  <a:lnTo>
                    <a:pt x="2981158" y="1258634"/>
                  </a:lnTo>
                  <a:lnTo>
                    <a:pt x="3010276" y="1283993"/>
                  </a:lnTo>
                  <a:lnTo>
                    <a:pt x="3065772" y="1335143"/>
                  </a:lnTo>
                  <a:lnTo>
                    <a:pt x="3117551" y="1386833"/>
                  </a:lnTo>
                  <a:lnTo>
                    <a:pt x="3165536" y="1439020"/>
                  </a:lnTo>
                  <a:lnTo>
                    <a:pt x="3209650" y="1491663"/>
                  </a:lnTo>
                  <a:lnTo>
                    <a:pt x="3249815" y="1544718"/>
                  </a:lnTo>
                  <a:lnTo>
                    <a:pt x="3285955" y="1598144"/>
                  </a:lnTo>
                  <a:lnTo>
                    <a:pt x="3317992" y="1651898"/>
                  </a:lnTo>
                  <a:lnTo>
                    <a:pt x="3345848" y="1705937"/>
                  </a:lnTo>
                  <a:lnTo>
                    <a:pt x="3369447" y="1760219"/>
                  </a:lnTo>
                  <a:lnTo>
                    <a:pt x="3388712" y="1814702"/>
                  </a:lnTo>
                  <a:lnTo>
                    <a:pt x="3403565" y="1869343"/>
                  </a:lnTo>
                  <a:lnTo>
                    <a:pt x="3413929" y="1924100"/>
                  </a:lnTo>
                  <a:lnTo>
                    <a:pt x="3419727" y="1978930"/>
                  </a:lnTo>
                  <a:lnTo>
                    <a:pt x="3420890" y="2006360"/>
                  </a:lnTo>
                  <a:lnTo>
                    <a:pt x="3420882" y="2033792"/>
                  </a:lnTo>
                  <a:lnTo>
                    <a:pt x="3419693" y="2061221"/>
                  </a:lnTo>
                  <a:lnTo>
                    <a:pt x="3417316" y="2088641"/>
                  </a:lnTo>
                  <a:lnTo>
                    <a:pt x="3440303" y="1877694"/>
                  </a:lnTo>
                  <a:lnTo>
                    <a:pt x="3442680" y="1850274"/>
                  </a:lnTo>
                  <a:lnTo>
                    <a:pt x="3443868" y="1822845"/>
                  </a:lnTo>
                  <a:lnTo>
                    <a:pt x="3443876" y="1795413"/>
                  </a:lnTo>
                  <a:lnTo>
                    <a:pt x="3442713" y="1767983"/>
                  </a:lnTo>
                  <a:lnTo>
                    <a:pt x="3436915" y="1713153"/>
                  </a:lnTo>
                  <a:lnTo>
                    <a:pt x="3426549" y="1658396"/>
                  </a:lnTo>
                  <a:lnTo>
                    <a:pt x="3411695" y="1603755"/>
                  </a:lnTo>
                  <a:lnTo>
                    <a:pt x="3392428" y="1549272"/>
                  </a:lnTo>
                  <a:lnTo>
                    <a:pt x="3368827" y="1494990"/>
                  </a:lnTo>
                  <a:lnTo>
                    <a:pt x="3340968" y="1440951"/>
                  </a:lnTo>
                  <a:lnTo>
                    <a:pt x="3308929" y="1387197"/>
                  </a:lnTo>
                  <a:lnTo>
                    <a:pt x="3272786" y="1333771"/>
                  </a:lnTo>
                  <a:lnTo>
                    <a:pt x="3232618" y="1280716"/>
                  </a:lnTo>
                  <a:lnTo>
                    <a:pt x="3188501" y="1228073"/>
                  </a:lnTo>
                  <a:lnTo>
                    <a:pt x="3140512" y="1175886"/>
                  </a:lnTo>
                  <a:lnTo>
                    <a:pt x="3088730" y="1124196"/>
                  </a:lnTo>
                  <a:lnTo>
                    <a:pt x="3033230" y="1073046"/>
                  </a:lnTo>
                  <a:lnTo>
                    <a:pt x="3004110" y="1047687"/>
                  </a:lnTo>
                  <a:lnTo>
                    <a:pt x="2974090" y="1022478"/>
                  </a:lnTo>
                  <a:lnTo>
                    <a:pt x="2943180" y="997426"/>
                  </a:lnTo>
                  <a:lnTo>
                    <a:pt x="2911388" y="972536"/>
                  </a:lnTo>
                  <a:lnTo>
                    <a:pt x="2878725" y="947812"/>
                  </a:lnTo>
                  <a:lnTo>
                    <a:pt x="2845201" y="923260"/>
                  </a:lnTo>
                  <a:lnTo>
                    <a:pt x="2810824" y="898886"/>
                  </a:lnTo>
                  <a:lnTo>
                    <a:pt x="2775605" y="874694"/>
                  </a:lnTo>
                  <a:lnTo>
                    <a:pt x="2739554" y="850690"/>
                  </a:lnTo>
                  <a:lnTo>
                    <a:pt x="2702679" y="826880"/>
                  </a:lnTo>
                  <a:lnTo>
                    <a:pt x="2664991" y="803268"/>
                  </a:lnTo>
                  <a:lnTo>
                    <a:pt x="2626499" y="779861"/>
                  </a:lnTo>
                  <a:lnTo>
                    <a:pt x="2587213" y="756662"/>
                  </a:lnTo>
                  <a:lnTo>
                    <a:pt x="2547142" y="733678"/>
                  </a:lnTo>
                  <a:lnTo>
                    <a:pt x="2506297" y="710914"/>
                  </a:lnTo>
                  <a:lnTo>
                    <a:pt x="2464686" y="688375"/>
                  </a:lnTo>
                  <a:lnTo>
                    <a:pt x="2422320" y="666066"/>
                  </a:lnTo>
                  <a:lnTo>
                    <a:pt x="2379209" y="643993"/>
                  </a:lnTo>
                  <a:lnTo>
                    <a:pt x="2335361" y="622161"/>
                  </a:lnTo>
                  <a:lnTo>
                    <a:pt x="2290786" y="600575"/>
                  </a:lnTo>
                  <a:lnTo>
                    <a:pt x="2245495" y="579241"/>
                  </a:lnTo>
                  <a:lnTo>
                    <a:pt x="2199496" y="558164"/>
                  </a:lnTo>
                  <a:lnTo>
                    <a:pt x="2152800" y="537349"/>
                  </a:lnTo>
                  <a:lnTo>
                    <a:pt x="2105416" y="516802"/>
                  </a:lnTo>
                  <a:lnTo>
                    <a:pt x="2057353" y="496528"/>
                  </a:lnTo>
                  <a:lnTo>
                    <a:pt x="2008622" y="476531"/>
                  </a:lnTo>
                  <a:lnTo>
                    <a:pt x="1959232" y="456818"/>
                  </a:lnTo>
                  <a:lnTo>
                    <a:pt x="1909193" y="437394"/>
                  </a:lnTo>
                  <a:lnTo>
                    <a:pt x="1858514" y="418264"/>
                  </a:lnTo>
                  <a:lnTo>
                    <a:pt x="1807205" y="399433"/>
                  </a:lnTo>
                  <a:lnTo>
                    <a:pt x="1755275" y="380907"/>
                  </a:lnTo>
                  <a:lnTo>
                    <a:pt x="1702735" y="362691"/>
                  </a:lnTo>
                  <a:lnTo>
                    <a:pt x="1649594" y="344790"/>
                  </a:lnTo>
                  <a:lnTo>
                    <a:pt x="1595862" y="327210"/>
                  </a:lnTo>
                  <a:lnTo>
                    <a:pt x="1541547" y="309955"/>
                  </a:lnTo>
                  <a:lnTo>
                    <a:pt x="1486661" y="293032"/>
                  </a:lnTo>
                  <a:lnTo>
                    <a:pt x="1431212" y="276445"/>
                  </a:lnTo>
                  <a:lnTo>
                    <a:pt x="1375211" y="260200"/>
                  </a:lnTo>
                  <a:lnTo>
                    <a:pt x="1318666" y="244301"/>
                  </a:lnTo>
                  <a:lnTo>
                    <a:pt x="1261588" y="228756"/>
                  </a:lnTo>
                  <a:lnTo>
                    <a:pt x="1203986" y="213567"/>
                  </a:lnTo>
                  <a:lnTo>
                    <a:pt x="1145870" y="198742"/>
                  </a:lnTo>
                  <a:lnTo>
                    <a:pt x="1087249" y="184285"/>
                  </a:lnTo>
                  <a:lnTo>
                    <a:pt x="1028133" y="170202"/>
                  </a:lnTo>
                  <a:lnTo>
                    <a:pt x="968533" y="156498"/>
                  </a:lnTo>
                  <a:lnTo>
                    <a:pt x="908456" y="143177"/>
                  </a:lnTo>
                  <a:lnTo>
                    <a:pt x="847914" y="130246"/>
                  </a:lnTo>
                  <a:lnTo>
                    <a:pt x="786916" y="117710"/>
                  </a:lnTo>
                  <a:lnTo>
                    <a:pt x="725470" y="105574"/>
                  </a:lnTo>
                  <a:lnTo>
                    <a:pt x="663588" y="93844"/>
                  </a:lnTo>
                  <a:lnTo>
                    <a:pt x="601279" y="82524"/>
                  </a:lnTo>
                  <a:lnTo>
                    <a:pt x="538552" y="71620"/>
                  </a:lnTo>
                  <a:lnTo>
                    <a:pt x="475417" y="61137"/>
                  </a:lnTo>
                  <a:lnTo>
                    <a:pt x="411884" y="51081"/>
                  </a:lnTo>
                  <a:lnTo>
                    <a:pt x="347962" y="41457"/>
                  </a:lnTo>
                  <a:lnTo>
                    <a:pt x="283661" y="32270"/>
                  </a:lnTo>
                  <a:lnTo>
                    <a:pt x="218990" y="23525"/>
                  </a:lnTo>
                  <a:lnTo>
                    <a:pt x="153960" y="15228"/>
                  </a:lnTo>
                  <a:lnTo>
                    <a:pt x="88580" y="7385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9A40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47769" y="1643507"/>
              <a:ext cx="3756025" cy="4161790"/>
            </a:xfrm>
            <a:custGeom>
              <a:avLst/>
              <a:gdLst/>
              <a:ahLst/>
              <a:cxnLst/>
              <a:rect l="l" t="t" r="r" b="b"/>
              <a:pathLst>
                <a:path w="3756025" h="4161790">
                  <a:moveTo>
                    <a:pt x="3729228" y="2088641"/>
                  </a:moveTo>
                  <a:lnTo>
                    <a:pt x="3731605" y="2061221"/>
                  </a:lnTo>
                  <a:lnTo>
                    <a:pt x="3732794" y="2033792"/>
                  </a:lnTo>
                  <a:lnTo>
                    <a:pt x="3732802" y="2006360"/>
                  </a:lnTo>
                  <a:lnTo>
                    <a:pt x="3731639" y="1978930"/>
                  </a:lnTo>
                  <a:lnTo>
                    <a:pt x="3725841" y="1924100"/>
                  </a:lnTo>
                  <a:lnTo>
                    <a:pt x="3715477" y="1869343"/>
                  </a:lnTo>
                  <a:lnTo>
                    <a:pt x="3700624" y="1814702"/>
                  </a:lnTo>
                  <a:lnTo>
                    <a:pt x="3681359" y="1760219"/>
                  </a:lnTo>
                  <a:lnTo>
                    <a:pt x="3657760" y="1705937"/>
                  </a:lnTo>
                  <a:lnTo>
                    <a:pt x="3629904" y="1651898"/>
                  </a:lnTo>
                  <a:lnTo>
                    <a:pt x="3597867" y="1598144"/>
                  </a:lnTo>
                  <a:lnTo>
                    <a:pt x="3561727" y="1544718"/>
                  </a:lnTo>
                  <a:lnTo>
                    <a:pt x="3521562" y="1491663"/>
                  </a:lnTo>
                  <a:lnTo>
                    <a:pt x="3477448" y="1439020"/>
                  </a:lnTo>
                  <a:lnTo>
                    <a:pt x="3429463" y="1386833"/>
                  </a:lnTo>
                  <a:lnTo>
                    <a:pt x="3377684" y="1335143"/>
                  </a:lnTo>
                  <a:lnTo>
                    <a:pt x="3322188" y="1283993"/>
                  </a:lnTo>
                  <a:lnTo>
                    <a:pt x="3293070" y="1258634"/>
                  </a:lnTo>
                  <a:lnTo>
                    <a:pt x="3263052" y="1233425"/>
                  </a:lnTo>
                  <a:lnTo>
                    <a:pt x="3232143" y="1208373"/>
                  </a:lnTo>
                  <a:lnTo>
                    <a:pt x="3200354" y="1183483"/>
                  </a:lnTo>
                  <a:lnTo>
                    <a:pt x="3167693" y="1158759"/>
                  </a:lnTo>
                  <a:lnTo>
                    <a:pt x="3134171" y="1134207"/>
                  </a:lnTo>
                  <a:lnTo>
                    <a:pt x="3099796" y="1109833"/>
                  </a:lnTo>
                  <a:lnTo>
                    <a:pt x="3064579" y="1085641"/>
                  </a:lnTo>
                  <a:lnTo>
                    <a:pt x="3028529" y="1061637"/>
                  </a:lnTo>
                  <a:lnTo>
                    <a:pt x="2991657" y="1037827"/>
                  </a:lnTo>
                  <a:lnTo>
                    <a:pt x="2953971" y="1014215"/>
                  </a:lnTo>
                  <a:lnTo>
                    <a:pt x="2915481" y="990808"/>
                  </a:lnTo>
                  <a:lnTo>
                    <a:pt x="2876197" y="967609"/>
                  </a:lnTo>
                  <a:lnTo>
                    <a:pt x="2836129" y="944625"/>
                  </a:lnTo>
                  <a:lnTo>
                    <a:pt x="2795285" y="921861"/>
                  </a:lnTo>
                  <a:lnTo>
                    <a:pt x="2753677" y="899322"/>
                  </a:lnTo>
                  <a:lnTo>
                    <a:pt x="2711313" y="877013"/>
                  </a:lnTo>
                  <a:lnTo>
                    <a:pt x="2668203" y="854940"/>
                  </a:lnTo>
                  <a:lnTo>
                    <a:pt x="2624358" y="833108"/>
                  </a:lnTo>
                  <a:lnTo>
                    <a:pt x="2579785" y="811522"/>
                  </a:lnTo>
                  <a:lnTo>
                    <a:pt x="2534496" y="790188"/>
                  </a:lnTo>
                  <a:lnTo>
                    <a:pt x="2488499" y="769111"/>
                  </a:lnTo>
                  <a:lnTo>
                    <a:pt x="2441805" y="748296"/>
                  </a:lnTo>
                  <a:lnTo>
                    <a:pt x="2394423" y="727749"/>
                  </a:lnTo>
                  <a:lnTo>
                    <a:pt x="2346363" y="707475"/>
                  </a:lnTo>
                  <a:lnTo>
                    <a:pt x="2297633" y="687478"/>
                  </a:lnTo>
                  <a:lnTo>
                    <a:pt x="2248245" y="667765"/>
                  </a:lnTo>
                  <a:lnTo>
                    <a:pt x="2198208" y="648341"/>
                  </a:lnTo>
                  <a:lnTo>
                    <a:pt x="2147531" y="629211"/>
                  </a:lnTo>
                  <a:lnTo>
                    <a:pt x="2096224" y="610380"/>
                  </a:lnTo>
                  <a:lnTo>
                    <a:pt x="2044296" y="591854"/>
                  </a:lnTo>
                  <a:lnTo>
                    <a:pt x="1991758" y="573638"/>
                  </a:lnTo>
                  <a:lnTo>
                    <a:pt x="1938619" y="555737"/>
                  </a:lnTo>
                  <a:lnTo>
                    <a:pt x="1884888" y="538157"/>
                  </a:lnTo>
                  <a:lnTo>
                    <a:pt x="1830576" y="520902"/>
                  </a:lnTo>
                  <a:lnTo>
                    <a:pt x="1775691" y="503979"/>
                  </a:lnTo>
                  <a:lnTo>
                    <a:pt x="1720244" y="487392"/>
                  </a:lnTo>
                  <a:lnTo>
                    <a:pt x="1664244" y="471147"/>
                  </a:lnTo>
                  <a:lnTo>
                    <a:pt x="1607701" y="455248"/>
                  </a:lnTo>
                  <a:lnTo>
                    <a:pt x="1550624" y="439703"/>
                  </a:lnTo>
                  <a:lnTo>
                    <a:pt x="1493023" y="424514"/>
                  </a:lnTo>
                  <a:lnTo>
                    <a:pt x="1434908" y="409689"/>
                  </a:lnTo>
                  <a:lnTo>
                    <a:pt x="1376289" y="395232"/>
                  </a:lnTo>
                  <a:lnTo>
                    <a:pt x="1317175" y="381149"/>
                  </a:lnTo>
                  <a:lnTo>
                    <a:pt x="1257575" y="367445"/>
                  </a:lnTo>
                  <a:lnTo>
                    <a:pt x="1197500" y="354124"/>
                  </a:lnTo>
                  <a:lnTo>
                    <a:pt x="1136959" y="341193"/>
                  </a:lnTo>
                  <a:lnTo>
                    <a:pt x="1075961" y="328657"/>
                  </a:lnTo>
                  <a:lnTo>
                    <a:pt x="1014517" y="316521"/>
                  </a:lnTo>
                  <a:lnTo>
                    <a:pt x="952636" y="304791"/>
                  </a:lnTo>
                  <a:lnTo>
                    <a:pt x="890328" y="293471"/>
                  </a:lnTo>
                  <a:lnTo>
                    <a:pt x="827601" y="282567"/>
                  </a:lnTo>
                  <a:lnTo>
                    <a:pt x="764467" y="272084"/>
                  </a:lnTo>
                  <a:lnTo>
                    <a:pt x="700934" y="262028"/>
                  </a:lnTo>
                  <a:lnTo>
                    <a:pt x="637013" y="252404"/>
                  </a:lnTo>
                  <a:lnTo>
                    <a:pt x="572712" y="243217"/>
                  </a:lnTo>
                  <a:lnTo>
                    <a:pt x="508042" y="234472"/>
                  </a:lnTo>
                  <a:lnTo>
                    <a:pt x="443012" y="226175"/>
                  </a:lnTo>
                  <a:lnTo>
                    <a:pt x="377632" y="218332"/>
                  </a:lnTo>
                  <a:lnTo>
                    <a:pt x="311911" y="210946"/>
                  </a:lnTo>
                  <a:lnTo>
                    <a:pt x="334771" y="0"/>
                  </a:lnTo>
                  <a:lnTo>
                    <a:pt x="400492" y="7385"/>
                  </a:lnTo>
                  <a:lnTo>
                    <a:pt x="465872" y="15228"/>
                  </a:lnTo>
                  <a:lnTo>
                    <a:pt x="530902" y="23525"/>
                  </a:lnTo>
                  <a:lnTo>
                    <a:pt x="595573" y="32270"/>
                  </a:lnTo>
                  <a:lnTo>
                    <a:pt x="659874" y="41457"/>
                  </a:lnTo>
                  <a:lnTo>
                    <a:pt x="723796" y="51081"/>
                  </a:lnTo>
                  <a:lnTo>
                    <a:pt x="787329" y="61137"/>
                  </a:lnTo>
                  <a:lnTo>
                    <a:pt x="850464" y="71620"/>
                  </a:lnTo>
                  <a:lnTo>
                    <a:pt x="913191" y="82524"/>
                  </a:lnTo>
                  <a:lnTo>
                    <a:pt x="975500" y="93844"/>
                  </a:lnTo>
                  <a:lnTo>
                    <a:pt x="1037382" y="105574"/>
                  </a:lnTo>
                  <a:lnTo>
                    <a:pt x="1098828" y="117710"/>
                  </a:lnTo>
                  <a:lnTo>
                    <a:pt x="1159826" y="130246"/>
                  </a:lnTo>
                  <a:lnTo>
                    <a:pt x="1220368" y="143177"/>
                  </a:lnTo>
                  <a:lnTo>
                    <a:pt x="1280445" y="156498"/>
                  </a:lnTo>
                  <a:lnTo>
                    <a:pt x="1340045" y="170202"/>
                  </a:lnTo>
                  <a:lnTo>
                    <a:pt x="1399161" y="184285"/>
                  </a:lnTo>
                  <a:lnTo>
                    <a:pt x="1457782" y="198742"/>
                  </a:lnTo>
                  <a:lnTo>
                    <a:pt x="1515898" y="213567"/>
                  </a:lnTo>
                  <a:lnTo>
                    <a:pt x="1573500" y="228756"/>
                  </a:lnTo>
                  <a:lnTo>
                    <a:pt x="1630578" y="244301"/>
                  </a:lnTo>
                  <a:lnTo>
                    <a:pt x="1687123" y="260200"/>
                  </a:lnTo>
                  <a:lnTo>
                    <a:pt x="1743124" y="276445"/>
                  </a:lnTo>
                  <a:lnTo>
                    <a:pt x="1798573" y="293032"/>
                  </a:lnTo>
                  <a:lnTo>
                    <a:pt x="1853459" y="309955"/>
                  </a:lnTo>
                  <a:lnTo>
                    <a:pt x="1907774" y="327210"/>
                  </a:lnTo>
                  <a:lnTo>
                    <a:pt x="1961506" y="344790"/>
                  </a:lnTo>
                  <a:lnTo>
                    <a:pt x="2014647" y="362691"/>
                  </a:lnTo>
                  <a:lnTo>
                    <a:pt x="2067187" y="380907"/>
                  </a:lnTo>
                  <a:lnTo>
                    <a:pt x="2119117" y="399433"/>
                  </a:lnTo>
                  <a:lnTo>
                    <a:pt x="2170426" y="418264"/>
                  </a:lnTo>
                  <a:lnTo>
                    <a:pt x="2221105" y="437394"/>
                  </a:lnTo>
                  <a:lnTo>
                    <a:pt x="2271144" y="456818"/>
                  </a:lnTo>
                  <a:lnTo>
                    <a:pt x="2320534" y="476531"/>
                  </a:lnTo>
                  <a:lnTo>
                    <a:pt x="2369265" y="496528"/>
                  </a:lnTo>
                  <a:lnTo>
                    <a:pt x="2417328" y="516802"/>
                  </a:lnTo>
                  <a:lnTo>
                    <a:pt x="2464712" y="537349"/>
                  </a:lnTo>
                  <a:lnTo>
                    <a:pt x="2511408" y="558164"/>
                  </a:lnTo>
                  <a:lnTo>
                    <a:pt x="2557407" y="579241"/>
                  </a:lnTo>
                  <a:lnTo>
                    <a:pt x="2602698" y="600575"/>
                  </a:lnTo>
                  <a:lnTo>
                    <a:pt x="2647273" y="622161"/>
                  </a:lnTo>
                  <a:lnTo>
                    <a:pt x="2691121" y="643993"/>
                  </a:lnTo>
                  <a:lnTo>
                    <a:pt x="2734232" y="666066"/>
                  </a:lnTo>
                  <a:lnTo>
                    <a:pt x="2776598" y="688375"/>
                  </a:lnTo>
                  <a:lnTo>
                    <a:pt x="2818209" y="710914"/>
                  </a:lnTo>
                  <a:lnTo>
                    <a:pt x="2859054" y="733678"/>
                  </a:lnTo>
                  <a:lnTo>
                    <a:pt x="2899125" y="756662"/>
                  </a:lnTo>
                  <a:lnTo>
                    <a:pt x="2938411" y="779861"/>
                  </a:lnTo>
                  <a:lnTo>
                    <a:pt x="2976903" y="803268"/>
                  </a:lnTo>
                  <a:lnTo>
                    <a:pt x="3014591" y="826880"/>
                  </a:lnTo>
                  <a:lnTo>
                    <a:pt x="3051466" y="850690"/>
                  </a:lnTo>
                  <a:lnTo>
                    <a:pt x="3087517" y="874694"/>
                  </a:lnTo>
                  <a:lnTo>
                    <a:pt x="3122736" y="898886"/>
                  </a:lnTo>
                  <a:lnTo>
                    <a:pt x="3157113" y="923260"/>
                  </a:lnTo>
                  <a:lnTo>
                    <a:pt x="3190637" y="947812"/>
                  </a:lnTo>
                  <a:lnTo>
                    <a:pt x="3223300" y="972536"/>
                  </a:lnTo>
                  <a:lnTo>
                    <a:pt x="3255092" y="997426"/>
                  </a:lnTo>
                  <a:lnTo>
                    <a:pt x="3286002" y="1022478"/>
                  </a:lnTo>
                  <a:lnTo>
                    <a:pt x="3316022" y="1047687"/>
                  </a:lnTo>
                  <a:lnTo>
                    <a:pt x="3345142" y="1073046"/>
                  </a:lnTo>
                  <a:lnTo>
                    <a:pt x="3400642" y="1124196"/>
                  </a:lnTo>
                  <a:lnTo>
                    <a:pt x="3452424" y="1175886"/>
                  </a:lnTo>
                  <a:lnTo>
                    <a:pt x="3500413" y="1228073"/>
                  </a:lnTo>
                  <a:lnTo>
                    <a:pt x="3544530" y="1280716"/>
                  </a:lnTo>
                  <a:lnTo>
                    <a:pt x="3584698" y="1333771"/>
                  </a:lnTo>
                  <a:lnTo>
                    <a:pt x="3620841" y="1387197"/>
                  </a:lnTo>
                  <a:lnTo>
                    <a:pt x="3652880" y="1440951"/>
                  </a:lnTo>
                  <a:lnTo>
                    <a:pt x="3680739" y="1494990"/>
                  </a:lnTo>
                  <a:lnTo>
                    <a:pt x="3704340" y="1549272"/>
                  </a:lnTo>
                  <a:lnTo>
                    <a:pt x="3723607" y="1603755"/>
                  </a:lnTo>
                  <a:lnTo>
                    <a:pt x="3738461" y="1658396"/>
                  </a:lnTo>
                  <a:lnTo>
                    <a:pt x="3748827" y="1713153"/>
                  </a:lnTo>
                  <a:lnTo>
                    <a:pt x="3754625" y="1767983"/>
                  </a:lnTo>
                  <a:lnTo>
                    <a:pt x="3755788" y="1795413"/>
                  </a:lnTo>
                  <a:lnTo>
                    <a:pt x="3755780" y="1822845"/>
                  </a:lnTo>
                  <a:lnTo>
                    <a:pt x="3752214" y="1877694"/>
                  </a:lnTo>
                  <a:lnTo>
                    <a:pt x="3729228" y="2088641"/>
                  </a:lnTo>
                  <a:lnTo>
                    <a:pt x="3720248" y="2146326"/>
                  </a:lnTo>
                  <a:lnTo>
                    <a:pt x="3706000" y="2202966"/>
                  </a:lnTo>
                  <a:lnTo>
                    <a:pt x="3686576" y="2258522"/>
                  </a:lnTo>
                  <a:lnTo>
                    <a:pt x="3662069" y="2312958"/>
                  </a:lnTo>
                  <a:lnTo>
                    <a:pt x="3632571" y="2366235"/>
                  </a:lnTo>
                  <a:lnTo>
                    <a:pt x="3598177" y="2418317"/>
                  </a:lnTo>
                  <a:lnTo>
                    <a:pt x="3558978" y="2469164"/>
                  </a:lnTo>
                  <a:lnTo>
                    <a:pt x="3515069" y="2518740"/>
                  </a:lnTo>
                  <a:lnTo>
                    <a:pt x="3466541" y="2567007"/>
                  </a:lnTo>
                  <a:lnTo>
                    <a:pt x="3413488" y="2613927"/>
                  </a:lnTo>
                  <a:lnTo>
                    <a:pt x="3356004" y="2659462"/>
                  </a:lnTo>
                  <a:lnTo>
                    <a:pt x="3294180" y="2703576"/>
                  </a:lnTo>
                  <a:lnTo>
                    <a:pt x="3261669" y="2725087"/>
                  </a:lnTo>
                  <a:lnTo>
                    <a:pt x="3228109" y="2746229"/>
                  </a:lnTo>
                  <a:lnTo>
                    <a:pt x="3193511" y="2766997"/>
                  </a:lnTo>
                  <a:lnTo>
                    <a:pt x="3157886" y="2787385"/>
                  </a:lnTo>
                  <a:lnTo>
                    <a:pt x="3121246" y="2807390"/>
                  </a:lnTo>
                  <a:lnTo>
                    <a:pt x="3083602" y="2827006"/>
                  </a:lnTo>
                  <a:lnTo>
                    <a:pt x="3044967" y="2846229"/>
                  </a:lnTo>
                  <a:lnTo>
                    <a:pt x="3005352" y="2865054"/>
                  </a:lnTo>
                  <a:lnTo>
                    <a:pt x="2964768" y="2883477"/>
                  </a:lnTo>
                  <a:lnTo>
                    <a:pt x="2923227" y="2901492"/>
                  </a:lnTo>
                  <a:lnTo>
                    <a:pt x="2880740" y="2919094"/>
                  </a:lnTo>
                  <a:lnTo>
                    <a:pt x="2837321" y="2936281"/>
                  </a:lnTo>
                  <a:lnTo>
                    <a:pt x="2792979" y="2953045"/>
                  </a:lnTo>
                  <a:lnTo>
                    <a:pt x="2747726" y="2969384"/>
                  </a:lnTo>
                  <a:lnTo>
                    <a:pt x="2701575" y="2985292"/>
                  </a:lnTo>
                  <a:lnTo>
                    <a:pt x="2654536" y="3000764"/>
                  </a:lnTo>
                  <a:lnTo>
                    <a:pt x="2606622" y="3015795"/>
                  </a:lnTo>
                  <a:lnTo>
                    <a:pt x="2557845" y="3030382"/>
                  </a:lnTo>
                  <a:lnTo>
                    <a:pt x="2508214" y="3044519"/>
                  </a:lnTo>
                  <a:lnTo>
                    <a:pt x="2457743" y="3058202"/>
                  </a:lnTo>
                  <a:lnTo>
                    <a:pt x="2406443" y="3071425"/>
                  </a:lnTo>
                  <a:lnTo>
                    <a:pt x="2354326" y="3084184"/>
                  </a:lnTo>
                  <a:lnTo>
                    <a:pt x="2301402" y="3096475"/>
                  </a:lnTo>
                  <a:lnTo>
                    <a:pt x="2247685" y="3108293"/>
                  </a:lnTo>
                  <a:lnTo>
                    <a:pt x="2193185" y="3119633"/>
                  </a:lnTo>
                  <a:lnTo>
                    <a:pt x="2137914" y="3130490"/>
                  </a:lnTo>
                  <a:lnTo>
                    <a:pt x="2081883" y="3140859"/>
                  </a:lnTo>
                  <a:lnTo>
                    <a:pt x="2025105" y="3150736"/>
                  </a:lnTo>
                  <a:lnTo>
                    <a:pt x="1967591" y="3160117"/>
                  </a:lnTo>
                  <a:lnTo>
                    <a:pt x="1909352" y="3168996"/>
                  </a:lnTo>
                  <a:lnTo>
                    <a:pt x="1850401" y="3177369"/>
                  </a:lnTo>
                  <a:lnTo>
                    <a:pt x="1790748" y="3185231"/>
                  </a:lnTo>
                  <a:lnTo>
                    <a:pt x="1730406" y="3192577"/>
                  </a:lnTo>
                  <a:lnTo>
                    <a:pt x="1669386" y="3199403"/>
                  </a:lnTo>
                  <a:lnTo>
                    <a:pt x="1607699" y="3205703"/>
                  </a:lnTo>
                  <a:lnTo>
                    <a:pt x="1545358" y="3211474"/>
                  </a:lnTo>
                  <a:lnTo>
                    <a:pt x="1482373" y="3216710"/>
                  </a:lnTo>
                  <a:lnTo>
                    <a:pt x="1418757" y="3221408"/>
                  </a:lnTo>
                  <a:lnTo>
                    <a:pt x="1354522" y="3225561"/>
                  </a:lnTo>
                  <a:lnTo>
                    <a:pt x="1289678" y="3229165"/>
                  </a:lnTo>
                  <a:lnTo>
                    <a:pt x="1224237" y="3232217"/>
                  </a:lnTo>
                  <a:lnTo>
                    <a:pt x="1158211" y="3234710"/>
                  </a:lnTo>
                  <a:lnTo>
                    <a:pt x="1091612" y="3236640"/>
                  </a:lnTo>
                  <a:lnTo>
                    <a:pt x="1024452" y="3238003"/>
                  </a:lnTo>
                  <a:lnTo>
                    <a:pt x="956741" y="3238794"/>
                  </a:lnTo>
                  <a:lnTo>
                    <a:pt x="888491" y="3239007"/>
                  </a:lnTo>
                  <a:lnTo>
                    <a:pt x="788288" y="4161459"/>
                  </a:lnTo>
                  <a:lnTo>
                    <a:pt x="0" y="3083686"/>
                  </a:lnTo>
                  <a:lnTo>
                    <a:pt x="1011554" y="2105660"/>
                  </a:lnTo>
                  <a:lnTo>
                    <a:pt x="911351" y="3028060"/>
                  </a:lnTo>
                  <a:lnTo>
                    <a:pt x="979581" y="3027845"/>
                  </a:lnTo>
                  <a:lnTo>
                    <a:pt x="1047287" y="3027052"/>
                  </a:lnTo>
                  <a:lnTo>
                    <a:pt x="1114458" y="3025686"/>
                  </a:lnTo>
                  <a:lnTo>
                    <a:pt x="1181080" y="3023752"/>
                  </a:lnTo>
                  <a:lnTo>
                    <a:pt x="1247141" y="3021253"/>
                  </a:lnTo>
                  <a:lnTo>
                    <a:pt x="1312630" y="3018195"/>
                  </a:lnTo>
                  <a:lnTo>
                    <a:pt x="1377534" y="3014582"/>
                  </a:lnTo>
                  <a:lnTo>
                    <a:pt x="1441842" y="3010418"/>
                  </a:lnTo>
                  <a:lnTo>
                    <a:pt x="1505539" y="3005708"/>
                  </a:lnTo>
                  <a:lnTo>
                    <a:pt x="1568616" y="3000457"/>
                  </a:lnTo>
                  <a:lnTo>
                    <a:pt x="1631058" y="2994669"/>
                  </a:lnTo>
                  <a:lnTo>
                    <a:pt x="1692855" y="2988349"/>
                  </a:lnTo>
                  <a:lnTo>
                    <a:pt x="1753993" y="2981501"/>
                  </a:lnTo>
                  <a:lnTo>
                    <a:pt x="1814461" y="2974130"/>
                  </a:lnTo>
                  <a:lnTo>
                    <a:pt x="1874246" y="2966240"/>
                  </a:lnTo>
                  <a:lnTo>
                    <a:pt x="1933337" y="2957836"/>
                  </a:lnTo>
                  <a:lnTo>
                    <a:pt x="1991720" y="2948922"/>
                  </a:lnTo>
                  <a:lnTo>
                    <a:pt x="2049384" y="2939502"/>
                  </a:lnTo>
                  <a:lnTo>
                    <a:pt x="2106317" y="2929583"/>
                  </a:lnTo>
                  <a:lnTo>
                    <a:pt x="2162506" y="2919167"/>
                  </a:lnTo>
                  <a:lnTo>
                    <a:pt x="2217939" y="2908259"/>
                  </a:lnTo>
                  <a:lnTo>
                    <a:pt x="2272603" y="2896865"/>
                  </a:lnTo>
                  <a:lnTo>
                    <a:pt x="2326488" y="2884988"/>
                  </a:lnTo>
                  <a:lnTo>
                    <a:pt x="2379579" y="2872633"/>
                  </a:lnTo>
                  <a:lnTo>
                    <a:pt x="2431866" y="2859804"/>
                  </a:lnTo>
                  <a:lnTo>
                    <a:pt x="2483335" y="2846507"/>
                  </a:lnTo>
                  <a:lnTo>
                    <a:pt x="2533976" y="2832745"/>
                  </a:lnTo>
                  <a:lnTo>
                    <a:pt x="2583774" y="2818523"/>
                  </a:lnTo>
                  <a:lnTo>
                    <a:pt x="2632719" y="2803846"/>
                  </a:lnTo>
                  <a:lnTo>
                    <a:pt x="2680798" y="2788718"/>
                  </a:lnTo>
                  <a:lnTo>
                    <a:pt x="2727999" y="2773144"/>
                  </a:lnTo>
                  <a:lnTo>
                    <a:pt x="2774309" y="2757128"/>
                  </a:lnTo>
                  <a:lnTo>
                    <a:pt x="2819717" y="2740675"/>
                  </a:lnTo>
                  <a:lnTo>
                    <a:pt x="2864210" y="2723790"/>
                  </a:lnTo>
                  <a:lnTo>
                    <a:pt x="2907775" y="2706476"/>
                  </a:lnTo>
                  <a:lnTo>
                    <a:pt x="2950402" y="2688738"/>
                  </a:lnTo>
                  <a:lnTo>
                    <a:pt x="2992076" y="2670581"/>
                  </a:lnTo>
                  <a:lnTo>
                    <a:pt x="3032787" y="2652010"/>
                  </a:lnTo>
                  <a:lnTo>
                    <a:pt x="3072522" y="2633029"/>
                  </a:lnTo>
                  <a:lnTo>
                    <a:pt x="3111269" y="2613642"/>
                  </a:lnTo>
                  <a:lnTo>
                    <a:pt x="3149015" y="2593854"/>
                  </a:lnTo>
                  <a:lnTo>
                    <a:pt x="3185749" y="2573670"/>
                  </a:lnTo>
                  <a:lnTo>
                    <a:pt x="3221457" y="2553094"/>
                  </a:lnTo>
                  <a:lnTo>
                    <a:pt x="3256129" y="2532130"/>
                  </a:lnTo>
                  <a:lnTo>
                    <a:pt x="3289751" y="2510784"/>
                  </a:lnTo>
                  <a:lnTo>
                    <a:pt x="3322312" y="2489059"/>
                  </a:lnTo>
                  <a:lnTo>
                    <a:pt x="3353799" y="2466960"/>
                  </a:lnTo>
                  <a:lnTo>
                    <a:pt x="3413502" y="2421660"/>
                  </a:lnTo>
                  <a:lnTo>
                    <a:pt x="3468763" y="2374919"/>
                  </a:lnTo>
                  <a:lnTo>
                    <a:pt x="3519485" y="2326773"/>
                  </a:lnTo>
                  <a:lnTo>
                    <a:pt x="3565569" y="2277258"/>
                  </a:lnTo>
                  <a:lnTo>
                    <a:pt x="3606918" y="2226412"/>
                  </a:lnTo>
                  <a:lnTo>
                    <a:pt x="3643434" y="2174269"/>
                  </a:lnTo>
                  <a:lnTo>
                    <a:pt x="3675019" y="2120867"/>
                  </a:lnTo>
                  <a:lnTo>
                    <a:pt x="3701576" y="2066242"/>
                  </a:lnTo>
                  <a:lnTo>
                    <a:pt x="3723005" y="2010429"/>
                  </a:lnTo>
                  <a:lnTo>
                    <a:pt x="3731767" y="1982088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2060" y="3168395"/>
            <a:ext cx="7731759" cy="1092835"/>
            <a:chOff x="1242060" y="3168395"/>
            <a:chExt cx="7731759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2060" y="3168395"/>
              <a:ext cx="7731252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2080" y="3188207"/>
              <a:ext cx="7443216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71954" y="3291916"/>
            <a:ext cx="68726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BOOLEAN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LITERALS</a:t>
            </a:r>
            <a:r>
              <a:rPr sz="36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FFFF00"/>
                </a:solidFill>
                <a:latin typeface="Calibri"/>
                <a:cs typeface="Calibri"/>
              </a:rPr>
              <a:t>OR</a:t>
            </a:r>
            <a:r>
              <a:rPr sz="36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35" dirty="0">
                <a:solidFill>
                  <a:srgbClr val="FFFF00"/>
                </a:solidFill>
                <a:latin typeface="Calibri"/>
                <a:cs typeface="Calibri"/>
              </a:rPr>
              <a:t>CONSTANTS.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4944" y="259079"/>
            <a:ext cx="8357870" cy="1009015"/>
            <a:chOff x="694944" y="259079"/>
            <a:chExt cx="8357870" cy="1009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944" y="259079"/>
              <a:ext cx="970788" cy="10088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9344" y="259079"/>
              <a:ext cx="7443216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>
              <a:lnSpc>
                <a:spcPct val="100000"/>
              </a:lnSpc>
              <a:spcBef>
                <a:spcPts val="100"/>
              </a:spcBef>
              <a:tabLst>
                <a:tab pos="1498600" algn="l"/>
              </a:tabLst>
            </a:pPr>
            <a:r>
              <a:rPr spc="-5" dirty="0"/>
              <a:t>3)	</a:t>
            </a:r>
            <a:r>
              <a:rPr spc="-10" dirty="0"/>
              <a:t>BOOLEAN</a:t>
            </a:r>
            <a:r>
              <a:rPr spc="-25" dirty="0"/>
              <a:t> </a:t>
            </a:r>
            <a:r>
              <a:rPr dirty="0"/>
              <a:t>LITERALS</a:t>
            </a:r>
            <a:r>
              <a:rPr spc="-20" dirty="0"/>
              <a:t> </a:t>
            </a:r>
            <a:r>
              <a:rPr spc="-5" dirty="0"/>
              <a:t>OR</a:t>
            </a:r>
            <a:r>
              <a:rPr spc="-25" dirty="0"/>
              <a:t> </a:t>
            </a:r>
            <a:r>
              <a:rPr spc="-35" dirty="0"/>
              <a:t>CONSTANTS.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712976" y="1645920"/>
            <a:ext cx="7228840" cy="1643380"/>
            <a:chOff x="1712976" y="1645920"/>
            <a:chExt cx="7228840" cy="164338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8876" y="1645920"/>
              <a:ext cx="684276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34155" y="1645920"/>
              <a:ext cx="1685544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0704" y="1645920"/>
              <a:ext cx="1324355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47588" y="1645920"/>
              <a:ext cx="746760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46876" y="1645920"/>
              <a:ext cx="1522476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20355" y="1645920"/>
              <a:ext cx="697992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70876" y="1645920"/>
              <a:ext cx="1170431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12976" y="2072640"/>
              <a:ext cx="780288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44852" y="2072640"/>
              <a:ext cx="1895855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92296" y="2072640"/>
              <a:ext cx="963168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08576" y="2072640"/>
              <a:ext cx="1682496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44184" y="2072640"/>
              <a:ext cx="1406652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02423" y="2072640"/>
              <a:ext cx="1200912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54923" y="2072640"/>
              <a:ext cx="786383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12976" y="2499360"/>
              <a:ext cx="1269491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13076" y="2499360"/>
              <a:ext cx="563880" cy="78943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922145" y="1724609"/>
            <a:ext cx="6786880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85900" algn="just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 Boolean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literal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 python is used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represent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Boolean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(true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false).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12976" y="2587751"/>
            <a:ext cx="6116320" cy="3825240"/>
            <a:chOff x="1712976" y="2587751"/>
            <a:chExt cx="6116320" cy="3825240"/>
          </a:xfrm>
        </p:grpSpPr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12976" y="3070859"/>
              <a:ext cx="4250436" cy="321716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11068" y="2587751"/>
              <a:ext cx="4617720" cy="382524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444748" y="3861434"/>
              <a:ext cx="4322445" cy="2470150"/>
            </a:xfrm>
            <a:custGeom>
              <a:avLst/>
              <a:gdLst/>
              <a:ahLst/>
              <a:cxnLst/>
              <a:rect l="l" t="t" r="r" b="b"/>
              <a:pathLst>
                <a:path w="4322445" h="2470150">
                  <a:moveTo>
                    <a:pt x="4299458" y="0"/>
                  </a:moveTo>
                  <a:lnTo>
                    <a:pt x="4287855" y="45914"/>
                  </a:lnTo>
                  <a:lnTo>
                    <a:pt x="4271537" y="91696"/>
                  </a:lnTo>
                  <a:lnTo>
                    <a:pt x="4250575" y="137315"/>
                  </a:lnTo>
                  <a:lnTo>
                    <a:pt x="4225039" y="182740"/>
                  </a:lnTo>
                  <a:lnTo>
                    <a:pt x="4195002" y="227943"/>
                  </a:lnTo>
                  <a:lnTo>
                    <a:pt x="4160535" y="272892"/>
                  </a:lnTo>
                  <a:lnTo>
                    <a:pt x="4121708" y="317558"/>
                  </a:lnTo>
                  <a:lnTo>
                    <a:pt x="4078593" y="361911"/>
                  </a:lnTo>
                  <a:lnTo>
                    <a:pt x="4031261" y="405919"/>
                  </a:lnTo>
                  <a:lnTo>
                    <a:pt x="3979783" y="449553"/>
                  </a:lnTo>
                  <a:lnTo>
                    <a:pt x="3924231" y="492784"/>
                  </a:lnTo>
                  <a:lnTo>
                    <a:pt x="3864676" y="535580"/>
                  </a:lnTo>
                  <a:lnTo>
                    <a:pt x="3801188" y="577911"/>
                  </a:lnTo>
                  <a:lnTo>
                    <a:pt x="3767992" y="598893"/>
                  </a:lnTo>
                  <a:lnTo>
                    <a:pt x="3733840" y="619748"/>
                  </a:lnTo>
                  <a:lnTo>
                    <a:pt x="3698740" y="640472"/>
                  </a:lnTo>
                  <a:lnTo>
                    <a:pt x="3662702" y="661060"/>
                  </a:lnTo>
                  <a:lnTo>
                    <a:pt x="3625735" y="681510"/>
                  </a:lnTo>
                  <a:lnTo>
                    <a:pt x="3587846" y="701818"/>
                  </a:lnTo>
                  <a:lnTo>
                    <a:pt x="3549046" y="721979"/>
                  </a:lnTo>
                  <a:lnTo>
                    <a:pt x="3509343" y="741990"/>
                  </a:lnTo>
                  <a:lnTo>
                    <a:pt x="3468746" y="761847"/>
                  </a:lnTo>
                  <a:lnTo>
                    <a:pt x="3427263" y="781547"/>
                  </a:lnTo>
                  <a:lnTo>
                    <a:pt x="3384905" y="801085"/>
                  </a:lnTo>
                  <a:lnTo>
                    <a:pt x="3341679" y="820459"/>
                  </a:lnTo>
                  <a:lnTo>
                    <a:pt x="3297595" y="839663"/>
                  </a:lnTo>
                  <a:lnTo>
                    <a:pt x="3252662" y="858695"/>
                  </a:lnTo>
                  <a:lnTo>
                    <a:pt x="3206888" y="877550"/>
                  </a:lnTo>
                  <a:lnTo>
                    <a:pt x="3160282" y="896225"/>
                  </a:lnTo>
                  <a:lnTo>
                    <a:pt x="3112853" y="914717"/>
                  </a:lnTo>
                  <a:lnTo>
                    <a:pt x="3064611" y="933020"/>
                  </a:lnTo>
                  <a:lnTo>
                    <a:pt x="3015564" y="951132"/>
                  </a:lnTo>
                  <a:lnTo>
                    <a:pt x="2965720" y="969049"/>
                  </a:lnTo>
                  <a:lnTo>
                    <a:pt x="2915090" y="986766"/>
                  </a:lnTo>
                  <a:lnTo>
                    <a:pt x="2863681" y="1004281"/>
                  </a:lnTo>
                  <a:lnTo>
                    <a:pt x="2811503" y="1021589"/>
                  </a:lnTo>
                  <a:lnTo>
                    <a:pt x="2758564" y="1038687"/>
                  </a:lnTo>
                  <a:lnTo>
                    <a:pt x="2704874" y="1055571"/>
                  </a:lnTo>
                  <a:lnTo>
                    <a:pt x="2650441" y="1072237"/>
                  </a:lnTo>
                  <a:lnTo>
                    <a:pt x="2595274" y="1088681"/>
                  </a:lnTo>
                  <a:lnTo>
                    <a:pt x="2539383" y="1104900"/>
                  </a:lnTo>
                  <a:lnTo>
                    <a:pt x="2482775" y="1120890"/>
                  </a:lnTo>
                  <a:lnTo>
                    <a:pt x="2425461" y="1136647"/>
                  </a:lnTo>
                  <a:lnTo>
                    <a:pt x="2367448" y="1152167"/>
                  </a:lnTo>
                  <a:lnTo>
                    <a:pt x="2308747" y="1167446"/>
                  </a:lnTo>
                  <a:lnTo>
                    <a:pt x="2249364" y="1182481"/>
                  </a:lnTo>
                  <a:lnTo>
                    <a:pt x="2189311" y="1197268"/>
                  </a:lnTo>
                  <a:lnTo>
                    <a:pt x="2128595" y="1211804"/>
                  </a:lnTo>
                  <a:lnTo>
                    <a:pt x="2067225" y="1226083"/>
                  </a:lnTo>
                  <a:lnTo>
                    <a:pt x="2005211" y="1240104"/>
                  </a:lnTo>
                  <a:lnTo>
                    <a:pt x="1942560" y="1253861"/>
                  </a:lnTo>
                  <a:lnTo>
                    <a:pt x="1879283" y="1267351"/>
                  </a:lnTo>
                  <a:lnTo>
                    <a:pt x="1815388" y="1280571"/>
                  </a:lnTo>
                  <a:lnTo>
                    <a:pt x="1750883" y="1293516"/>
                  </a:lnTo>
                  <a:lnTo>
                    <a:pt x="1685779" y="1306184"/>
                  </a:lnTo>
                  <a:lnTo>
                    <a:pt x="1620083" y="1318569"/>
                  </a:lnTo>
                  <a:lnTo>
                    <a:pt x="1553805" y="1330668"/>
                  </a:lnTo>
                  <a:lnTo>
                    <a:pt x="1486953" y="1342478"/>
                  </a:lnTo>
                  <a:lnTo>
                    <a:pt x="1419537" y="1353995"/>
                  </a:lnTo>
                  <a:lnTo>
                    <a:pt x="1351564" y="1365214"/>
                  </a:lnTo>
                  <a:lnTo>
                    <a:pt x="1283046" y="1376133"/>
                  </a:lnTo>
                  <a:lnTo>
                    <a:pt x="1213989" y="1386747"/>
                  </a:lnTo>
                  <a:lnTo>
                    <a:pt x="1144403" y="1397053"/>
                  </a:lnTo>
                  <a:lnTo>
                    <a:pt x="1074297" y="1407047"/>
                  </a:lnTo>
                  <a:lnTo>
                    <a:pt x="1003680" y="1416724"/>
                  </a:lnTo>
                  <a:lnTo>
                    <a:pt x="932561" y="1426083"/>
                  </a:lnTo>
                  <a:lnTo>
                    <a:pt x="882776" y="604138"/>
                  </a:lnTo>
                  <a:lnTo>
                    <a:pt x="0" y="1625599"/>
                  </a:lnTo>
                  <a:lnTo>
                    <a:pt x="995679" y="2469984"/>
                  </a:lnTo>
                  <a:lnTo>
                    <a:pt x="946023" y="1647952"/>
                  </a:lnTo>
                  <a:lnTo>
                    <a:pt x="1018739" y="1638382"/>
                  </a:lnTo>
                  <a:lnTo>
                    <a:pt x="1090898" y="1628486"/>
                  </a:lnTo>
                  <a:lnTo>
                    <a:pt x="1162491" y="1618265"/>
                  </a:lnTo>
                  <a:lnTo>
                    <a:pt x="1233512" y="1607725"/>
                  </a:lnTo>
                  <a:lnTo>
                    <a:pt x="1303950" y="1596869"/>
                  </a:lnTo>
                  <a:lnTo>
                    <a:pt x="1373798" y="1585702"/>
                  </a:lnTo>
                  <a:lnTo>
                    <a:pt x="1443047" y="1574227"/>
                  </a:lnTo>
                  <a:lnTo>
                    <a:pt x="1511689" y="1562450"/>
                  </a:lnTo>
                  <a:lnTo>
                    <a:pt x="1579716" y="1550373"/>
                  </a:lnTo>
                  <a:lnTo>
                    <a:pt x="1647120" y="1538001"/>
                  </a:lnTo>
                  <a:lnTo>
                    <a:pt x="1713891" y="1525338"/>
                  </a:lnTo>
                  <a:lnTo>
                    <a:pt x="1780023" y="1512388"/>
                  </a:lnTo>
                  <a:lnTo>
                    <a:pt x="1845505" y="1499155"/>
                  </a:lnTo>
                  <a:lnTo>
                    <a:pt x="1910331" y="1485644"/>
                  </a:lnTo>
                  <a:lnTo>
                    <a:pt x="1974492" y="1471858"/>
                  </a:lnTo>
                  <a:lnTo>
                    <a:pt x="2037979" y="1457801"/>
                  </a:lnTo>
                  <a:lnTo>
                    <a:pt x="2100785" y="1443478"/>
                  </a:lnTo>
                  <a:lnTo>
                    <a:pt x="2162900" y="1428893"/>
                  </a:lnTo>
                  <a:lnTo>
                    <a:pt x="2224316" y="1414049"/>
                  </a:lnTo>
                  <a:lnTo>
                    <a:pt x="2285026" y="1398951"/>
                  </a:lnTo>
                  <a:lnTo>
                    <a:pt x="2345021" y="1383604"/>
                  </a:lnTo>
                  <a:lnTo>
                    <a:pt x="2404292" y="1368010"/>
                  </a:lnTo>
                  <a:lnTo>
                    <a:pt x="2462831" y="1352174"/>
                  </a:lnTo>
                  <a:lnTo>
                    <a:pt x="2520631" y="1336101"/>
                  </a:lnTo>
                  <a:lnTo>
                    <a:pt x="2577682" y="1319793"/>
                  </a:lnTo>
                  <a:lnTo>
                    <a:pt x="2633976" y="1303257"/>
                  </a:lnTo>
                  <a:lnTo>
                    <a:pt x="2689505" y="1286494"/>
                  </a:lnTo>
                  <a:lnTo>
                    <a:pt x="2744260" y="1269510"/>
                  </a:lnTo>
                  <a:lnTo>
                    <a:pt x="2798234" y="1252309"/>
                  </a:lnTo>
                  <a:lnTo>
                    <a:pt x="2851418" y="1234895"/>
                  </a:lnTo>
                  <a:lnTo>
                    <a:pt x="2903804" y="1217271"/>
                  </a:lnTo>
                  <a:lnTo>
                    <a:pt x="2955382" y="1199443"/>
                  </a:lnTo>
                  <a:lnTo>
                    <a:pt x="3006146" y="1181413"/>
                  </a:lnTo>
                  <a:lnTo>
                    <a:pt x="3056086" y="1163187"/>
                  </a:lnTo>
                  <a:lnTo>
                    <a:pt x="3105195" y="1144768"/>
                  </a:lnTo>
                  <a:lnTo>
                    <a:pt x="3153464" y="1126160"/>
                  </a:lnTo>
                  <a:lnTo>
                    <a:pt x="3200884" y="1107367"/>
                  </a:lnTo>
                  <a:lnTo>
                    <a:pt x="3247448" y="1088394"/>
                  </a:lnTo>
                  <a:lnTo>
                    <a:pt x="3293147" y="1069245"/>
                  </a:lnTo>
                  <a:lnTo>
                    <a:pt x="3337972" y="1049923"/>
                  </a:lnTo>
                  <a:lnTo>
                    <a:pt x="3381916" y="1030433"/>
                  </a:lnTo>
                  <a:lnTo>
                    <a:pt x="3424970" y="1010778"/>
                  </a:lnTo>
                  <a:lnTo>
                    <a:pt x="3467125" y="990964"/>
                  </a:lnTo>
                  <a:lnTo>
                    <a:pt x="3508374" y="970994"/>
                  </a:lnTo>
                  <a:lnTo>
                    <a:pt x="3548709" y="950872"/>
                  </a:lnTo>
                  <a:lnTo>
                    <a:pt x="3588120" y="930602"/>
                  </a:lnTo>
                  <a:lnTo>
                    <a:pt x="3626599" y="910188"/>
                  </a:lnTo>
                  <a:lnTo>
                    <a:pt x="3664138" y="889635"/>
                  </a:lnTo>
                  <a:lnTo>
                    <a:pt x="3700730" y="868946"/>
                  </a:lnTo>
                  <a:lnTo>
                    <a:pt x="3736364" y="848126"/>
                  </a:lnTo>
                  <a:lnTo>
                    <a:pt x="3771034" y="827179"/>
                  </a:lnTo>
                  <a:lnTo>
                    <a:pt x="3804731" y="806108"/>
                  </a:lnTo>
                  <a:lnTo>
                    <a:pt x="3837446" y="784918"/>
                  </a:lnTo>
                  <a:lnTo>
                    <a:pt x="3869171" y="763613"/>
                  </a:lnTo>
                  <a:lnTo>
                    <a:pt x="3929619" y="720674"/>
                  </a:lnTo>
                  <a:lnTo>
                    <a:pt x="3986008" y="677325"/>
                  </a:lnTo>
                  <a:lnTo>
                    <a:pt x="4038271" y="633596"/>
                  </a:lnTo>
                  <a:lnTo>
                    <a:pt x="4086342" y="589523"/>
                  </a:lnTo>
                  <a:lnTo>
                    <a:pt x="4130154" y="545136"/>
                  </a:lnTo>
                  <a:lnTo>
                    <a:pt x="4169640" y="500469"/>
                  </a:lnTo>
                  <a:lnTo>
                    <a:pt x="4204734" y="455554"/>
                  </a:lnTo>
                  <a:lnTo>
                    <a:pt x="4235369" y="410425"/>
                  </a:lnTo>
                  <a:lnTo>
                    <a:pt x="4261479" y="365114"/>
                  </a:lnTo>
                  <a:lnTo>
                    <a:pt x="4282997" y="319653"/>
                  </a:lnTo>
                  <a:lnTo>
                    <a:pt x="4299857" y="274076"/>
                  </a:lnTo>
                  <a:lnTo>
                    <a:pt x="4311991" y="228416"/>
                  </a:lnTo>
                  <a:lnTo>
                    <a:pt x="4319334" y="182704"/>
                  </a:lnTo>
                  <a:lnTo>
                    <a:pt x="4321819" y="136973"/>
                  </a:lnTo>
                  <a:lnTo>
                    <a:pt x="4321219" y="114111"/>
                  </a:lnTo>
                  <a:lnTo>
                    <a:pt x="4319379" y="91257"/>
                  </a:lnTo>
                  <a:lnTo>
                    <a:pt x="4316291" y="68415"/>
                  </a:lnTo>
                  <a:lnTo>
                    <a:pt x="4311947" y="45588"/>
                  </a:lnTo>
                  <a:lnTo>
                    <a:pt x="4306339" y="22782"/>
                  </a:lnTo>
                  <a:lnTo>
                    <a:pt x="4299458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73425" y="2629260"/>
              <a:ext cx="4492625" cy="1342390"/>
            </a:xfrm>
            <a:custGeom>
              <a:avLst/>
              <a:gdLst/>
              <a:ahLst/>
              <a:cxnLst/>
              <a:rect l="l" t="t" r="r" b="b"/>
              <a:pathLst>
                <a:path w="4492625" h="1342389">
                  <a:moveTo>
                    <a:pt x="896045" y="58"/>
                  </a:moveTo>
                  <a:lnTo>
                    <a:pt x="828974" y="0"/>
                  </a:lnTo>
                  <a:lnTo>
                    <a:pt x="761564" y="276"/>
                  </a:lnTo>
                  <a:lnTo>
                    <a:pt x="693821" y="891"/>
                  </a:lnTo>
                  <a:lnTo>
                    <a:pt x="625755" y="1845"/>
                  </a:lnTo>
                  <a:lnTo>
                    <a:pt x="557374" y="3140"/>
                  </a:lnTo>
                  <a:lnTo>
                    <a:pt x="488687" y="4780"/>
                  </a:lnTo>
                  <a:lnTo>
                    <a:pt x="419701" y="6765"/>
                  </a:lnTo>
                  <a:lnTo>
                    <a:pt x="350426" y="9098"/>
                  </a:lnTo>
                  <a:lnTo>
                    <a:pt x="280869" y="11782"/>
                  </a:lnTo>
                  <a:lnTo>
                    <a:pt x="211040" y="14817"/>
                  </a:lnTo>
                  <a:lnTo>
                    <a:pt x="140946" y="18206"/>
                  </a:lnTo>
                  <a:lnTo>
                    <a:pt x="70597" y="21952"/>
                  </a:lnTo>
                  <a:lnTo>
                    <a:pt x="0" y="26055"/>
                  </a:lnTo>
                  <a:lnTo>
                    <a:pt x="13335" y="247924"/>
                  </a:lnTo>
                  <a:lnTo>
                    <a:pt x="83935" y="243824"/>
                  </a:lnTo>
                  <a:lnTo>
                    <a:pt x="154288" y="240082"/>
                  </a:lnTo>
                  <a:lnTo>
                    <a:pt x="224385" y="236696"/>
                  </a:lnTo>
                  <a:lnTo>
                    <a:pt x="294218" y="233664"/>
                  </a:lnTo>
                  <a:lnTo>
                    <a:pt x="363778" y="230984"/>
                  </a:lnTo>
                  <a:lnTo>
                    <a:pt x="433056" y="228654"/>
                  </a:lnTo>
                  <a:lnTo>
                    <a:pt x="502044" y="226671"/>
                  </a:lnTo>
                  <a:lnTo>
                    <a:pt x="570735" y="225034"/>
                  </a:lnTo>
                  <a:lnTo>
                    <a:pt x="639118" y="223741"/>
                  </a:lnTo>
                  <a:lnTo>
                    <a:pt x="707186" y="222790"/>
                  </a:lnTo>
                  <a:lnTo>
                    <a:pt x="774931" y="222178"/>
                  </a:lnTo>
                  <a:lnTo>
                    <a:pt x="842344" y="221903"/>
                  </a:lnTo>
                  <a:lnTo>
                    <a:pt x="909416" y="221964"/>
                  </a:lnTo>
                  <a:lnTo>
                    <a:pt x="976140" y="222358"/>
                  </a:lnTo>
                  <a:lnTo>
                    <a:pt x="1042506" y="223084"/>
                  </a:lnTo>
                  <a:lnTo>
                    <a:pt x="1108507" y="224138"/>
                  </a:lnTo>
                  <a:lnTo>
                    <a:pt x="1174133" y="225520"/>
                  </a:lnTo>
                  <a:lnTo>
                    <a:pt x="1239376" y="227227"/>
                  </a:lnTo>
                  <a:lnTo>
                    <a:pt x="1304229" y="229257"/>
                  </a:lnTo>
                  <a:lnTo>
                    <a:pt x="1368682" y="231608"/>
                  </a:lnTo>
                  <a:lnTo>
                    <a:pt x="1432727" y="234278"/>
                  </a:lnTo>
                  <a:lnTo>
                    <a:pt x="1496356" y="237265"/>
                  </a:lnTo>
                  <a:lnTo>
                    <a:pt x="1559560" y="240566"/>
                  </a:lnTo>
                  <a:lnTo>
                    <a:pt x="1622330" y="244181"/>
                  </a:lnTo>
                  <a:lnTo>
                    <a:pt x="1684659" y="248106"/>
                  </a:lnTo>
                  <a:lnTo>
                    <a:pt x="1746538" y="252339"/>
                  </a:lnTo>
                  <a:lnTo>
                    <a:pt x="1807958" y="256879"/>
                  </a:lnTo>
                  <a:lnTo>
                    <a:pt x="1868911" y="261724"/>
                  </a:lnTo>
                  <a:lnTo>
                    <a:pt x="1929389" y="266871"/>
                  </a:lnTo>
                  <a:lnTo>
                    <a:pt x="1989382" y="272319"/>
                  </a:lnTo>
                  <a:lnTo>
                    <a:pt x="2048884" y="278064"/>
                  </a:lnTo>
                  <a:lnTo>
                    <a:pt x="2107885" y="284106"/>
                  </a:lnTo>
                  <a:lnTo>
                    <a:pt x="2166376" y="290443"/>
                  </a:lnTo>
                  <a:lnTo>
                    <a:pt x="2224350" y="297071"/>
                  </a:lnTo>
                  <a:lnTo>
                    <a:pt x="2281798" y="303990"/>
                  </a:lnTo>
                  <a:lnTo>
                    <a:pt x="2338711" y="311196"/>
                  </a:lnTo>
                  <a:lnTo>
                    <a:pt x="2395081" y="318688"/>
                  </a:lnTo>
                  <a:lnTo>
                    <a:pt x="2450900" y="326465"/>
                  </a:lnTo>
                  <a:lnTo>
                    <a:pt x="2506159" y="334523"/>
                  </a:lnTo>
                  <a:lnTo>
                    <a:pt x="2560850" y="342861"/>
                  </a:lnTo>
                  <a:lnTo>
                    <a:pt x="2614964" y="351476"/>
                  </a:lnTo>
                  <a:lnTo>
                    <a:pt x="2668492" y="360368"/>
                  </a:lnTo>
                  <a:lnTo>
                    <a:pt x="2721428" y="369532"/>
                  </a:lnTo>
                  <a:lnTo>
                    <a:pt x="2773761" y="378969"/>
                  </a:lnTo>
                  <a:lnTo>
                    <a:pt x="2825483" y="388675"/>
                  </a:lnTo>
                  <a:lnTo>
                    <a:pt x="2876587" y="398648"/>
                  </a:lnTo>
                  <a:lnTo>
                    <a:pt x="2927064" y="408887"/>
                  </a:lnTo>
                  <a:lnTo>
                    <a:pt x="2976904" y="419388"/>
                  </a:lnTo>
                  <a:lnTo>
                    <a:pt x="3026101" y="430152"/>
                  </a:lnTo>
                  <a:lnTo>
                    <a:pt x="3074645" y="441174"/>
                  </a:lnTo>
                  <a:lnTo>
                    <a:pt x="3122527" y="452453"/>
                  </a:lnTo>
                  <a:lnTo>
                    <a:pt x="3169740" y="463988"/>
                  </a:lnTo>
                  <a:lnTo>
                    <a:pt x="3216276" y="475775"/>
                  </a:lnTo>
                  <a:lnTo>
                    <a:pt x="3262124" y="487813"/>
                  </a:lnTo>
                  <a:lnTo>
                    <a:pt x="3307278" y="500100"/>
                  </a:lnTo>
                  <a:lnTo>
                    <a:pt x="3351729" y="512634"/>
                  </a:lnTo>
                  <a:lnTo>
                    <a:pt x="3395468" y="525413"/>
                  </a:lnTo>
                  <a:lnTo>
                    <a:pt x="3438486" y="538435"/>
                  </a:lnTo>
                  <a:lnTo>
                    <a:pt x="3480776" y="551697"/>
                  </a:lnTo>
                  <a:lnTo>
                    <a:pt x="3522329" y="565197"/>
                  </a:lnTo>
                  <a:lnTo>
                    <a:pt x="3563137" y="578934"/>
                  </a:lnTo>
                  <a:lnTo>
                    <a:pt x="3603190" y="592906"/>
                  </a:lnTo>
                  <a:lnTo>
                    <a:pt x="3642482" y="607110"/>
                  </a:lnTo>
                  <a:lnTo>
                    <a:pt x="3681002" y="621544"/>
                  </a:lnTo>
                  <a:lnTo>
                    <a:pt x="3718743" y="636206"/>
                  </a:lnTo>
                  <a:lnTo>
                    <a:pt x="3755697" y="651095"/>
                  </a:lnTo>
                  <a:lnTo>
                    <a:pt x="3791854" y="666208"/>
                  </a:lnTo>
                  <a:lnTo>
                    <a:pt x="3827207" y="681542"/>
                  </a:lnTo>
                  <a:lnTo>
                    <a:pt x="3895465" y="712870"/>
                  </a:lnTo>
                  <a:lnTo>
                    <a:pt x="3960404" y="745061"/>
                  </a:lnTo>
                  <a:lnTo>
                    <a:pt x="4021956" y="778100"/>
                  </a:lnTo>
                  <a:lnTo>
                    <a:pt x="4080053" y="811968"/>
                  </a:lnTo>
                  <a:lnTo>
                    <a:pt x="4134628" y="846651"/>
                  </a:lnTo>
                  <a:lnTo>
                    <a:pt x="4185614" y="882132"/>
                  </a:lnTo>
                  <a:lnTo>
                    <a:pt x="4232942" y="918394"/>
                  </a:lnTo>
                  <a:lnTo>
                    <a:pt x="4276546" y="955420"/>
                  </a:lnTo>
                  <a:lnTo>
                    <a:pt x="4316358" y="993195"/>
                  </a:lnTo>
                  <a:lnTo>
                    <a:pt x="4352311" y="1031701"/>
                  </a:lnTo>
                  <a:lnTo>
                    <a:pt x="4384336" y="1070922"/>
                  </a:lnTo>
                  <a:lnTo>
                    <a:pt x="4412367" y="1110843"/>
                  </a:lnTo>
                  <a:lnTo>
                    <a:pt x="4436336" y="1151445"/>
                  </a:lnTo>
                  <a:lnTo>
                    <a:pt x="4456175" y="1192713"/>
                  </a:lnTo>
                  <a:lnTo>
                    <a:pt x="4471817" y="1234631"/>
                  </a:lnTo>
                  <a:lnTo>
                    <a:pt x="4483194" y="1277181"/>
                  </a:lnTo>
                  <a:lnTo>
                    <a:pt x="4490239" y="1320347"/>
                  </a:lnTo>
                  <a:lnTo>
                    <a:pt x="4492117" y="1342156"/>
                  </a:lnTo>
                  <a:lnTo>
                    <a:pt x="4478782" y="1120287"/>
                  </a:lnTo>
                  <a:lnTo>
                    <a:pt x="4473927" y="1076819"/>
                  </a:lnTo>
                  <a:lnTo>
                    <a:pt x="4464707" y="1033958"/>
                  </a:lnTo>
                  <a:lnTo>
                    <a:pt x="4451188" y="991721"/>
                  </a:lnTo>
                  <a:lnTo>
                    <a:pt x="4433438" y="950126"/>
                  </a:lnTo>
                  <a:lnTo>
                    <a:pt x="4411525" y="909187"/>
                  </a:lnTo>
                  <a:lnTo>
                    <a:pt x="4385515" y="868923"/>
                  </a:lnTo>
                  <a:lnTo>
                    <a:pt x="4355477" y="829348"/>
                  </a:lnTo>
                  <a:lnTo>
                    <a:pt x="4321478" y="790481"/>
                  </a:lnTo>
                  <a:lnTo>
                    <a:pt x="4283586" y="752336"/>
                  </a:lnTo>
                  <a:lnTo>
                    <a:pt x="4241867" y="714932"/>
                  </a:lnTo>
                  <a:lnTo>
                    <a:pt x="4196391" y="678284"/>
                  </a:lnTo>
                  <a:lnTo>
                    <a:pt x="4147223" y="642408"/>
                  </a:lnTo>
                  <a:lnTo>
                    <a:pt x="4094432" y="607322"/>
                  </a:lnTo>
                  <a:lnTo>
                    <a:pt x="4038085" y="573042"/>
                  </a:lnTo>
                  <a:lnTo>
                    <a:pt x="3978249" y="539584"/>
                  </a:lnTo>
                  <a:lnTo>
                    <a:pt x="3914993" y="506964"/>
                  </a:lnTo>
                  <a:lnTo>
                    <a:pt x="3848384" y="475200"/>
                  </a:lnTo>
                  <a:lnTo>
                    <a:pt x="3778489" y="444308"/>
                  </a:lnTo>
                  <a:lnTo>
                    <a:pt x="3742330" y="429194"/>
                  </a:lnTo>
                  <a:lnTo>
                    <a:pt x="3705376" y="414304"/>
                  </a:lnTo>
                  <a:lnTo>
                    <a:pt x="3667633" y="399641"/>
                  </a:lnTo>
                  <a:lnTo>
                    <a:pt x="3629112" y="385205"/>
                  </a:lnTo>
                  <a:lnTo>
                    <a:pt x="3589819" y="371000"/>
                  </a:lnTo>
                  <a:lnTo>
                    <a:pt x="3549764" y="357028"/>
                  </a:lnTo>
                  <a:lnTo>
                    <a:pt x="3508956" y="343289"/>
                  </a:lnTo>
                  <a:lnTo>
                    <a:pt x="3467402" y="329788"/>
                  </a:lnTo>
                  <a:lnTo>
                    <a:pt x="3425110" y="316525"/>
                  </a:lnTo>
                  <a:lnTo>
                    <a:pt x="3382091" y="303502"/>
                  </a:lnTo>
                  <a:lnTo>
                    <a:pt x="3338351" y="290722"/>
                  </a:lnTo>
                  <a:lnTo>
                    <a:pt x="3293899" y="278187"/>
                  </a:lnTo>
                  <a:lnTo>
                    <a:pt x="3248744" y="265899"/>
                  </a:lnTo>
                  <a:lnTo>
                    <a:pt x="3202894" y="253860"/>
                  </a:lnTo>
                  <a:lnTo>
                    <a:pt x="3156358" y="242071"/>
                  </a:lnTo>
                  <a:lnTo>
                    <a:pt x="3109144" y="230536"/>
                  </a:lnTo>
                  <a:lnTo>
                    <a:pt x="3061261" y="219256"/>
                  </a:lnTo>
                  <a:lnTo>
                    <a:pt x="3012716" y="208233"/>
                  </a:lnTo>
                  <a:lnTo>
                    <a:pt x="2963519" y="197469"/>
                  </a:lnTo>
                  <a:lnTo>
                    <a:pt x="2913677" y="186966"/>
                  </a:lnTo>
                  <a:lnTo>
                    <a:pt x="2863200" y="176727"/>
                  </a:lnTo>
                  <a:lnTo>
                    <a:pt x="2812096" y="166753"/>
                  </a:lnTo>
                  <a:lnTo>
                    <a:pt x="2760372" y="157046"/>
                  </a:lnTo>
                  <a:lnTo>
                    <a:pt x="2708039" y="147610"/>
                  </a:lnTo>
                  <a:lnTo>
                    <a:pt x="2655103" y="138444"/>
                  </a:lnTo>
                  <a:lnTo>
                    <a:pt x="2601574" y="129552"/>
                  </a:lnTo>
                  <a:lnTo>
                    <a:pt x="2547459" y="120936"/>
                  </a:lnTo>
                  <a:lnTo>
                    <a:pt x="2492768" y="112598"/>
                  </a:lnTo>
                  <a:lnTo>
                    <a:pt x="2437509" y="104540"/>
                  </a:lnTo>
                  <a:lnTo>
                    <a:pt x="2381690" y="96763"/>
                  </a:lnTo>
                  <a:lnTo>
                    <a:pt x="2325319" y="89271"/>
                  </a:lnTo>
                  <a:lnTo>
                    <a:pt x="2268406" y="82064"/>
                  </a:lnTo>
                  <a:lnTo>
                    <a:pt x="2210958" y="75146"/>
                  </a:lnTo>
                  <a:lnTo>
                    <a:pt x="2152985" y="68517"/>
                  </a:lnTo>
                  <a:lnTo>
                    <a:pt x="2094493" y="62181"/>
                  </a:lnTo>
                  <a:lnTo>
                    <a:pt x="2035493" y="56139"/>
                  </a:lnTo>
                  <a:lnTo>
                    <a:pt x="1975992" y="50394"/>
                  </a:lnTo>
                  <a:lnTo>
                    <a:pt x="1915998" y="44947"/>
                  </a:lnTo>
                  <a:lnTo>
                    <a:pt x="1855521" y="39800"/>
                  </a:lnTo>
                  <a:lnTo>
                    <a:pt x="1794569" y="34956"/>
                  </a:lnTo>
                  <a:lnTo>
                    <a:pt x="1733149" y="30417"/>
                  </a:lnTo>
                  <a:lnTo>
                    <a:pt x="1671271" y="26184"/>
                  </a:lnTo>
                  <a:lnTo>
                    <a:pt x="1608943" y="22259"/>
                  </a:lnTo>
                  <a:lnTo>
                    <a:pt x="1546173" y="18646"/>
                  </a:lnTo>
                  <a:lnTo>
                    <a:pt x="1482970" y="15345"/>
                  </a:lnTo>
                  <a:lnTo>
                    <a:pt x="1419343" y="12360"/>
                  </a:lnTo>
                  <a:lnTo>
                    <a:pt x="1355299" y="9691"/>
                  </a:lnTo>
                  <a:lnTo>
                    <a:pt x="1290847" y="7341"/>
                  </a:lnTo>
                  <a:lnTo>
                    <a:pt x="1225996" y="5313"/>
                  </a:lnTo>
                  <a:lnTo>
                    <a:pt x="1160754" y="3607"/>
                  </a:lnTo>
                  <a:lnTo>
                    <a:pt x="1095129" y="2227"/>
                  </a:lnTo>
                  <a:lnTo>
                    <a:pt x="1029131" y="1174"/>
                  </a:lnTo>
                  <a:lnTo>
                    <a:pt x="962766" y="450"/>
                  </a:lnTo>
                  <a:lnTo>
                    <a:pt x="896045" y="58"/>
                  </a:lnTo>
                  <a:close/>
                </a:path>
              </a:pathLst>
            </a:custGeom>
            <a:solidFill>
              <a:srgbClr val="C67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73425" y="2629260"/>
              <a:ext cx="4493260" cy="3702685"/>
            </a:xfrm>
            <a:custGeom>
              <a:avLst/>
              <a:gdLst/>
              <a:ahLst/>
              <a:cxnLst/>
              <a:rect l="l" t="t" r="r" b="b"/>
              <a:pathLst>
                <a:path w="4493259" h="3702685">
                  <a:moveTo>
                    <a:pt x="4492117" y="1342156"/>
                  </a:moveTo>
                  <a:lnTo>
                    <a:pt x="4487263" y="1298688"/>
                  </a:lnTo>
                  <a:lnTo>
                    <a:pt x="4478043" y="1255828"/>
                  </a:lnTo>
                  <a:lnTo>
                    <a:pt x="4464525" y="1213592"/>
                  </a:lnTo>
                  <a:lnTo>
                    <a:pt x="4446776" y="1171997"/>
                  </a:lnTo>
                  <a:lnTo>
                    <a:pt x="4424863" y="1131060"/>
                  </a:lnTo>
                  <a:lnTo>
                    <a:pt x="4398855" y="1090796"/>
                  </a:lnTo>
                  <a:lnTo>
                    <a:pt x="4368818" y="1051223"/>
                  </a:lnTo>
                  <a:lnTo>
                    <a:pt x="4334821" y="1012357"/>
                  </a:lnTo>
                  <a:lnTo>
                    <a:pt x="4296930" y="974215"/>
                  </a:lnTo>
                  <a:lnTo>
                    <a:pt x="4255214" y="936812"/>
                  </a:lnTo>
                  <a:lnTo>
                    <a:pt x="4209739" y="900166"/>
                  </a:lnTo>
                  <a:lnTo>
                    <a:pt x="4160574" y="864293"/>
                  </a:lnTo>
                  <a:lnTo>
                    <a:pt x="4107785" y="829209"/>
                  </a:lnTo>
                  <a:lnTo>
                    <a:pt x="4051440" y="794931"/>
                  </a:lnTo>
                  <a:lnTo>
                    <a:pt x="3991607" y="761476"/>
                  </a:lnTo>
                  <a:lnTo>
                    <a:pt x="3928354" y="728859"/>
                  </a:lnTo>
                  <a:lnTo>
                    <a:pt x="3861747" y="697097"/>
                  </a:lnTo>
                  <a:lnTo>
                    <a:pt x="3791854" y="666208"/>
                  </a:lnTo>
                  <a:lnTo>
                    <a:pt x="3755697" y="651095"/>
                  </a:lnTo>
                  <a:lnTo>
                    <a:pt x="3718743" y="636206"/>
                  </a:lnTo>
                  <a:lnTo>
                    <a:pt x="3681002" y="621544"/>
                  </a:lnTo>
                  <a:lnTo>
                    <a:pt x="3642482" y="607110"/>
                  </a:lnTo>
                  <a:lnTo>
                    <a:pt x="3603190" y="592906"/>
                  </a:lnTo>
                  <a:lnTo>
                    <a:pt x="3563137" y="578934"/>
                  </a:lnTo>
                  <a:lnTo>
                    <a:pt x="3522329" y="565197"/>
                  </a:lnTo>
                  <a:lnTo>
                    <a:pt x="3480776" y="551697"/>
                  </a:lnTo>
                  <a:lnTo>
                    <a:pt x="3438486" y="538435"/>
                  </a:lnTo>
                  <a:lnTo>
                    <a:pt x="3395468" y="525413"/>
                  </a:lnTo>
                  <a:lnTo>
                    <a:pt x="3351729" y="512634"/>
                  </a:lnTo>
                  <a:lnTo>
                    <a:pt x="3307278" y="500100"/>
                  </a:lnTo>
                  <a:lnTo>
                    <a:pt x="3262124" y="487813"/>
                  </a:lnTo>
                  <a:lnTo>
                    <a:pt x="3216276" y="475775"/>
                  </a:lnTo>
                  <a:lnTo>
                    <a:pt x="3169740" y="463988"/>
                  </a:lnTo>
                  <a:lnTo>
                    <a:pt x="3122527" y="452453"/>
                  </a:lnTo>
                  <a:lnTo>
                    <a:pt x="3074645" y="441174"/>
                  </a:lnTo>
                  <a:lnTo>
                    <a:pt x="3026101" y="430152"/>
                  </a:lnTo>
                  <a:lnTo>
                    <a:pt x="2976904" y="419388"/>
                  </a:lnTo>
                  <a:lnTo>
                    <a:pt x="2927064" y="408887"/>
                  </a:lnTo>
                  <a:lnTo>
                    <a:pt x="2876587" y="398648"/>
                  </a:lnTo>
                  <a:lnTo>
                    <a:pt x="2825483" y="388675"/>
                  </a:lnTo>
                  <a:lnTo>
                    <a:pt x="2773761" y="378969"/>
                  </a:lnTo>
                  <a:lnTo>
                    <a:pt x="2721428" y="369532"/>
                  </a:lnTo>
                  <a:lnTo>
                    <a:pt x="2668492" y="360368"/>
                  </a:lnTo>
                  <a:lnTo>
                    <a:pt x="2614964" y="351476"/>
                  </a:lnTo>
                  <a:lnTo>
                    <a:pt x="2560850" y="342861"/>
                  </a:lnTo>
                  <a:lnTo>
                    <a:pt x="2506159" y="334523"/>
                  </a:lnTo>
                  <a:lnTo>
                    <a:pt x="2450900" y="326465"/>
                  </a:lnTo>
                  <a:lnTo>
                    <a:pt x="2395081" y="318688"/>
                  </a:lnTo>
                  <a:lnTo>
                    <a:pt x="2338711" y="311196"/>
                  </a:lnTo>
                  <a:lnTo>
                    <a:pt x="2281798" y="303990"/>
                  </a:lnTo>
                  <a:lnTo>
                    <a:pt x="2224350" y="297071"/>
                  </a:lnTo>
                  <a:lnTo>
                    <a:pt x="2166376" y="290443"/>
                  </a:lnTo>
                  <a:lnTo>
                    <a:pt x="2107885" y="284106"/>
                  </a:lnTo>
                  <a:lnTo>
                    <a:pt x="2048884" y="278064"/>
                  </a:lnTo>
                  <a:lnTo>
                    <a:pt x="1989382" y="272319"/>
                  </a:lnTo>
                  <a:lnTo>
                    <a:pt x="1929389" y="266871"/>
                  </a:lnTo>
                  <a:lnTo>
                    <a:pt x="1868911" y="261724"/>
                  </a:lnTo>
                  <a:lnTo>
                    <a:pt x="1807958" y="256879"/>
                  </a:lnTo>
                  <a:lnTo>
                    <a:pt x="1746538" y="252339"/>
                  </a:lnTo>
                  <a:lnTo>
                    <a:pt x="1684659" y="248106"/>
                  </a:lnTo>
                  <a:lnTo>
                    <a:pt x="1622330" y="244181"/>
                  </a:lnTo>
                  <a:lnTo>
                    <a:pt x="1559560" y="240566"/>
                  </a:lnTo>
                  <a:lnTo>
                    <a:pt x="1496356" y="237265"/>
                  </a:lnTo>
                  <a:lnTo>
                    <a:pt x="1432727" y="234278"/>
                  </a:lnTo>
                  <a:lnTo>
                    <a:pt x="1368682" y="231608"/>
                  </a:lnTo>
                  <a:lnTo>
                    <a:pt x="1304229" y="229257"/>
                  </a:lnTo>
                  <a:lnTo>
                    <a:pt x="1239376" y="227227"/>
                  </a:lnTo>
                  <a:lnTo>
                    <a:pt x="1174133" y="225520"/>
                  </a:lnTo>
                  <a:lnTo>
                    <a:pt x="1108507" y="224138"/>
                  </a:lnTo>
                  <a:lnTo>
                    <a:pt x="1042506" y="223084"/>
                  </a:lnTo>
                  <a:lnTo>
                    <a:pt x="976140" y="222358"/>
                  </a:lnTo>
                  <a:lnTo>
                    <a:pt x="909416" y="221964"/>
                  </a:lnTo>
                  <a:lnTo>
                    <a:pt x="842344" y="221903"/>
                  </a:lnTo>
                  <a:lnTo>
                    <a:pt x="774931" y="222178"/>
                  </a:lnTo>
                  <a:lnTo>
                    <a:pt x="707186" y="222790"/>
                  </a:lnTo>
                  <a:lnTo>
                    <a:pt x="639118" y="223741"/>
                  </a:lnTo>
                  <a:lnTo>
                    <a:pt x="570735" y="225034"/>
                  </a:lnTo>
                  <a:lnTo>
                    <a:pt x="502044" y="226671"/>
                  </a:lnTo>
                  <a:lnTo>
                    <a:pt x="433056" y="228654"/>
                  </a:lnTo>
                  <a:lnTo>
                    <a:pt x="363778" y="230984"/>
                  </a:lnTo>
                  <a:lnTo>
                    <a:pt x="294218" y="233664"/>
                  </a:lnTo>
                  <a:lnTo>
                    <a:pt x="224385" y="236696"/>
                  </a:lnTo>
                  <a:lnTo>
                    <a:pt x="154288" y="240082"/>
                  </a:lnTo>
                  <a:lnTo>
                    <a:pt x="83935" y="243824"/>
                  </a:lnTo>
                  <a:lnTo>
                    <a:pt x="13335" y="247924"/>
                  </a:lnTo>
                  <a:lnTo>
                    <a:pt x="0" y="26055"/>
                  </a:lnTo>
                  <a:lnTo>
                    <a:pt x="70597" y="21952"/>
                  </a:lnTo>
                  <a:lnTo>
                    <a:pt x="140946" y="18206"/>
                  </a:lnTo>
                  <a:lnTo>
                    <a:pt x="211040" y="14817"/>
                  </a:lnTo>
                  <a:lnTo>
                    <a:pt x="280869" y="11782"/>
                  </a:lnTo>
                  <a:lnTo>
                    <a:pt x="350426" y="9098"/>
                  </a:lnTo>
                  <a:lnTo>
                    <a:pt x="419701" y="6765"/>
                  </a:lnTo>
                  <a:lnTo>
                    <a:pt x="488687" y="4780"/>
                  </a:lnTo>
                  <a:lnTo>
                    <a:pt x="557374" y="3140"/>
                  </a:lnTo>
                  <a:lnTo>
                    <a:pt x="625755" y="1845"/>
                  </a:lnTo>
                  <a:lnTo>
                    <a:pt x="693821" y="891"/>
                  </a:lnTo>
                  <a:lnTo>
                    <a:pt x="761564" y="276"/>
                  </a:lnTo>
                  <a:lnTo>
                    <a:pt x="828974" y="0"/>
                  </a:lnTo>
                  <a:lnTo>
                    <a:pt x="896045" y="58"/>
                  </a:lnTo>
                  <a:lnTo>
                    <a:pt x="962766" y="450"/>
                  </a:lnTo>
                  <a:lnTo>
                    <a:pt x="1029131" y="1174"/>
                  </a:lnTo>
                  <a:lnTo>
                    <a:pt x="1095129" y="2227"/>
                  </a:lnTo>
                  <a:lnTo>
                    <a:pt x="1160754" y="3607"/>
                  </a:lnTo>
                  <a:lnTo>
                    <a:pt x="1225996" y="5313"/>
                  </a:lnTo>
                  <a:lnTo>
                    <a:pt x="1290847" y="7341"/>
                  </a:lnTo>
                  <a:lnTo>
                    <a:pt x="1355299" y="9691"/>
                  </a:lnTo>
                  <a:lnTo>
                    <a:pt x="1419343" y="12360"/>
                  </a:lnTo>
                  <a:lnTo>
                    <a:pt x="1482970" y="15345"/>
                  </a:lnTo>
                  <a:lnTo>
                    <a:pt x="1546173" y="18646"/>
                  </a:lnTo>
                  <a:lnTo>
                    <a:pt x="1608943" y="22259"/>
                  </a:lnTo>
                  <a:lnTo>
                    <a:pt x="1671271" y="26184"/>
                  </a:lnTo>
                  <a:lnTo>
                    <a:pt x="1733149" y="30417"/>
                  </a:lnTo>
                  <a:lnTo>
                    <a:pt x="1794569" y="34956"/>
                  </a:lnTo>
                  <a:lnTo>
                    <a:pt x="1855521" y="39800"/>
                  </a:lnTo>
                  <a:lnTo>
                    <a:pt x="1915998" y="44947"/>
                  </a:lnTo>
                  <a:lnTo>
                    <a:pt x="1975992" y="50394"/>
                  </a:lnTo>
                  <a:lnTo>
                    <a:pt x="2035493" y="56139"/>
                  </a:lnTo>
                  <a:lnTo>
                    <a:pt x="2094493" y="62181"/>
                  </a:lnTo>
                  <a:lnTo>
                    <a:pt x="2152985" y="68517"/>
                  </a:lnTo>
                  <a:lnTo>
                    <a:pt x="2210958" y="75146"/>
                  </a:lnTo>
                  <a:lnTo>
                    <a:pt x="2268406" y="82064"/>
                  </a:lnTo>
                  <a:lnTo>
                    <a:pt x="2325319" y="89271"/>
                  </a:lnTo>
                  <a:lnTo>
                    <a:pt x="2381690" y="96763"/>
                  </a:lnTo>
                  <a:lnTo>
                    <a:pt x="2437509" y="104540"/>
                  </a:lnTo>
                  <a:lnTo>
                    <a:pt x="2492768" y="112598"/>
                  </a:lnTo>
                  <a:lnTo>
                    <a:pt x="2547459" y="120936"/>
                  </a:lnTo>
                  <a:lnTo>
                    <a:pt x="2601574" y="129552"/>
                  </a:lnTo>
                  <a:lnTo>
                    <a:pt x="2655103" y="138444"/>
                  </a:lnTo>
                  <a:lnTo>
                    <a:pt x="2708039" y="147610"/>
                  </a:lnTo>
                  <a:lnTo>
                    <a:pt x="2760372" y="157046"/>
                  </a:lnTo>
                  <a:lnTo>
                    <a:pt x="2812096" y="166753"/>
                  </a:lnTo>
                  <a:lnTo>
                    <a:pt x="2863200" y="176727"/>
                  </a:lnTo>
                  <a:lnTo>
                    <a:pt x="2913677" y="186966"/>
                  </a:lnTo>
                  <a:lnTo>
                    <a:pt x="2963519" y="197469"/>
                  </a:lnTo>
                  <a:lnTo>
                    <a:pt x="3012716" y="208233"/>
                  </a:lnTo>
                  <a:lnTo>
                    <a:pt x="3061261" y="219256"/>
                  </a:lnTo>
                  <a:lnTo>
                    <a:pt x="3109144" y="230536"/>
                  </a:lnTo>
                  <a:lnTo>
                    <a:pt x="3156358" y="242071"/>
                  </a:lnTo>
                  <a:lnTo>
                    <a:pt x="3202894" y="253860"/>
                  </a:lnTo>
                  <a:lnTo>
                    <a:pt x="3248744" y="265899"/>
                  </a:lnTo>
                  <a:lnTo>
                    <a:pt x="3293899" y="278187"/>
                  </a:lnTo>
                  <a:lnTo>
                    <a:pt x="3338351" y="290722"/>
                  </a:lnTo>
                  <a:lnTo>
                    <a:pt x="3382091" y="303502"/>
                  </a:lnTo>
                  <a:lnTo>
                    <a:pt x="3425110" y="316525"/>
                  </a:lnTo>
                  <a:lnTo>
                    <a:pt x="3467402" y="329788"/>
                  </a:lnTo>
                  <a:lnTo>
                    <a:pt x="3508956" y="343289"/>
                  </a:lnTo>
                  <a:lnTo>
                    <a:pt x="3549764" y="357028"/>
                  </a:lnTo>
                  <a:lnTo>
                    <a:pt x="3589819" y="371000"/>
                  </a:lnTo>
                  <a:lnTo>
                    <a:pt x="3629112" y="385205"/>
                  </a:lnTo>
                  <a:lnTo>
                    <a:pt x="3667633" y="399641"/>
                  </a:lnTo>
                  <a:lnTo>
                    <a:pt x="3705376" y="414304"/>
                  </a:lnTo>
                  <a:lnTo>
                    <a:pt x="3742330" y="429194"/>
                  </a:lnTo>
                  <a:lnTo>
                    <a:pt x="3778489" y="444308"/>
                  </a:lnTo>
                  <a:lnTo>
                    <a:pt x="3813843" y="459644"/>
                  </a:lnTo>
                  <a:lnTo>
                    <a:pt x="3882104" y="490975"/>
                  </a:lnTo>
                  <a:lnTo>
                    <a:pt x="3947045" y="523168"/>
                  </a:lnTo>
                  <a:lnTo>
                    <a:pt x="4008599" y="556209"/>
                  </a:lnTo>
                  <a:lnTo>
                    <a:pt x="4066698" y="590080"/>
                  </a:lnTo>
                  <a:lnTo>
                    <a:pt x="4121276" y="624765"/>
                  </a:lnTo>
                  <a:lnTo>
                    <a:pt x="4172264" y="660248"/>
                  </a:lnTo>
                  <a:lnTo>
                    <a:pt x="4219595" y="696512"/>
                  </a:lnTo>
                  <a:lnTo>
                    <a:pt x="4263201" y="733541"/>
                  </a:lnTo>
                  <a:lnTo>
                    <a:pt x="4303015" y="771317"/>
                  </a:lnTo>
                  <a:lnTo>
                    <a:pt x="4338969" y="809825"/>
                  </a:lnTo>
                  <a:lnTo>
                    <a:pt x="4370996" y="849048"/>
                  </a:lnTo>
                  <a:lnTo>
                    <a:pt x="4399028" y="888970"/>
                  </a:lnTo>
                  <a:lnTo>
                    <a:pt x="4422998" y="929573"/>
                  </a:lnTo>
                  <a:lnTo>
                    <a:pt x="4442838" y="970842"/>
                  </a:lnTo>
                  <a:lnTo>
                    <a:pt x="4458481" y="1012761"/>
                  </a:lnTo>
                  <a:lnTo>
                    <a:pt x="4469859" y="1055311"/>
                  </a:lnTo>
                  <a:lnTo>
                    <a:pt x="4476904" y="1098478"/>
                  </a:lnTo>
                  <a:lnTo>
                    <a:pt x="4492117" y="1342156"/>
                  </a:lnTo>
                  <a:lnTo>
                    <a:pt x="4492890" y="1365259"/>
                  </a:lnTo>
                  <a:lnTo>
                    <a:pt x="4492415" y="1388359"/>
                  </a:lnTo>
                  <a:lnTo>
                    <a:pt x="4487756" y="1434532"/>
                  </a:lnTo>
                  <a:lnTo>
                    <a:pt x="4478212" y="1480644"/>
                  </a:lnTo>
                  <a:lnTo>
                    <a:pt x="4463851" y="1526662"/>
                  </a:lnTo>
                  <a:lnTo>
                    <a:pt x="4444744" y="1572554"/>
                  </a:lnTo>
                  <a:lnTo>
                    <a:pt x="4420963" y="1618289"/>
                  </a:lnTo>
                  <a:lnTo>
                    <a:pt x="4392576" y="1663835"/>
                  </a:lnTo>
                  <a:lnTo>
                    <a:pt x="4359654" y="1709158"/>
                  </a:lnTo>
                  <a:lnTo>
                    <a:pt x="4322269" y="1754228"/>
                  </a:lnTo>
                  <a:lnTo>
                    <a:pt x="4280489" y="1799012"/>
                  </a:lnTo>
                  <a:lnTo>
                    <a:pt x="4234386" y="1843478"/>
                  </a:lnTo>
                  <a:lnTo>
                    <a:pt x="4184029" y="1887593"/>
                  </a:lnTo>
                  <a:lnTo>
                    <a:pt x="4129489" y="1931327"/>
                  </a:lnTo>
                  <a:lnTo>
                    <a:pt x="4070837" y="1974647"/>
                  </a:lnTo>
                  <a:lnTo>
                    <a:pt x="4008143" y="2017521"/>
                  </a:lnTo>
                  <a:lnTo>
                    <a:pt x="3975302" y="2038780"/>
                  </a:lnTo>
                  <a:lnTo>
                    <a:pt x="3941477" y="2059916"/>
                  </a:lnTo>
                  <a:lnTo>
                    <a:pt x="3906676" y="2080924"/>
                  </a:lnTo>
                  <a:lnTo>
                    <a:pt x="3870909" y="2101801"/>
                  </a:lnTo>
                  <a:lnTo>
                    <a:pt x="3834184" y="2122542"/>
                  </a:lnTo>
                  <a:lnTo>
                    <a:pt x="3796510" y="2143144"/>
                  </a:lnTo>
                  <a:lnTo>
                    <a:pt x="3757895" y="2163602"/>
                  </a:lnTo>
                  <a:lnTo>
                    <a:pt x="3718350" y="2183912"/>
                  </a:lnTo>
                  <a:lnTo>
                    <a:pt x="3677881" y="2204071"/>
                  </a:lnTo>
                  <a:lnTo>
                    <a:pt x="3636499" y="2224074"/>
                  </a:lnTo>
                  <a:lnTo>
                    <a:pt x="3594212" y="2243917"/>
                  </a:lnTo>
                  <a:lnTo>
                    <a:pt x="3551029" y="2263597"/>
                  </a:lnTo>
                  <a:lnTo>
                    <a:pt x="3506958" y="2283110"/>
                  </a:lnTo>
                  <a:lnTo>
                    <a:pt x="3462008" y="2302450"/>
                  </a:lnTo>
                  <a:lnTo>
                    <a:pt x="3416189" y="2321615"/>
                  </a:lnTo>
                  <a:lnTo>
                    <a:pt x="3369508" y="2340600"/>
                  </a:lnTo>
                  <a:lnTo>
                    <a:pt x="3321975" y="2359402"/>
                  </a:lnTo>
                  <a:lnTo>
                    <a:pt x="3273599" y="2378016"/>
                  </a:lnTo>
                  <a:lnTo>
                    <a:pt x="3224388" y="2396438"/>
                  </a:lnTo>
                  <a:lnTo>
                    <a:pt x="3174351" y="2414664"/>
                  </a:lnTo>
                  <a:lnTo>
                    <a:pt x="3123497" y="2432691"/>
                  </a:lnTo>
                  <a:lnTo>
                    <a:pt x="3071834" y="2450514"/>
                  </a:lnTo>
                  <a:lnTo>
                    <a:pt x="3019373" y="2468130"/>
                  </a:lnTo>
                  <a:lnTo>
                    <a:pt x="2966120" y="2485533"/>
                  </a:lnTo>
                  <a:lnTo>
                    <a:pt x="2912085" y="2502721"/>
                  </a:lnTo>
                  <a:lnTo>
                    <a:pt x="2857277" y="2519689"/>
                  </a:lnTo>
                  <a:lnTo>
                    <a:pt x="2801705" y="2536434"/>
                  </a:lnTo>
                  <a:lnTo>
                    <a:pt x="2745378" y="2552951"/>
                  </a:lnTo>
                  <a:lnTo>
                    <a:pt x="2688303" y="2569235"/>
                  </a:lnTo>
                  <a:lnTo>
                    <a:pt x="2630491" y="2585285"/>
                  </a:lnTo>
                  <a:lnTo>
                    <a:pt x="2571949" y="2601094"/>
                  </a:lnTo>
                  <a:lnTo>
                    <a:pt x="2512687" y="2616660"/>
                  </a:lnTo>
                  <a:lnTo>
                    <a:pt x="2452714" y="2631977"/>
                  </a:lnTo>
                  <a:lnTo>
                    <a:pt x="2392037" y="2647043"/>
                  </a:lnTo>
                  <a:lnTo>
                    <a:pt x="2330667" y="2661854"/>
                  </a:lnTo>
                  <a:lnTo>
                    <a:pt x="2268611" y="2676404"/>
                  </a:lnTo>
                  <a:lnTo>
                    <a:pt x="2205879" y="2690691"/>
                  </a:lnTo>
                  <a:lnTo>
                    <a:pt x="2142479" y="2704709"/>
                  </a:lnTo>
                  <a:lnTo>
                    <a:pt x="2078420" y="2718456"/>
                  </a:lnTo>
                  <a:lnTo>
                    <a:pt x="2013712" y="2731927"/>
                  </a:lnTo>
                  <a:lnTo>
                    <a:pt x="1948362" y="2745119"/>
                  </a:lnTo>
                  <a:lnTo>
                    <a:pt x="1882380" y="2758026"/>
                  </a:lnTo>
                  <a:lnTo>
                    <a:pt x="1815774" y="2770645"/>
                  </a:lnTo>
                  <a:lnTo>
                    <a:pt x="1748553" y="2782973"/>
                  </a:lnTo>
                  <a:lnTo>
                    <a:pt x="1680726" y="2795005"/>
                  </a:lnTo>
                  <a:lnTo>
                    <a:pt x="1612301" y="2806737"/>
                  </a:lnTo>
                  <a:lnTo>
                    <a:pt x="1543288" y="2818165"/>
                  </a:lnTo>
                  <a:lnTo>
                    <a:pt x="1473696" y="2829285"/>
                  </a:lnTo>
                  <a:lnTo>
                    <a:pt x="1403533" y="2840093"/>
                  </a:lnTo>
                  <a:lnTo>
                    <a:pt x="1332807" y="2850585"/>
                  </a:lnTo>
                  <a:lnTo>
                    <a:pt x="1261528" y="2860757"/>
                  </a:lnTo>
                  <a:lnTo>
                    <a:pt x="1189705" y="2870606"/>
                  </a:lnTo>
                  <a:lnTo>
                    <a:pt x="1117346" y="2880126"/>
                  </a:lnTo>
                  <a:lnTo>
                    <a:pt x="1167002" y="3702159"/>
                  </a:lnTo>
                  <a:lnTo>
                    <a:pt x="171323" y="2857774"/>
                  </a:lnTo>
                  <a:lnTo>
                    <a:pt x="1054100" y="1836313"/>
                  </a:lnTo>
                  <a:lnTo>
                    <a:pt x="1103884" y="2658257"/>
                  </a:lnTo>
                  <a:lnTo>
                    <a:pt x="1175003" y="2648899"/>
                  </a:lnTo>
                  <a:lnTo>
                    <a:pt x="1245620" y="2639221"/>
                  </a:lnTo>
                  <a:lnTo>
                    <a:pt x="1315726" y="2629228"/>
                  </a:lnTo>
                  <a:lnTo>
                    <a:pt x="1385312" y="2618922"/>
                  </a:lnTo>
                  <a:lnTo>
                    <a:pt x="1454369" y="2608308"/>
                  </a:lnTo>
                  <a:lnTo>
                    <a:pt x="1522887" y="2597389"/>
                  </a:lnTo>
                  <a:lnTo>
                    <a:pt x="1590860" y="2586169"/>
                  </a:lnTo>
                  <a:lnTo>
                    <a:pt x="1658276" y="2574653"/>
                  </a:lnTo>
                  <a:lnTo>
                    <a:pt x="1725128" y="2562843"/>
                  </a:lnTo>
                  <a:lnTo>
                    <a:pt x="1791406" y="2550743"/>
                  </a:lnTo>
                  <a:lnTo>
                    <a:pt x="1857102" y="2538358"/>
                  </a:lnTo>
                  <a:lnTo>
                    <a:pt x="1922206" y="2525691"/>
                  </a:lnTo>
                  <a:lnTo>
                    <a:pt x="1986711" y="2512746"/>
                  </a:lnTo>
                  <a:lnTo>
                    <a:pt x="2050606" y="2499526"/>
                  </a:lnTo>
                  <a:lnTo>
                    <a:pt x="2113883" y="2486036"/>
                  </a:lnTo>
                  <a:lnTo>
                    <a:pt x="2176534" y="2472278"/>
                  </a:lnTo>
                  <a:lnTo>
                    <a:pt x="2238548" y="2458258"/>
                  </a:lnTo>
                  <a:lnTo>
                    <a:pt x="2299918" y="2443978"/>
                  </a:lnTo>
                  <a:lnTo>
                    <a:pt x="2360634" y="2429443"/>
                  </a:lnTo>
                  <a:lnTo>
                    <a:pt x="2420687" y="2414656"/>
                  </a:lnTo>
                  <a:lnTo>
                    <a:pt x="2480070" y="2399621"/>
                  </a:lnTo>
                  <a:lnTo>
                    <a:pt x="2538771" y="2384341"/>
                  </a:lnTo>
                  <a:lnTo>
                    <a:pt x="2596784" y="2368821"/>
                  </a:lnTo>
                  <a:lnTo>
                    <a:pt x="2654098" y="2353065"/>
                  </a:lnTo>
                  <a:lnTo>
                    <a:pt x="2710706" y="2337075"/>
                  </a:lnTo>
                  <a:lnTo>
                    <a:pt x="2766597" y="2320856"/>
                  </a:lnTo>
                  <a:lnTo>
                    <a:pt x="2821764" y="2304412"/>
                  </a:lnTo>
                  <a:lnTo>
                    <a:pt x="2876197" y="2287746"/>
                  </a:lnTo>
                  <a:lnTo>
                    <a:pt x="2929887" y="2270862"/>
                  </a:lnTo>
                  <a:lnTo>
                    <a:pt x="2982826" y="2253764"/>
                  </a:lnTo>
                  <a:lnTo>
                    <a:pt x="3035004" y="2236456"/>
                  </a:lnTo>
                  <a:lnTo>
                    <a:pt x="3086413" y="2218941"/>
                  </a:lnTo>
                  <a:lnTo>
                    <a:pt x="3137043" y="2201223"/>
                  </a:lnTo>
                  <a:lnTo>
                    <a:pt x="3186887" y="2183307"/>
                  </a:lnTo>
                  <a:lnTo>
                    <a:pt x="3235934" y="2165195"/>
                  </a:lnTo>
                  <a:lnTo>
                    <a:pt x="3284176" y="2146891"/>
                  </a:lnTo>
                  <a:lnTo>
                    <a:pt x="3331605" y="2128400"/>
                  </a:lnTo>
                  <a:lnTo>
                    <a:pt x="3378211" y="2109725"/>
                  </a:lnTo>
                  <a:lnTo>
                    <a:pt x="3423985" y="2090870"/>
                  </a:lnTo>
                  <a:lnTo>
                    <a:pt x="3468918" y="2071838"/>
                  </a:lnTo>
                  <a:lnTo>
                    <a:pt x="3513002" y="2052634"/>
                  </a:lnTo>
                  <a:lnTo>
                    <a:pt x="3556228" y="2033260"/>
                  </a:lnTo>
                  <a:lnTo>
                    <a:pt x="3598586" y="2013722"/>
                  </a:lnTo>
                  <a:lnTo>
                    <a:pt x="3640069" y="1994022"/>
                  </a:lnTo>
                  <a:lnTo>
                    <a:pt x="3680666" y="1974165"/>
                  </a:lnTo>
                  <a:lnTo>
                    <a:pt x="3720369" y="1954154"/>
                  </a:lnTo>
                  <a:lnTo>
                    <a:pt x="3759169" y="1933992"/>
                  </a:lnTo>
                  <a:lnTo>
                    <a:pt x="3797058" y="1913685"/>
                  </a:lnTo>
                  <a:lnTo>
                    <a:pt x="3834025" y="1893235"/>
                  </a:lnTo>
                  <a:lnTo>
                    <a:pt x="3870063" y="1872646"/>
                  </a:lnTo>
                  <a:lnTo>
                    <a:pt x="3905163" y="1851923"/>
                  </a:lnTo>
                  <a:lnTo>
                    <a:pt x="3939315" y="1831068"/>
                  </a:lnTo>
                  <a:lnTo>
                    <a:pt x="3972511" y="1810086"/>
                  </a:lnTo>
                  <a:lnTo>
                    <a:pt x="4004742" y="1788980"/>
                  </a:lnTo>
                  <a:lnTo>
                    <a:pt x="4066272" y="1746413"/>
                  </a:lnTo>
                  <a:lnTo>
                    <a:pt x="4123835" y="1703396"/>
                  </a:lnTo>
                  <a:lnTo>
                    <a:pt x="4177359" y="1659959"/>
                  </a:lnTo>
                  <a:lnTo>
                    <a:pt x="4226772" y="1616134"/>
                  </a:lnTo>
                  <a:lnTo>
                    <a:pt x="4272005" y="1571950"/>
                  </a:lnTo>
                  <a:lnTo>
                    <a:pt x="4312985" y="1527437"/>
                  </a:lnTo>
                  <a:lnTo>
                    <a:pt x="4349641" y="1482626"/>
                  </a:lnTo>
                  <a:lnTo>
                    <a:pt x="4381902" y="1437546"/>
                  </a:lnTo>
                  <a:lnTo>
                    <a:pt x="4409697" y="1392228"/>
                  </a:lnTo>
                  <a:lnTo>
                    <a:pt x="4432955" y="1346702"/>
                  </a:lnTo>
                  <a:lnTo>
                    <a:pt x="4451604" y="1300998"/>
                  </a:lnTo>
                  <a:lnTo>
                    <a:pt x="4465573" y="1255146"/>
                  </a:lnTo>
                  <a:lnTo>
                    <a:pt x="4470781" y="1232174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98675" y="3096767"/>
            <a:ext cx="7089775" cy="1094740"/>
            <a:chOff x="1598675" y="3096767"/>
            <a:chExt cx="7089775" cy="1094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8675" y="3096767"/>
              <a:ext cx="7089648" cy="10942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4827" y="3116579"/>
              <a:ext cx="3421379" cy="10088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8799" y="3116579"/>
              <a:ext cx="737615" cy="10088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2640" y="3116579"/>
              <a:ext cx="1620012" cy="100888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85338" y="3220973"/>
            <a:ext cx="4117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36545" algn="l"/>
              </a:tabLst>
            </a:pPr>
            <a:r>
              <a:rPr dirty="0"/>
              <a:t>Special</a:t>
            </a:r>
            <a:r>
              <a:rPr spc="10" dirty="0"/>
              <a:t> </a:t>
            </a:r>
            <a:r>
              <a:rPr spc="-20" dirty="0"/>
              <a:t>Literal	</a:t>
            </a:r>
            <a:r>
              <a:rPr dirty="0"/>
              <a:t>-</a:t>
            </a:r>
            <a:r>
              <a:rPr spc="-90" dirty="0"/>
              <a:t> </a:t>
            </a:r>
            <a:r>
              <a:rPr dirty="0"/>
              <a:t>None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46148" y="259079"/>
            <a:ext cx="5857240" cy="1009015"/>
            <a:chOff x="1946148" y="259079"/>
            <a:chExt cx="5857240" cy="1009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6148" y="259079"/>
              <a:ext cx="970788" cy="10088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0548" y="259079"/>
              <a:ext cx="4942332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6023" y="362839"/>
            <a:ext cx="5285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pc="-5" dirty="0"/>
              <a:t>4)	</a:t>
            </a:r>
            <a:r>
              <a:rPr spc="-10" dirty="0"/>
              <a:t>SPECIAL</a:t>
            </a:r>
            <a:r>
              <a:rPr spc="-60" dirty="0"/>
              <a:t> </a:t>
            </a:r>
            <a:r>
              <a:rPr dirty="0"/>
              <a:t>LITERAL</a:t>
            </a:r>
            <a:r>
              <a:rPr spc="-35" dirty="0"/>
              <a:t> </a:t>
            </a:r>
            <a:r>
              <a:rPr dirty="0"/>
              <a:t>NONE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70075" y="2430779"/>
            <a:ext cx="7571740" cy="1728470"/>
            <a:chOff x="1370075" y="2430779"/>
            <a:chExt cx="7571740" cy="17284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8875" y="2430779"/>
              <a:ext cx="1014984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5719" y="2430779"/>
              <a:ext cx="1263396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9452" y="2430779"/>
              <a:ext cx="1324355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25667" y="2430779"/>
              <a:ext cx="697991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63996" y="2430779"/>
              <a:ext cx="1170431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74763" y="2430779"/>
              <a:ext cx="780287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5387" y="2430779"/>
              <a:ext cx="1645920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12975" y="2857499"/>
              <a:ext cx="1671827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99231" y="2857499"/>
              <a:ext cx="772668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3280" y="2857499"/>
              <a:ext cx="1263396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77283" y="2857499"/>
              <a:ext cx="563879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70075" y="3369563"/>
              <a:ext cx="944880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27859" y="3369563"/>
              <a:ext cx="1719072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77540" y="3369563"/>
              <a:ext cx="566927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13275" y="3369563"/>
              <a:ext cx="894588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20768" y="3369563"/>
              <a:ext cx="646176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79847" y="3369563"/>
              <a:ext cx="1261872" cy="78943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579244" y="2511043"/>
            <a:ext cx="7126605" cy="139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14859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None</a:t>
            </a:r>
            <a:r>
              <a:rPr sz="2800" b="1" spc="229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literal</a:t>
            </a:r>
            <a:r>
              <a:rPr sz="2800" b="1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b="1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800" b="1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indicate </a:t>
            </a:r>
            <a:r>
              <a:rPr sz="2800" b="1" spc="-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absence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2755900" algn="l"/>
              </a:tabLst>
            </a:pP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example:	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val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None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31235" y="3816096"/>
            <a:ext cx="5542915" cy="2670175"/>
            <a:chOff x="3031235" y="3816096"/>
            <a:chExt cx="5542915" cy="2670175"/>
          </a:xfrm>
        </p:grpSpPr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70347" y="3998976"/>
              <a:ext cx="3503676" cy="24871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31235" y="3816096"/>
              <a:ext cx="2051304" cy="207873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166236" y="4845939"/>
              <a:ext cx="1854200" cy="949960"/>
            </a:xfrm>
            <a:custGeom>
              <a:avLst/>
              <a:gdLst/>
              <a:ahLst/>
              <a:cxnLst/>
              <a:rect l="l" t="t" r="r" b="b"/>
              <a:pathLst>
                <a:path w="1854200" h="949960">
                  <a:moveTo>
                    <a:pt x="1183639" y="0"/>
                  </a:moveTo>
                  <a:lnTo>
                    <a:pt x="1450213" y="290956"/>
                  </a:lnTo>
                  <a:lnTo>
                    <a:pt x="1393193" y="333436"/>
                  </a:lnTo>
                  <a:lnTo>
                    <a:pt x="1336492" y="374317"/>
                  </a:lnTo>
                  <a:lnTo>
                    <a:pt x="1280160" y="413585"/>
                  </a:lnTo>
                  <a:lnTo>
                    <a:pt x="1224251" y="451222"/>
                  </a:lnTo>
                  <a:lnTo>
                    <a:pt x="1168815" y="487214"/>
                  </a:lnTo>
                  <a:lnTo>
                    <a:pt x="1113904" y="521543"/>
                  </a:lnTo>
                  <a:lnTo>
                    <a:pt x="1059570" y="554194"/>
                  </a:lnTo>
                  <a:lnTo>
                    <a:pt x="1005865" y="585150"/>
                  </a:lnTo>
                  <a:lnTo>
                    <a:pt x="952841" y="614396"/>
                  </a:lnTo>
                  <a:lnTo>
                    <a:pt x="900549" y="641915"/>
                  </a:lnTo>
                  <a:lnTo>
                    <a:pt x="849042" y="667691"/>
                  </a:lnTo>
                  <a:lnTo>
                    <a:pt x="798371" y="691708"/>
                  </a:lnTo>
                  <a:lnTo>
                    <a:pt x="748588" y="713950"/>
                  </a:lnTo>
                  <a:lnTo>
                    <a:pt x="699745" y="734400"/>
                  </a:lnTo>
                  <a:lnTo>
                    <a:pt x="651893" y="753044"/>
                  </a:lnTo>
                  <a:lnTo>
                    <a:pt x="605084" y="769863"/>
                  </a:lnTo>
                  <a:lnTo>
                    <a:pt x="559371" y="784844"/>
                  </a:lnTo>
                  <a:lnTo>
                    <a:pt x="514805" y="797968"/>
                  </a:lnTo>
                  <a:lnTo>
                    <a:pt x="471437" y="809221"/>
                  </a:lnTo>
                  <a:lnTo>
                    <a:pt x="429320" y="818585"/>
                  </a:lnTo>
                  <a:lnTo>
                    <a:pt x="388505" y="826045"/>
                  </a:lnTo>
                  <a:lnTo>
                    <a:pt x="349045" y="831586"/>
                  </a:lnTo>
                  <a:lnTo>
                    <a:pt x="310990" y="835189"/>
                  </a:lnTo>
                  <a:lnTo>
                    <a:pt x="274393" y="836840"/>
                  </a:lnTo>
                  <a:lnTo>
                    <a:pt x="239306" y="836523"/>
                  </a:lnTo>
                  <a:lnTo>
                    <a:pt x="173868" y="829918"/>
                  </a:lnTo>
                  <a:lnTo>
                    <a:pt x="115089" y="815244"/>
                  </a:lnTo>
                  <a:lnTo>
                    <a:pt x="63385" y="792374"/>
                  </a:lnTo>
                  <a:lnTo>
                    <a:pt x="19169" y="761177"/>
                  </a:lnTo>
                  <a:lnTo>
                    <a:pt x="0" y="742416"/>
                  </a:lnTo>
                  <a:lnTo>
                    <a:pt x="103250" y="855179"/>
                  </a:lnTo>
                  <a:lnTo>
                    <a:pt x="143587" y="890587"/>
                  </a:lnTo>
                  <a:lnTo>
                    <a:pt x="191617" y="917605"/>
                  </a:lnTo>
                  <a:lnTo>
                    <a:pt x="246927" y="936361"/>
                  </a:lnTo>
                  <a:lnTo>
                    <a:pt x="309101" y="946984"/>
                  </a:lnTo>
                  <a:lnTo>
                    <a:pt x="377727" y="949604"/>
                  </a:lnTo>
                  <a:lnTo>
                    <a:pt x="414329" y="947953"/>
                  </a:lnTo>
                  <a:lnTo>
                    <a:pt x="452388" y="944349"/>
                  </a:lnTo>
                  <a:lnTo>
                    <a:pt x="491853" y="938809"/>
                  </a:lnTo>
                  <a:lnTo>
                    <a:pt x="532672" y="931349"/>
                  </a:lnTo>
                  <a:lnTo>
                    <a:pt x="574793" y="921985"/>
                  </a:lnTo>
                  <a:lnTo>
                    <a:pt x="618164" y="910733"/>
                  </a:lnTo>
                  <a:lnTo>
                    <a:pt x="662733" y="897609"/>
                  </a:lnTo>
                  <a:lnTo>
                    <a:pt x="708449" y="882629"/>
                  </a:lnTo>
                  <a:lnTo>
                    <a:pt x="755260" y="865809"/>
                  </a:lnTo>
                  <a:lnTo>
                    <a:pt x="803114" y="847166"/>
                  </a:lnTo>
                  <a:lnTo>
                    <a:pt x="851959" y="826716"/>
                  </a:lnTo>
                  <a:lnTo>
                    <a:pt x="901744" y="804474"/>
                  </a:lnTo>
                  <a:lnTo>
                    <a:pt x="952416" y="780458"/>
                  </a:lnTo>
                  <a:lnTo>
                    <a:pt x="1003924" y="754682"/>
                  </a:lnTo>
                  <a:lnTo>
                    <a:pt x="1056217" y="727164"/>
                  </a:lnTo>
                  <a:lnTo>
                    <a:pt x="1109241" y="697919"/>
                  </a:lnTo>
                  <a:lnTo>
                    <a:pt x="1162947" y="666963"/>
                  </a:lnTo>
                  <a:lnTo>
                    <a:pt x="1217281" y="634313"/>
                  </a:lnTo>
                  <a:lnTo>
                    <a:pt x="1272192" y="599985"/>
                  </a:lnTo>
                  <a:lnTo>
                    <a:pt x="1327628" y="563994"/>
                  </a:lnTo>
                  <a:lnTo>
                    <a:pt x="1383538" y="526358"/>
                  </a:lnTo>
                  <a:lnTo>
                    <a:pt x="1439870" y="487091"/>
                  </a:lnTo>
                  <a:lnTo>
                    <a:pt x="1496571" y="446211"/>
                  </a:lnTo>
                  <a:lnTo>
                    <a:pt x="1553590" y="403733"/>
                  </a:lnTo>
                  <a:lnTo>
                    <a:pt x="1820164" y="694563"/>
                  </a:lnTo>
                  <a:lnTo>
                    <a:pt x="1853946" y="53467"/>
                  </a:lnTo>
                  <a:lnTo>
                    <a:pt x="1183639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92370" y="3857625"/>
              <a:ext cx="1076960" cy="1779270"/>
            </a:xfrm>
            <a:custGeom>
              <a:avLst/>
              <a:gdLst/>
              <a:ahLst/>
              <a:cxnLst/>
              <a:rect l="l" t="t" r="r" b="b"/>
              <a:pathLst>
                <a:path w="1076960" h="1779270">
                  <a:moveTo>
                    <a:pt x="973026" y="0"/>
                  </a:moveTo>
                  <a:lnTo>
                    <a:pt x="934456" y="35714"/>
                  </a:lnTo>
                  <a:lnTo>
                    <a:pt x="896302" y="71786"/>
                  </a:lnTo>
                  <a:lnTo>
                    <a:pt x="858601" y="108192"/>
                  </a:lnTo>
                  <a:lnTo>
                    <a:pt x="821388" y="144906"/>
                  </a:lnTo>
                  <a:lnTo>
                    <a:pt x="772332" y="194499"/>
                  </a:lnTo>
                  <a:lnTo>
                    <a:pt x="724608" y="244118"/>
                  </a:lnTo>
                  <a:lnTo>
                    <a:pt x="678234" y="293720"/>
                  </a:lnTo>
                  <a:lnTo>
                    <a:pt x="633227" y="343264"/>
                  </a:lnTo>
                  <a:lnTo>
                    <a:pt x="589606" y="392708"/>
                  </a:lnTo>
                  <a:lnTo>
                    <a:pt x="547388" y="442008"/>
                  </a:lnTo>
                  <a:lnTo>
                    <a:pt x="506591" y="491123"/>
                  </a:lnTo>
                  <a:lnTo>
                    <a:pt x="467233" y="540010"/>
                  </a:lnTo>
                  <a:lnTo>
                    <a:pt x="429331" y="588627"/>
                  </a:lnTo>
                  <a:lnTo>
                    <a:pt x="392904" y="636932"/>
                  </a:lnTo>
                  <a:lnTo>
                    <a:pt x="357968" y="684882"/>
                  </a:lnTo>
                  <a:lnTo>
                    <a:pt x="324543" y="732436"/>
                  </a:lnTo>
                  <a:lnTo>
                    <a:pt x="292645" y="779550"/>
                  </a:lnTo>
                  <a:lnTo>
                    <a:pt x="262293" y="826183"/>
                  </a:lnTo>
                  <a:lnTo>
                    <a:pt x="233504" y="872292"/>
                  </a:lnTo>
                  <a:lnTo>
                    <a:pt x="206296" y="917835"/>
                  </a:lnTo>
                  <a:lnTo>
                    <a:pt x="180687" y="962770"/>
                  </a:lnTo>
                  <a:lnTo>
                    <a:pt x="156694" y="1007054"/>
                  </a:lnTo>
                  <a:lnTo>
                    <a:pt x="134336" y="1050645"/>
                  </a:lnTo>
                  <a:lnTo>
                    <a:pt x="113631" y="1093501"/>
                  </a:lnTo>
                  <a:lnTo>
                    <a:pt x="94595" y="1135579"/>
                  </a:lnTo>
                  <a:lnTo>
                    <a:pt x="77247" y="1176838"/>
                  </a:lnTo>
                  <a:lnTo>
                    <a:pt x="61604" y="1217234"/>
                  </a:lnTo>
                  <a:lnTo>
                    <a:pt x="47685" y="1256726"/>
                  </a:lnTo>
                  <a:lnTo>
                    <a:pt x="35507" y="1295272"/>
                  </a:lnTo>
                  <a:lnTo>
                    <a:pt x="25088" y="1332828"/>
                  </a:lnTo>
                  <a:lnTo>
                    <a:pt x="9598" y="1404804"/>
                  </a:lnTo>
                  <a:lnTo>
                    <a:pt x="1357" y="1472317"/>
                  </a:lnTo>
                  <a:lnTo>
                    <a:pt x="0" y="1504293"/>
                  </a:lnTo>
                  <a:lnTo>
                    <a:pt x="508" y="1535027"/>
                  </a:lnTo>
                  <a:lnTo>
                    <a:pt x="7192" y="1592597"/>
                  </a:lnTo>
                  <a:lnTo>
                    <a:pt x="21552" y="1644689"/>
                  </a:lnTo>
                  <a:lnTo>
                    <a:pt x="43731" y="1690963"/>
                  </a:lnTo>
                  <a:lnTo>
                    <a:pt x="73871" y="1731081"/>
                  </a:lnTo>
                  <a:lnTo>
                    <a:pt x="112114" y="1764706"/>
                  </a:lnTo>
                  <a:lnTo>
                    <a:pt x="134318" y="1778977"/>
                  </a:lnTo>
                  <a:lnTo>
                    <a:pt x="124376" y="1754816"/>
                  </a:lnTo>
                  <a:lnTo>
                    <a:pt x="116389" y="1729284"/>
                  </a:lnTo>
                  <a:lnTo>
                    <a:pt x="110334" y="1702422"/>
                  </a:lnTo>
                  <a:lnTo>
                    <a:pt x="106188" y="1674273"/>
                  </a:lnTo>
                  <a:lnTo>
                    <a:pt x="103925" y="1644880"/>
                  </a:lnTo>
                  <a:lnTo>
                    <a:pt x="103523" y="1614283"/>
                  </a:lnTo>
                  <a:lnTo>
                    <a:pt x="104958" y="1582525"/>
                  </a:lnTo>
                  <a:lnTo>
                    <a:pt x="113242" y="1515695"/>
                  </a:lnTo>
                  <a:lnTo>
                    <a:pt x="128586" y="1444728"/>
                  </a:lnTo>
                  <a:lnTo>
                    <a:pt x="138847" y="1407798"/>
                  </a:lnTo>
                  <a:lnTo>
                    <a:pt x="150801" y="1369960"/>
                  </a:lnTo>
                  <a:lnTo>
                    <a:pt x="164424" y="1331255"/>
                  </a:lnTo>
                  <a:lnTo>
                    <a:pt x="179694" y="1291727"/>
                  </a:lnTo>
                  <a:lnTo>
                    <a:pt x="196586" y="1251417"/>
                  </a:lnTo>
                  <a:lnTo>
                    <a:pt x="215077" y="1210367"/>
                  </a:lnTo>
                  <a:lnTo>
                    <a:pt x="235142" y="1168620"/>
                  </a:lnTo>
                  <a:lnTo>
                    <a:pt x="256757" y="1126217"/>
                  </a:lnTo>
                  <a:lnTo>
                    <a:pt x="279900" y="1083201"/>
                  </a:lnTo>
                  <a:lnTo>
                    <a:pt x="304545" y="1039614"/>
                  </a:lnTo>
                  <a:lnTo>
                    <a:pt x="330670" y="995498"/>
                  </a:lnTo>
                  <a:lnTo>
                    <a:pt x="358250" y="950895"/>
                  </a:lnTo>
                  <a:lnTo>
                    <a:pt x="387262" y="905847"/>
                  </a:lnTo>
                  <a:lnTo>
                    <a:pt x="417681" y="860396"/>
                  </a:lnTo>
                  <a:lnTo>
                    <a:pt x="449485" y="814584"/>
                  </a:lnTo>
                  <a:lnTo>
                    <a:pt x="482648" y="768454"/>
                  </a:lnTo>
                  <a:lnTo>
                    <a:pt x="517148" y="722048"/>
                  </a:lnTo>
                  <a:lnTo>
                    <a:pt x="552960" y="675407"/>
                  </a:lnTo>
                  <a:lnTo>
                    <a:pt x="590061" y="628574"/>
                  </a:lnTo>
                  <a:lnTo>
                    <a:pt x="628426" y="581591"/>
                  </a:lnTo>
                  <a:lnTo>
                    <a:pt x="668033" y="534501"/>
                  </a:lnTo>
                  <a:lnTo>
                    <a:pt x="708857" y="487344"/>
                  </a:lnTo>
                  <a:lnTo>
                    <a:pt x="750874" y="440164"/>
                  </a:lnTo>
                  <a:lnTo>
                    <a:pt x="794060" y="393002"/>
                  </a:lnTo>
                  <a:lnTo>
                    <a:pt x="838392" y="345900"/>
                  </a:lnTo>
                  <a:lnTo>
                    <a:pt x="883846" y="298902"/>
                  </a:lnTo>
                  <a:lnTo>
                    <a:pt x="930398" y="252048"/>
                  </a:lnTo>
                  <a:lnTo>
                    <a:pt x="978024" y="205381"/>
                  </a:lnTo>
                  <a:lnTo>
                    <a:pt x="1026701" y="158942"/>
                  </a:lnTo>
                  <a:lnTo>
                    <a:pt x="1076404" y="112775"/>
                  </a:lnTo>
                  <a:lnTo>
                    <a:pt x="973026" y="0"/>
                  </a:lnTo>
                  <a:close/>
                </a:path>
              </a:pathLst>
            </a:custGeom>
            <a:solidFill>
              <a:srgbClr val="7C95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3092376" y="3857625"/>
            <a:ext cx="1927860" cy="1938020"/>
          </a:xfrm>
          <a:custGeom>
            <a:avLst/>
            <a:gdLst/>
            <a:ahLst/>
            <a:cxnLst/>
            <a:rect l="l" t="t" r="r" b="b"/>
            <a:pathLst>
              <a:path w="1927860" h="1938020">
                <a:moveTo>
                  <a:pt x="73860" y="1730730"/>
                </a:moveTo>
                <a:lnTo>
                  <a:pt x="114175" y="1766138"/>
                </a:lnTo>
                <a:lnTo>
                  <a:pt x="162187" y="1793156"/>
                </a:lnTo>
                <a:lnTo>
                  <a:pt x="217480" y="1811912"/>
                </a:lnTo>
                <a:lnTo>
                  <a:pt x="279640" y="1822535"/>
                </a:lnTo>
                <a:lnTo>
                  <a:pt x="348253" y="1825154"/>
                </a:lnTo>
                <a:lnTo>
                  <a:pt x="384850" y="1823503"/>
                </a:lnTo>
                <a:lnTo>
                  <a:pt x="422905" y="1819900"/>
                </a:lnTo>
                <a:lnTo>
                  <a:pt x="462365" y="1814359"/>
                </a:lnTo>
                <a:lnTo>
                  <a:pt x="503180" y="1806899"/>
                </a:lnTo>
                <a:lnTo>
                  <a:pt x="545297" y="1797535"/>
                </a:lnTo>
                <a:lnTo>
                  <a:pt x="588665" y="1786282"/>
                </a:lnTo>
                <a:lnTo>
                  <a:pt x="633231" y="1773158"/>
                </a:lnTo>
                <a:lnTo>
                  <a:pt x="678944" y="1758177"/>
                </a:lnTo>
                <a:lnTo>
                  <a:pt x="725753" y="1741358"/>
                </a:lnTo>
                <a:lnTo>
                  <a:pt x="773605" y="1722714"/>
                </a:lnTo>
                <a:lnTo>
                  <a:pt x="822448" y="1702264"/>
                </a:lnTo>
                <a:lnTo>
                  <a:pt x="872231" y="1680022"/>
                </a:lnTo>
                <a:lnTo>
                  <a:pt x="922902" y="1656005"/>
                </a:lnTo>
                <a:lnTo>
                  <a:pt x="974410" y="1630229"/>
                </a:lnTo>
                <a:lnTo>
                  <a:pt x="1026701" y="1602710"/>
                </a:lnTo>
                <a:lnTo>
                  <a:pt x="1079725" y="1573464"/>
                </a:lnTo>
                <a:lnTo>
                  <a:pt x="1133430" y="1542508"/>
                </a:lnTo>
                <a:lnTo>
                  <a:pt x="1187764" y="1509857"/>
                </a:lnTo>
                <a:lnTo>
                  <a:pt x="1242675" y="1475528"/>
                </a:lnTo>
                <a:lnTo>
                  <a:pt x="1298111" y="1439536"/>
                </a:lnTo>
                <a:lnTo>
                  <a:pt x="1354020" y="1401899"/>
                </a:lnTo>
                <a:lnTo>
                  <a:pt x="1410352" y="1362631"/>
                </a:lnTo>
                <a:lnTo>
                  <a:pt x="1467053" y="1321750"/>
                </a:lnTo>
                <a:lnTo>
                  <a:pt x="1524073" y="1279270"/>
                </a:lnTo>
                <a:lnTo>
                  <a:pt x="1257500" y="988313"/>
                </a:lnTo>
                <a:lnTo>
                  <a:pt x="1927806" y="1041781"/>
                </a:lnTo>
                <a:lnTo>
                  <a:pt x="1894024" y="1682877"/>
                </a:lnTo>
                <a:lnTo>
                  <a:pt x="1627451" y="1392047"/>
                </a:lnTo>
                <a:lnTo>
                  <a:pt x="1570431" y="1434525"/>
                </a:lnTo>
                <a:lnTo>
                  <a:pt x="1513730" y="1475405"/>
                </a:lnTo>
                <a:lnTo>
                  <a:pt x="1457398" y="1514672"/>
                </a:lnTo>
                <a:lnTo>
                  <a:pt x="1401489" y="1552308"/>
                </a:lnTo>
                <a:lnTo>
                  <a:pt x="1346052" y="1588299"/>
                </a:lnTo>
                <a:lnTo>
                  <a:pt x="1291141" y="1622627"/>
                </a:lnTo>
                <a:lnTo>
                  <a:pt x="1236807" y="1655277"/>
                </a:lnTo>
                <a:lnTo>
                  <a:pt x="1183102" y="1686233"/>
                </a:lnTo>
                <a:lnTo>
                  <a:pt x="1130077" y="1715478"/>
                </a:lnTo>
                <a:lnTo>
                  <a:pt x="1077784" y="1742996"/>
                </a:lnTo>
                <a:lnTo>
                  <a:pt x="1026276" y="1768772"/>
                </a:lnTo>
                <a:lnTo>
                  <a:pt x="975604" y="1792788"/>
                </a:lnTo>
                <a:lnTo>
                  <a:pt x="925819" y="1815030"/>
                </a:lnTo>
                <a:lnTo>
                  <a:pt x="876974" y="1835480"/>
                </a:lnTo>
                <a:lnTo>
                  <a:pt x="829120" y="1854123"/>
                </a:lnTo>
                <a:lnTo>
                  <a:pt x="782309" y="1870943"/>
                </a:lnTo>
                <a:lnTo>
                  <a:pt x="736593" y="1885923"/>
                </a:lnTo>
                <a:lnTo>
                  <a:pt x="692024" y="1899047"/>
                </a:lnTo>
                <a:lnTo>
                  <a:pt x="648653" y="1910299"/>
                </a:lnTo>
                <a:lnTo>
                  <a:pt x="606532" y="1919663"/>
                </a:lnTo>
                <a:lnTo>
                  <a:pt x="565713" y="1927123"/>
                </a:lnTo>
                <a:lnTo>
                  <a:pt x="526248" y="1932663"/>
                </a:lnTo>
                <a:lnTo>
                  <a:pt x="488189" y="1936267"/>
                </a:lnTo>
                <a:lnTo>
                  <a:pt x="451587" y="1937918"/>
                </a:lnTo>
                <a:lnTo>
                  <a:pt x="416494" y="1937601"/>
                </a:lnTo>
                <a:lnTo>
                  <a:pt x="351042" y="1930995"/>
                </a:lnTo>
                <a:lnTo>
                  <a:pt x="292248" y="1916322"/>
                </a:lnTo>
                <a:lnTo>
                  <a:pt x="240527" y="1893451"/>
                </a:lnTo>
                <a:lnTo>
                  <a:pt x="196291" y="1862254"/>
                </a:lnTo>
                <a:lnTo>
                  <a:pt x="73860" y="1730730"/>
                </a:lnTo>
                <a:lnTo>
                  <a:pt x="43859" y="1690561"/>
                </a:lnTo>
                <a:lnTo>
                  <a:pt x="21768" y="1644494"/>
                </a:lnTo>
                <a:lnTo>
                  <a:pt x="7411" y="1592865"/>
                </a:lnTo>
                <a:lnTo>
                  <a:pt x="616" y="1536008"/>
                </a:lnTo>
                <a:lnTo>
                  <a:pt x="0" y="1505723"/>
                </a:lnTo>
                <a:lnTo>
                  <a:pt x="1208" y="1474257"/>
                </a:lnTo>
                <a:lnTo>
                  <a:pt x="9013" y="1407947"/>
                </a:lnTo>
                <a:lnTo>
                  <a:pt x="23858" y="1337414"/>
                </a:lnTo>
                <a:lnTo>
                  <a:pt x="45569" y="1262990"/>
                </a:lnTo>
                <a:lnTo>
                  <a:pt x="58944" y="1224424"/>
                </a:lnTo>
                <a:lnTo>
                  <a:pt x="73971" y="1185011"/>
                </a:lnTo>
                <a:lnTo>
                  <a:pt x="90627" y="1144793"/>
                </a:lnTo>
                <a:lnTo>
                  <a:pt x="108891" y="1103812"/>
                </a:lnTo>
                <a:lnTo>
                  <a:pt x="128741" y="1062109"/>
                </a:lnTo>
                <a:lnTo>
                  <a:pt x="150155" y="1019727"/>
                </a:lnTo>
                <a:lnTo>
                  <a:pt x="173111" y="976707"/>
                </a:lnTo>
                <a:lnTo>
                  <a:pt x="197589" y="933090"/>
                </a:lnTo>
                <a:lnTo>
                  <a:pt x="223565" y="888920"/>
                </a:lnTo>
                <a:lnTo>
                  <a:pt x="251019" y="844237"/>
                </a:lnTo>
                <a:lnTo>
                  <a:pt x="279928" y="799083"/>
                </a:lnTo>
                <a:lnTo>
                  <a:pt x="310271" y="753501"/>
                </a:lnTo>
                <a:lnTo>
                  <a:pt x="342026" y="707532"/>
                </a:lnTo>
                <a:lnTo>
                  <a:pt x="375171" y="661217"/>
                </a:lnTo>
                <a:lnTo>
                  <a:pt x="409685" y="614600"/>
                </a:lnTo>
                <a:lnTo>
                  <a:pt x="445546" y="567720"/>
                </a:lnTo>
                <a:lnTo>
                  <a:pt x="482732" y="520622"/>
                </a:lnTo>
                <a:lnTo>
                  <a:pt x="521222" y="473345"/>
                </a:lnTo>
                <a:lnTo>
                  <a:pt x="560993" y="425933"/>
                </a:lnTo>
                <a:lnTo>
                  <a:pt x="602024" y="378426"/>
                </a:lnTo>
                <a:lnTo>
                  <a:pt x="644293" y="330867"/>
                </a:lnTo>
                <a:lnTo>
                  <a:pt x="687778" y="283297"/>
                </a:lnTo>
                <a:lnTo>
                  <a:pt x="732458" y="235759"/>
                </a:lnTo>
                <a:lnTo>
                  <a:pt x="778312" y="188293"/>
                </a:lnTo>
                <a:lnTo>
                  <a:pt x="825316" y="140943"/>
                </a:lnTo>
                <a:lnTo>
                  <a:pt x="873450" y="93749"/>
                </a:lnTo>
                <a:lnTo>
                  <a:pt x="922692" y="46754"/>
                </a:lnTo>
                <a:lnTo>
                  <a:pt x="973020" y="0"/>
                </a:lnTo>
                <a:lnTo>
                  <a:pt x="1076398" y="112775"/>
                </a:lnTo>
                <a:lnTo>
                  <a:pt x="1026695" y="158942"/>
                </a:lnTo>
                <a:lnTo>
                  <a:pt x="978018" y="205381"/>
                </a:lnTo>
                <a:lnTo>
                  <a:pt x="930392" y="252048"/>
                </a:lnTo>
                <a:lnTo>
                  <a:pt x="883840" y="298902"/>
                </a:lnTo>
                <a:lnTo>
                  <a:pt x="838386" y="345900"/>
                </a:lnTo>
                <a:lnTo>
                  <a:pt x="794054" y="393002"/>
                </a:lnTo>
                <a:lnTo>
                  <a:pt x="750867" y="440164"/>
                </a:lnTo>
                <a:lnTo>
                  <a:pt x="708850" y="487344"/>
                </a:lnTo>
                <a:lnTo>
                  <a:pt x="668027" y="534501"/>
                </a:lnTo>
                <a:lnTo>
                  <a:pt x="628420" y="581591"/>
                </a:lnTo>
                <a:lnTo>
                  <a:pt x="590055" y="628574"/>
                </a:lnTo>
                <a:lnTo>
                  <a:pt x="552954" y="675407"/>
                </a:lnTo>
                <a:lnTo>
                  <a:pt x="517142" y="722048"/>
                </a:lnTo>
                <a:lnTo>
                  <a:pt x="482642" y="768454"/>
                </a:lnTo>
                <a:lnTo>
                  <a:pt x="449478" y="814584"/>
                </a:lnTo>
                <a:lnTo>
                  <a:pt x="417675" y="860396"/>
                </a:lnTo>
                <a:lnTo>
                  <a:pt x="387256" y="905847"/>
                </a:lnTo>
                <a:lnTo>
                  <a:pt x="358244" y="950895"/>
                </a:lnTo>
                <a:lnTo>
                  <a:pt x="330664" y="995498"/>
                </a:lnTo>
                <a:lnTo>
                  <a:pt x="304539" y="1039614"/>
                </a:lnTo>
                <a:lnTo>
                  <a:pt x="279893" y="1083201"/>
                </a:lnTo>
                <a:lnTo>
                  <a:pt x="256751" y="1126217"/>
                </a:lnTo>
                <a:lnTo>
                  <a:pt x="235135" y="1168620"/>
                </a:lnTo>
                <a:lnTo>
                  <a:pt x="215070" y="1210367"/>
                </a:lnTo>
                <a:lnTo>
                  <a:pt x="196580" y="1251417"/>
                </a:lnTo>
                <a:lnTo>
                  <a:pt x="179688" y="1291727"/>
                </a:lnTo>
                <a:lnTo>
                  <a:pt x="164418" y="1331255"/>
                </a:lnTo>
                <a:lnTo>
                  <a:pt x="150794" y="1369960"/>
                </a:lnTo>
                <a:lnTo>
                  <a:pt x="138840" y="1407798"/>
                </a:lnTo>
                <a:lnTo>
                  <a:pt x="128580" y="1444728"/>
                </a:lnTo>
                <a:lnTo>
                  <a:pt x="113236" y="1515695"/>
                </a:lnTo>
                <a:lnTo>
                  <a:pt x="104952" y="1582525"/>
                </a:lnTo>
                <a:lnTo>
                  <a:pt x="103517" y="1614283"/>
                </a:lnTo>
                <a:lnTo>
                  <a:pt x="103919" y="1644880"/>
                </a:lnTo>
                <a:lnTo>
                  <a:pt x="106181" y="1674273"/>
                </a:lnTo>
                <a:lnTo>
                  <a:pt x="110328" y="1702422"/>
                </a:lnTo>
                <a:lnTo>
                  <a:pt x="116383" y="1729284"/>
                </a:lnTo>
                <a:lnTo>
                  <a:pt x="124369" y="1754816"/>
                </a:lnTo>
                <a:lnTo>
                  <a:pt x="134312" y="1778977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13560" y="3025139"/>
            <a:ext cx="6659880" cy="1094740"/>
            <a:chOff x="1813560" y="3025139"/>
            <a:chExt cx="6659880" cy="1094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3560" y="3025139"/>
              <a:ext cx="6659880" cy="10942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6727" y="3044951"/>
              <a:ext cx="4767072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046602" y="3149600"/>
            <a:ext cx="4196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LITERAL</a:t>
            </a:r>
            <a:r>
              <a:rPr sz="36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00"/>
                </a:solidFill>
                <a:latin typeface="Calibri"/>
                <a:cs typeface="Calibri"/>
              </a:rPr>
              <a:t>COLLECTIONS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33016" y="259079"/>
            <a:ext cx="5681980" cy="1009015"/>
            <a:chOff x="2033016" y="259079"/>
            <a:chExt cx="5681980" cy="10090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3016" y="259079"/>
              <a:ext cx="1075944" cy="10088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7416" y="259079"/>
              <a:ext cx="4767072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02891" y="362839"/>
            <a:ext cx="5108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7100" algn="l"/>
              </a:tabLst>
            </a:pPr>
            <a:r>
              <a:rPr dirty="0"/>
              <a:t>5)	LITERAL</a:t>
            </a:r>
            <a:r>
              <a:rPr spc="-65" dirty="0"/>
              <a:t> </a:t>
            </a:r>
            <a:r>
              <a:rPr spc="-10" dirty="0"/>
              <a:t>COLLECTIONS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712976" y="2074164"/>
            <a:ext cx="7228840" cy="1216660"/>
            <a:chOff x="1712976" y="2074164"/>
            <a:chExt cx="7228840" cy="12166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8876" y="2074164"/>
              <a:ext cx="1525524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8076" y="2074164"/>
              <a:ext cx="1764792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6544" y="2074164"/>
              <a:ext cx="1325879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6100" y="2074164"/>
              <a:ext cx="2045207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2976" y="2500884"/>
              <a:ext cx="1063752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89632" y="2500884"/>
              <a:ext cx="1141475" cy="78943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40964" y="2500884"/>
              <a:ext cx="786384" cy="7894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40252" y="2500884"/>
              <a:ext cx="1239012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92168" y="2500884"/>
              <a:ext cx="1025651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30723" y="2500884"/>
              <a:ext cx="1045463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89091" y="2500884"/>
              <a:ext cx="658367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78067" y="2500884"/>
              <a:ext cx="912876" cy="789432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712976" y="3525011"/>
            <a:ext cx="7228840" cy="1643380"/>
            <a:chOff x="1712976" y="3525011"/>
            <a:chExt cx="7228840" cy="1643380"/>
          </a:xfrm>
        </p:grpSpPr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84476" y="3525011"/>
              <a:ext cx="687324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06040" y="3525011"/>
              <a:ext cx="995172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35452" y="3525011"/>
              <a:ext cx="839724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09416" y="3525011"/>
              <a:ext cx="780288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23944" y="3525011"/>
              <a:ext cx="1711452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69635" y="3525011"/>
              <a:ext cx="780288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84164" y="3525011"/>
              <a:ext cx="1510284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8688" y="3525011"/>
              <a:ext cx="786383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449311" y="3525011"/>
              <a:ext cx="909827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993379" y="3525011"/>
              <a:ext cx="947927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12976" y="3951731"/>
              <a:ext cx="746760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71116" y="3951731"/>
              <a:ext cx="963168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45664" y="3951731"/>
              <a:ext cx="2019300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76344" y="3951731"/>
              <a:ext cx="2183892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73140" y="3951731"/>
              <a:ext cx="1735836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421879" y="3951731"/>
              <a:ext cx="909827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943088" y="3951731"/>
              <a:ext cx="998220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12976" y="4378451"/>
              <a:ext cx="1275588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602992" y="4378451"/>
              <a:ext cx="1321308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40252" y="4378451"/>
              <a:ext cx="2042160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113020" y="4378451"/>
              <a:ext cx="563879" cy="789432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922145" y="2153792"/>
            <a:ext cx="6784975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indent="1485900">
              <a:lnSpc>
                <a:spcPct val="100000"/>
              </a:lnSpc>
              <a:spcBef>
                <a:spcPts val="95"/>
              </a:spcBef>
              <a:tabLst>
                <a:tab pos="2717800" algn="l"/>
                <a:tab pos="4176395" algn="l"/>
                <a:tab pos="5196205" algn="l"/>
              </a:tabLst>
            </a:pP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thon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supports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5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ll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tio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  also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such as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tuple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lists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..etc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>
              <a:latin typeface="Calibri"/>
              <a:cs typeface="Calibri"/>
            </a:endParaRPr>
          </a:p>
          <a:p>
            <a:pPr marL="12700" marR="5080" indent="571500" algn="just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will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 complex to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discuss as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we are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 the beginning,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subsequent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chapters we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will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cover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literal</a:t>
            </a:r>
            <a:r>
              <a:rPr sz="28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collections.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5292" y="2955035"/>
            <a:ext cx="6162040" cy="1092835"/>
            <a:chOff x="1955292" y="2955035"/>
            <a:chExt cx="6162040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5292" y="2955035"/>
              <a:ext cx="6161532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376" y="2973323"/>
              <a:ext cx="3323844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60394" y="3077971"/>
            <a:ext cx="2752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65" dirty="0"/>
              <a:t> </a:t>
            </a:r>
            <a:r>
              <a:rPr spc="-50" dirty="0"/>
              <a:t>OPERATORS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1191" y="259079"/>
            <a:ext cx="2866643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11321" y="362839"/>
            <a:ext cx="2294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OPERATORS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70075" y="1074419"/>
            <a:ext cx="5219700" cy="1301750"/>
            <a:chOff x="1370075" y="1074419"/>
            <a:chExt cx="5219700" cy="13017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075" y="1074419"/>
              <a:ext cx="1277112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0091" y="1074419"/>
              <a:ext cx="697992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9463" y="1074419"/>
              <a:ext cx="835151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17519" y="1074419"/>
              <a:ext cx="1921763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2975" y="1586483"/>
              <a:ext cx="1946148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74719" y="1586483"/>
              <a:ext cx="947927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38243" y="1586483"/>
              <a:ext cx="1453896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07735" y="1586483"/>
              <a:ext cx="1082039" cy="789432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79244" y="1067460"/>
            <a:ext cx="4774565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an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operator?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75"/>
              </a:spcBef>
              <a:tabLst>
                <a:tab pos="2117090" algn="l"/>
                <a:tab pos="2880995" algn="l"/>
                <a:tab pos="4150360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Ope</a:t>
            </a:r>
            <a:r>
              <a:rPr sz="2800" b="1" spc="-6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a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70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405371" y="1586483"/>
            <a:ext cx="2536190" cy="789940"/>
            <a:chOff x="6405371" y="1586483"/>
            <a:chExt cx="2536190" cy="789940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5371" y="1586483"/>
              <a:ext cx="1449324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71815" y="1586483"/>
              <a:ext cx="1269492" cy="78943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615176" y="1665477"/>
            <a:ext cx="2092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78890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tr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70075" y="2013204"/>
            <a:ext cx="6802120" cy="1594485"/>
            <a:chOff x="1370075" y="2013204"/>
            <a:chExt cx="6802120" cy="1594485"/>
          </a:xfrm>
        </p:grpSpPr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12975" y="2013204"/>
              <a:ext cx="2362200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86555" y="2013204"/>
              <a:ext cx="1293876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93336" y="2013204"/>
              <a:ext cx="1568196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75960" y="2013204"/>
              <a:ext cx="780288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67628" y="2013204"/>
              <a:ext cx="644651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25184" y="2013204"/>
              <a:ext cx="1652015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07808" y="2013204"/>
              <a:ext cx="563879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70075" y="2817876"/>
              <a:ext cx="754380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37359" y="2817876"/>
              <a:ext cx="1304544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56331" y="2817876"/>
              <a:ext cx="909828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79063" y="2817876"/>
              <a:ext cx="1278636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70603" y="2817876"/>
              <a:ext cx="746760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428743" y="2817876"/>
              <a:ext cx="961644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03291" y="2817876"/>
              <a:ext cx="1118615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36335" y="2817876"/>
              <a:ext cx="1566671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33616" y="2817876"/>
              <a:ext cx="563879" cy="78943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579244" y="2092579"/>
            <a:ext cx="6358890" cy="1256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computation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applied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variable.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In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detail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we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study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in the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next</a:t>
            </a:r>
            <a:r>
              <a:rPr sz="2800" b="1" spc="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40" dirty="0">
                <a:solidFill>
                  <a:srgbClr val="FFFF00"/>
                </a:solidFill>
                <a:latin typeface="Calibri"/>
                <a:cs typeface="Calibri"/>
              </a:rPr>
              <a:t>chapter.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70304" y="3311652"/>
            <a:ext cx="6731634" cy="1092835"/>
            <a:chOff x="1670304" y="3311652"/>
            <a:chExt cx="6731634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304" y="3311652"/>
              <a:ext cx="6731508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5912" y="3329940"/>
              <a:ext cx="3892295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76421" y="3435222"/>
            <a:ext cx="3319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1EB00"/>
                </a:solidFill>
              </a:rPr>
              <a:t>5.</a:t>
            </a:r>
            <a:r>
              <a:rPr spc="-50" dirty="0">
                <a:solidFill>
                  <a:srgbClr val="F1EB00"/>
                </a:solidFill>
              </a:rPr>
              <a:t> PUNCTUATORS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6204" y="259079"/>
            <a:ext cx="3435096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26333" y="362839"/>
            <a:ext cx="28619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1EB00"/>
                </a:solidFill>
              </a:rPr>
              <a:t>PUNCTUATORS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70075" y="1388363"/>
            <a:ext cx="6550659" cy="1472565"/>
            <a:chOff x="1370075" y="1388363"/>
            <a:chExt cx="6550659" cy="14725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075" y="1388363"/>
              <a:ext cx="6550152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0075" y="2071115"/>
              <a:ext cx="6364224" cy="7894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79244" y="1467358"/>
            <a:ext cx="6021705" cy="1134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Punctuators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separators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The Followings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used as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punctuators: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70075" y="2753867"/>
            <a:ext cx="4323715" cy="3179445"/>
            <a:chOff x="1370075" y="2753867"/>
            <a:chExt cx="4323715" cy="317944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0075" y="2753867"/>
              <a:ext cx="1798320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13275" y="2753867"/>
              <a:ext cx="585215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08447" y="2753867"/>
              <a:ext cx="585215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0075" y="3095243"/>
              <a:ext cx="2354579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08447" y="3095243"/>
              <a:ext cx="580644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70075" y="3436619"/>
              <a:ext cx="1432560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27675" y="3436619"/>
              <a:ext cx="591312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0075" y="3777995"/>
              <a:ext cx="1601724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70075" y="4119371"/>
              <a:ext cx="1997964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70075" y="4460747"/>
              <a:ext cx="1315212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70075" y="4802123"/>
              <a:ext cx="1644395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70075" y="5143500"/>
              <a:ext cx="1463039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13275" y="3095243"/>
              <a:ext cx="580644" cy="7894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13275" y="3436619"/>
              <a:ext cx="591312" cy="7894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13275" y="3777995"/>
              <a:ext cx="560831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13275" y="4119371"/>
              <a:ext cx="566927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113275" y="4460747"/>
              <a:ext cx="566927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13275" y="4802123"/>
              <a:ext cx="646176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13275" y="5143500"/>
              <a:ext cx="722376" cy="789432"/>
            </a:xfrm>
            <a:prstGeom prst="rect">
              <a:avLst/>
            </a:prstGeom>
          </p:spPr>
        </p:pic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560194" y="2934716"/>
          <a:ext cx="3917950" cy="27453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3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233">
                <a:tc>
                  <a:txBody>
                    <a:bodyPr/>
                    <a:lstStyle/>
                    <a:p>
                      <a:pPr marL="31750">
                        <a:lnSpc>
                          <a:spcPts val="2640"/>
                        </a:lnSpc>
                      </a:pPr>
                      <a:r>
                        <a:rPr sz="2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Brackets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ts val="264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[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]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61">
                <a:tc>
                  <a:txBody>
                    <a:bodyPr/>
                    <a:lstStyle/>
                    <a:p>
                      <a:pPr marL="31750">
                        <a:lnSpc>
                          <a:spcPts val="2585"/>
                        </a:lnSpc>
                      </a:pPr>
                      <a:r>
                        <a:rPr sz="2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Parentheses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ts val="258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ts val="258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55">
                <a:tc>
                  <a:txBody>
                    <a:bodyPr/>
                    <a:lstStyle/>
                    <a:p>
                      <a:pPr marL="31750">
                        <a:lnSpc>
                          <a:spcPts val="2590"/>
                        </a:lnSpc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Braces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ts val="259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{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59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}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464">
                <a:tc>
                  <a:txBody>
                    <a:bodyPr/>
                    <a:lstStyle/>
                    <a:p>
                      <a:pPr marL="31750">
                        <a:lnSpc>
                          <a:spcPts val="2590"/>
                        </a:lnSpc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Comma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ts val="259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75">
                <a:tc>
                  <a:txBody>
                    <a:bodyPr/>
                    <a:lstStyle/>
                    <a:p>
                      <a:pPr marL="31750">
                        <a:lnSpc>
                          <a:spcPts val="2590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Semicolon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ts val="259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;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61">
                <a:tc>
                  <a:txBody>
                    <a:bodyPr/>
                    <a:lstStyle/>
                    <a:p>
                      <a:pPr marL="31750">
                        <a:lnSpc>
                          <a:spcPts val="2585"/>
                        </a:lnSpc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ts val="258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93">
                <a:tc>
                  <a:txBody>
                    <a:bodyPr/>
                    <a:lstStyle/>
                    <a:p>
                      <a:pPr marL="31750">
                        <a:lnSpc>
                          <a:spcPts val="2590"/>
                        </a:lnSpc>
                      </a:pPr>
                      <a:r>
                        <a:rPr sz="2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Asterisk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ts val="2590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*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360">
                <a:tc>
                  <a:txBody>
                    <a:bodyPr/>
                    <a:lstStyle/>
                    <a:p>
                      <a:pPr marL="31750">
                        <a:lnSpc>
                          <a:spcPts val="2605"/>
                        </a:lnSpc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Ellipsis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70">
                        <a:lnSpc>
                          <a:spcPts val="2605"/>
                        </a:lnSpc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9" name="object 2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370075" y="5484876"/>
            <a:ext cx="1975103" cy="78943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113276" y="5484876"/>
            <a:ext cx="646176" cy="78943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322826" y="5564835"/>
            <a:ext cx="20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70075" y="5826252"/>
            <a:ext cx="2475230" cy="789940"/>
            <a:chOff x="1370075" y="5826252"/>
            <a:chExt cx="2475230" cy="789940"/>
          </a:xfrm>
        </p:grpSpPr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70075" y="5826252"/>
              <a:ext cx="2107692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98875" y="5826252"/>
              <a:ext cx="646176" cy="78943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579244" y="5564835"/>
            <a:ext cx="2031364" cy="7931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65"/>
              </a:spcBef>
              <a:tabLst>
                <a:tab pos="1840864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Equal Sign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ound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Sign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1804" y="1586483"/>
            <a:ext cx="5875020" cy="2345690"/>
            <a:chOff x="2241804" y="1586483"/>
            <a:chExt cx="5875020" cy="23456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1804" y="1586483"/>
              <a:ext cx="5875020" cy="12024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3180" y="1606295"/>
              <a:ext cx="5341620" cy="11186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7052" y="2729483"/>
              <a:ext cx="1435608" cy="12024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8200" y="2749295"/>
              <a:ext cx="1351788" cy="111861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313432" y="3979164"/>
            <a:ext cx="5803900" cy="1203960"/>
            <a:chOff x="2313432" y="3979164"/>
            <a:chExt cx="5803900" cy="120396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3432" y="3979164"/>
              <a:ext cx="5803392" cy="12039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8544" y="3998976"/>
              <a:ext cx="4808220" cy="111861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884170" y="1722196"/>
            <a:ext cx="4589145" cy="302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F1EB00"/>
                </a:solidFill>
                <a:latin typeface="Calibri"/>
                <a:cs typeface="Calibri"/>
              </a:rPr>
              <a:t>GENERAL </a:t>
            </a:r>
            <a:r>
              <a:rPr sz="4000" b="1" spc="-15" dirty="0">
                <a:solidFill>
                  <a:srgbClr val="F1EB00"/>
                </a:solidFill>
                <a:latin typeface="Calibri"/>
                <a:cs typeface="Calibri"/>
              </a:rPr>
              <a:t>STRUCTURE</a:t>
            </a:r>
            <a:endParaRPr sz="4000">
              <a:latin typeface="Calibri"/>
              <a:cs typeface="Calibri"/>
            </a:endParaRPr>
          </a:p>
          <a:p>
            <a:pPr marL="257175" marR="175895" indent="1821180">
              <a:lnSpc>
                <a:spcPts val="9840"/>
              </a:lnSpc>
              <a:spcBef>
                <a:spcPts val="135"/>
              </a:spcBef>
            </a:pPr>
            <a:r>
              <a:rPr sz="4000" b="1" spc="-10" dirty="0">
                <a:solidFill>
                  <a:srgbClr val="F1EB00"/>
                </a:solidFill>
                <a:latin typeface="Calibri"/>
                <a:cs typeface="Calibri"/>
              </a:rPr>
              <a:t>OF </a:t>
            </a:r>
            <a:r>
              <a:rPr sz="4000" b="1" spc="-5" dirty="0">
                <a:solidFill>
                  <a:srgbClr val="F1EB0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F1EB00"/>
                </a:solidFill>
                <a:latin typeface="Calibri"/>
                <a:cs typeface="Calibri"/>
              </a:rPr>
              <a:t>PYTHON</a:t>
            </a:r>
            <a:r>
              <a:rPr sz="4000" b="1" spc="-65" dirty="0">
                <a:solidFill>
                  <a:srgbClr val="F1EB00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F1EB00"/>
                </a:solidFill>
                <a:latin typeface="Calibri"/>
                <a:cs typeface="Calibri"/>
              </a:rPr>
              <a:t>PROGRAM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234695"/>
            <a:ext cx="8161020" cy="8991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0221" y="324993"/>
            <a:ext cx="76517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F1EB00"/>
                </a:solidFill>
              </a:rPr>
              <a:t>GENERAL</a:t>
            </a:r>
            <a:r>
              <a:rPr sz="3200" spc="-10" dirty="0">
                <a:solidFill>
                  <a:srgbClr val="F1EB00"/>
                </a:solidFill>
              </a:rPr>
              <a:t> STRUCTURE</a:t>
            </a:r>
            <a:r>
              <a:rPr sz="3200" spc="5" dirty="0">
                <a:solidFill>
                  <a:srgbClr val="F1EB00"/>
                </a:solidFill>
              </a:rPr>
              <a:t> </a:t>
            </a:r>
            <a:r>
              <a:rPr sz="3200" spc="-5" dirty="0">
                <a:solidFill>
                  <a:srgbClr val="F1EB00"/>
                </a:solidFill>
              </a:rPr>
              <a:t>OF</a:t>
            </a:r>
            <a:r>
              <a:rPr sz="3200" dirty="0">
                <a:solidFill>
                  <a:srgbClr val="F1EB00"/>
                </a:solidFill>
              </a:rPr>
              <a:t> </a:t>
            </a:r>
            <a:r>
              <a:rPr sz="3200" spc="-5" dirty="0">
                <a:solidFill>
                  <a:srgbClr val="F1EB00"/>
                </a:solidFill>
              </a:rPr>
              <a:t>PYTHON</a:t>
            </a:r>
            <a:r>
              <a:rPr sz="3200" spc="-10" dirty="0">
                <a:solidFill>
                  <a:srgbClr val="F1EB00"/>
                </a:solidFill>
              </a:rPr>
              <a:t> PROGRAM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1997964" y="1569719"/>
            <a:ext cx="6080760" cy="4503420"/>
            <a:chOff x="1997964" y="1569719"/>
            <a:chExt cx="6080760" cy="45034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7964" y="1569719"/>
              <a:ext cx="6080760" cy="45034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5684" y="2827019"/>
              <a:ext cx="1444752" cy="51358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936494" y="2875915"/>
            <a:ext cx="1163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#Comments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234695"/>
            <a:ext cx="8161020" cy="8991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0221" y="324993"/>
            <a:ext cx="76517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F1EB00"/>
                </a:solidFill>
              </a:rPr>
              <a:t>GENERAL</a:t>
            </a:r>
            <a:r>
              <a:rPr sz="3200" spc="-10" dirty="0">
                <a:solidFill>
                  <a:srgbClr val="F1EB00"/>
                </a:solidFill>
              </a:rPr>
              <a:t> STRUCTURE</a:t>
            </a:r>
            <a:r>
              <a:rPr sz="3200" spc="5" dirty="0">
                <a:solidFill>
                  <a:srgbClr val="F1EB00"/>
                </a:solidFill>
              </a:rPr>
              <a:t> </a:t>
            </a:r>
            <a:r>
              <a:rPr sz="3200" spc="-5" dirty="0">
                <a:solidFill>
                  <a:srgbClr val="F1EB00"/>
                </a:solidFill>
              </a:rPr>
              <a:t>OF</a:t>
            </a:r>
            <a:r>
              <a:rPr sz="3200" dirty="0">
                <a:solidFill>
                  <a:srgbClr val="F1EB00"/>
                </a:solidFill>
              </a:rPr>
              <a:t> </a:t>
            </a:r>
            <a:r>
              <a:rPr sz="3200" spc="-5" dirty="0">
                <a:solidFill>
                  <a:srgbClr val="F1EB00"/>
                </a:solidFill>
              </a:rPr>
              <a:t>PYTHON</a:t>
            </a:r>
            <a:r>
              <a:rPr sz="3200" spc="-10" dirty="0">
                <a:solidFill>
                  <a:srgbClr val="F1EB00"/>
                </a:solidFill>
              </a:rPr>
              <a:t> PROGRAM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6232" y="1356360"/>
            <a:ext cx="6079236" cy="467868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851" y="234695"/>
            <a:ext cx="8161020" cy="8991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0221" y="324993"/>
            <a:ext cx="76517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F1EB00"/>
                </a:solidFill>
              </a:rPr>
              <a:t>GENERAL</a:t>
            </a:r>
            <a:r>
              <a:rPr sz="3200" spc="-10" dirty="0">
                <a:solidFill>
                  <a:srgbClr val="F1EB00"/>
                </a:solidFill>
              </a:rPr>
              <a:t> STRUCTURE</a:t>
            </a:r>
            <a:r>
              <a:rPr sz="3200" spc="5" dirty="0">
                <a:solidFill>
                  <a:srgbClr val="F1EB00"/>
                </a:solidFill>
              </a:rPr>
              <a:t> </a:t>
            </a:r>
            <a:r>
              <a:rPr sz="3200" spc="-5" dirty="0">
                <a:solidFill>
                  <a:srgbClr val="F1EB00"/>
                </a:solidFill>
              </a:rPr>
              <a:t>OF</a:t>
            </a:r>
            <a:r>
              <a:rPr sz="3200" dirty="0">
                <a:solidFill>
                  <a:srgbClr val="F1EB00"/>
                </a:solidFill>
              </a:rPr>
              <a:t> </a:t>
            </a:r>
            <a:r>
              <a:rPr sz="3200" spc="-5" dirty="0">
                <a:solidFill>
                  <a:srgbClr val="F1EB00"/>
                </a:solidFill>
              </a:rPr>
              <a:t>PYTHON</a:t>
            </a:r>
            <a:r>
              <a:rPr sz="3200" spc="-10" dirty="0">
                <a:solidFill>
                  <a:srgbClr val="F1EB00"/>
                </a:solidFill>
              </a:rPr>
              <a:t> PROGRAM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1124711" y="1345691"/>
            <a:ext cx="7850505" cy="1386840"/>
            <a:chOff x="1124711" y="1345691"/>
            <a:chExt cx="7850505" cy="13868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4711" y="1345691"/>
              <a:ext cx="736092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7611" y="1345691"/>
              <a:ext cx="1478280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1175" y="1345691"/>
              <a:ext cx="734568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2551" y="1345691"/>
              <a:ext cx="1967483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66844" y="1345691"/>
              <a:ext cx="890015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63667" y="1345691"/>
              <a:ext cx="1197864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68340" y="1345691"/>
              <a:ext cx="1674875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50023" y="1345691"/>
              <a:ext cx="88087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37703" y="1345691"/>
              <a:ext cx="1437131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7611" y="1833372"/>
              <a:ext cx="1831848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66060" y="1833372"/>
              <a:ext cx="641603" cy="89916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364741" y="1436370"/>
            <a:ext cx="734568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tabLst>
                <a:tab pos="355600" algn="l"/>
                <a:tab pos="1438910" algn="l"/>
                <a:tab pos="1780539" algn="l"/>
                <a:tab pos="3354704" algn="l"/>
                <a:tab pos="3851910" algn="l"/>
                <a:tab pos="4657090" algn="l"/>
                <a:tab pos="5938520" algn="l"/>
                <a:tab pos="6426200" algn="l"/>
              </a:tabLst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#	</a:t>
            </a:r>
            <a:r>
              <a:rPr sz="3200" b="1" spc="-85" dirty="0">
                <a:solidFill>
                  <a:srgbClr val="FFFF00"/>
                </a:solidFill>
                <a:latin typeface="Calibri"/>
                <a:cs typeface="Calibri"/>
              </a:rPr>
              <a:t>W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ri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t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e	a	p</a:t>
            </a:r>
            <a:r>
              <a:rPr sz="3200" b="1" spc="-55" dirty="0">
                <a:solidFill>
                  <a:srgbClr val="FFFF00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og</a:t>
            </a:r>
            <a:r>
              <a:rPr sz="3200" b="1" spc="-70" dirty="0">
                <a:solidFill>
                  <a:srgbClr val="FFFF00"/>
                </a:solidFill>
                <a:latin typeface="Calibri"/>
                <a:cs typeface="Calibri"/>
              </a:rPr>
              <a:t>r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m	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t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o	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fin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d	sq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u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e	</a:t>
            </a:r>
            <a:r>
              <a:rPr sz="3200" b="1" spc="5" dirty="0">
                <a:solidFill>
                  <a:srgbClr val="FFFF00"/>
                </a:solidFill>
                <a:latin typeface="Calibri"/>
                <a:cs typeface="Calibri"/>
              </a:rPr>
              <a:t>o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f	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g</a:t>
            </a:r>
            <a:r>
              <a:rPr sz="3200" b="1" spc="5" dirty="0">
                <a:solidFill>
                  <a:srgbClr val="FFFF00"/>
                </a:solidFill>
                <a:latin typeface="Calibri"/>
                <a:cs typeface="Calibri"/>
              </a:rPr>
              <a:t>i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v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en  </a:t>
            </a:r>
            <a:r>
              <a:rPr sz="3200" b="1" spc="-45" dirty="0">
                <a:solidFill>
                  <a:srgbClr val="FFFF00"/>
                </a:solidFill>
                <a:latin typeface="Calibri"/>
                <a:cs typeface="Calibri"/>
              </a:rPr>
              <a:t>number.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56716" y="2822448"/>
            <a:ext cx="4587240" cy="1643380"/>
            <a:chOff x="1156716" y="2822448"/>
            <a:chExt cx="4587240" cy="1643380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56716" y="2822448"/>
              <a:ext cx="947928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17548" y="2822448"/>
              <a:ext cx="928115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76272" y="2822448"/>
              <a:ext cx="580644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68296" y="2822448"/>
              <a:ext cx="1139952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19627" y="2822448"/>
              <a:ext cx="580644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230880" y="2822448"/>
              <a:ext cx="566928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79804" y="3249168"/>
              <a:ext cx="1488948" cy="789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84704" y="3249168"/>
              <a:ext cx="1139952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36036" y="3249168"/>
              <a:ext cx="1316736" cy="7894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79804" y="3675888"/>
              <a:ext cx="1184148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76855" y="3675888"/>
              <a:ext cx="1760220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653027" y="3675888"/>
              <a:ext cx="646176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12108" y="3675888"/>
              <a:ext cx="624839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48327" y="3675888"/>
              <a:ext cx="560831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320539" y="3675888"/>
              <a:ext cx="1423415" cy="78943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364741" y="2902711"/>
            <a:ext cx="414274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915" marR="1095375" indent="-32385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sqr(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num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): 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result=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num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*num</a:t>
            </a:r>
            <a:endParaRPr sz="2800">
              <a:latin typeface="Calibri"/>
              <a:cs typeface="Calibri"/>
            </a:endParaRPr>
          </a:p>
          <a:p>
            <a:pPr marL="335915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print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("Square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"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,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result)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156716" y="4529328"/>
            <a:ext cx="5941060" cy="1643380"/>
            <a:chOff x="1156716" y="4529328"/>
            <a:chExt cx="5941060" cy="1643380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56716" y="4529328"/>
              <a:ext cx="947928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17548" y="4529328"/>
              <a:ext cx="1434084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82240" y="4529328"/>
              <a:ext cx="566927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79804" y="4956048"/>
              <a:ext cx="809244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819656" y="4956048"/>
              <a:ext cx="867156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217419" y="4956048"/>
              <a:ext cx="2414016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47388" y="4956048"/>
              <a:ext cx="961643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21936" y="4956048"/>
              <a:ext cx="1635252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70092" y="4956048"/>
              <a:ext cx="566928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49924" y="4956048"/>
              <a:ext cx="847344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79804" y="5382768"/>
              <a:ext cx="928116" cy="7894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938528" y="5382768"/>
              <a:ext cx="854963" cy="789432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364741" y="4609846"/>
            <a:ext cx="549592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def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main():</a:t>
            </a:r>
            <a:endParaRPr sz="2800">
              <a:latin typeface="Calibri"/>
              <a:cs typeface="Calibri"/>
            </a:endParaRPr>
          </a:p>
          <a:p>
            <a:pPr marL="335915" marR="5080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x=int(input("Enter</a:t>
            </a:r>
            <a:r>
              <a:rPr sz="280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"))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sqr(x)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8" name="object 4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56716" y="5809488"/>
            <a:ext cx="1434084" cy="789432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1364741" y="5890361"/>
            <a:ext cx="989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main()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091684" y="3688079"/>
            <a:ext cx="3811904" cy="1629410"/>
            <a:chOff x="5091684" y="3688079"/>
            <a:chExt cx="3811904" cy="1629410"/>
          </a:xfrm>
        </p:grpSpPr>
        <p:pic>
          <p:nvPicPr>
            <p:cNvPr id="51" name="object 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091684" y="3688079"/>
              <a:ext cx="3811523" cy="162915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905244" y="4190999"/>
              <a:ext cx="1546859" cy="51358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35368" y="4465319"/>
              <a:ext cx="1082040" cy="5135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996684" y="4739639"/>
              <a:ext cx="1313687" cy="513588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7037578" y="4240783"/>
            <a:ext cx="12153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og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amm</a:t>
            </a:r>
            <a:r>
              <a:rPr sz="1800" b="1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r 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defined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107179" y="5492494"/>
            <a:ext cx="4581525" cy="1289685"/>
            <a:chOff x="4107179" y="5492494"/>
            <a:chExt cx="4581525" cy="1289685"/>
          </a:xfrm>
        </p:grpSpPr>
        <p:pic>
          <p:nvPicPr>
            <p:cNvPr id="57" name="object 5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107179" y="5492494"/>
              <a:ext cx="4581144" cy="128930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550151" y="5964935"/>
              <a:ext cx="1775459" cy="513588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6683120" y="6015634"/>
            <a:ext cx="1492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main()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017264" y="1982723"/>
            <a:ext cx="5027930" cy="1870075"/>
            <a:chOff x="4017264" y="1982723"/>
            <a:chExt cx="5027930" cy="1870075"/>
          </a:xfrm>
        </p:grpSpPr>
        <p:pic>
          <p:nvPicPr>
            <p:cNvPr id="61" name="object 6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17264" y="1982723"/>
              <a:ext cx="5027676" cy="186994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176516" y="3035807"/>
              <a:ext cx="1240535" cy="513588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7308595" y="3085846"/>
            <a:ext cx="958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Comm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2508" y="259079"/>
            <a:ext cx="314248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2636" y="362839"/>
            <a:ext cx="2569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WHITE</a:t>
            </a:r>
            <a:r>
              <a:rPr spc="-70" dirty="0"/>
              <a:t> </a:t>
            </a:r>
            <a:r>
              <a:rPr spc="-60" dirty="0"/>
              <a:t>SPACE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39596" y="1060703"/>
            <a:ext cx="7635240" cy="4605655"/>
            <a:chOff x="1339596" y="1060703"/>
            <a:chExt cx="7635240" cy="46056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2496" y="1060703"/>
              <a:ext cx="2516124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4008" y="1060703"/>
              <a:ext cx="2513076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2472" y="1060703"/>
              <a:ext cx="797051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34911" y="1060703"/>
              <a:ext cx="2439924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2496" y="1548383"/>
              <a:ext cx="851916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0468" y="1548383"/>
              <a:ext cx="1845563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2088" y="1548383"/>
              <a:ext cx="2185416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23560" y="1548383"/>
              <a:ext cx="249631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05928" y="1548383"/>
              <a:ext cx="1168907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82496" y="2036063"/>
              <a:ext cx="2319528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57016" y="2036063"/>
              <a:ext cx="880872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95928" y="2036063"/>
              <a:ext cx="2043683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06211" y="2036063"/>
              <a:ext cx="641603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39596" y="2621279"/>
              <a:ext cx="736091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35252" y="2621279"/>
              <a:ext cx="1165860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59152" y="2621279"/>
              <a:ext cx="734568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50236" y="2621279"/>
              <a:ext cx="1880615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88891" y="2621279"/>
              <a:ext cx="890015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36947" y="2621279"/>
              <a:ext cx="1173479" cy="8991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68467" y="2621279"/>
              <a:ext cx="734567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61075" y="2621279"/>
              <a:ext cx="1156716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75831" y="2621279"/>
              <a:ext cx="880871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14743" y="2621279"/>
              <a:ext cx="1344168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25511" y="2621279"/>
              <a:ext cx="641603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39596" y="3206496"/>
              <a:ext cx="736091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13560" y="3206496"/>
              <a:ext cx="1165860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17292" y="3206496"/>
              <a:ext cx="708659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163824" y="3206496"/>
              <a:ext cx="1476755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78452" y="3206496"/>
              <a:ext cx="1380744" cy="899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97067" y="3206496"/>
              <a:ext cx="940308" cy="8991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175248" y="3206496"/>
              <a:ext cx="890016" cy="8991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03136" y="3206496"/>
              <a:ext cx="1278635" cy="8991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819643" y="3206496"/>
              <a:ext cx="1155192" cy="89915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82496" y="3694175"/>
              <a:ext cx="2596896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45991" y="3694175"/>
              <a:ext cx="641603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39596" y="4279391"/>
              <a:ext cx="736091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70304" y="4279391"/>
              <a:ext cx="1021080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286000" y="4279391"/>
              <a:ext cx="1624584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05200" y="4279391"/>
              <a:ext cx="673608" cy="8991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773424" y="4279391"/>
              <a:ext cx="673608" cy="8991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041647" y="4279391"/>
              <a:ext cx="888491" cy="89916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24756" y="4279391"/>
              <a:ext cx="1405127" cy="8991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524499" y="4279391"/>
              <a:ext cx="1592579" cy="8991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1696" y="4279391"/>
              <a:ext cx="880872" cy="89916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187184" y="4279391"/>
              <a:ext cx="1342644" cy="89916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124443" y="4279391"/>
              <a:ext cx="850392" cy="8991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82496" y="4767071"/>
              <a:ext cx="1743456" cy="89915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892552" y="4767071"/>
              <a:ext cx="822960" cy="899159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1579244" y="1150365"/>
            <a:ext cx="7131684" cy="4220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algn="just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Whitespace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Whitespace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b="1" spc="7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meaningful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Python,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especially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indentation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placement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newlines.</a:t>
            </a:r>
            <a:endParaRPr sz="3200">
              <a:latin typeface="Calibri"/>
              <a:cs typeface="Calibri"/>
            </a:endParaRPr>
          </a:p>
          <a:p>
            <a:pPr marL="307975" indent="-295910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308610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newline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end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65"/>
              </a:spcBef>
              <a:buClr>
                <a:srgbClr val="FFFFFF"/>
              </a:buClr>
              <a:buFont typeface="Calibri"/>
              <a:buChar char="•"/>
              <a:tabLst>
                <a:tab pos="487045" algn="l"/>
              </a:tabLst>
            </a:pPr>
            <a:r>
              <a:rPr dirty="0"/>
              <a:t>	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\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3200" b="1" spc="6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go</a:t>
            </a:r>
            <a:r>
              <a:rPr sz="3200" b="1" spc="6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b="1" spc="6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  <a:r>
              <a:rPr sz="3200" b="1" spc="6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prematurely.</a:t>
            </a:r>
            <a:endParaRPr sz="3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34353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No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braces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{ }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mark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blocks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code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Python…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0176" y="2883407"/>
            <a:ext cx="5875020" cy="1092835"/>
            <a:chOff x="2170176" y="2883407"/>
            <a:chExt cx="5875020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0176" y="2883407"/>
              <a:ext cx="5875020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2444" y="2901695"/>
              <a:ext cx="3142488" cy="100888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23208" y="3006597"/>
            <a:ext cx="2569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WHITE</a:t>
            </a:r>
            <a:r>
              <a:rPr spc="-70" dirty="0"/>
              <a:t> </a:t>
            </a:r>
            <a:r>
              <a:rPr spc="-60" dirty="0"/>
              <a:t>SPACE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2508" y="259079"/>
            <a:ext cx="314248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2636" y="362839"/>
            <a:ext cx="2569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WHITE</a:t>
            </a:r>
            <a:r>
              <a:rPr spc="-70" dirty="0"/>
              <a:t> </a:t>
            </a:r>
            <a:r>
              <a:rPr spc="-60" dirty="0"/>
              <a:t>SPACE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39596" y="1773935"/>
            <a:ext cx="7635240" cy="4605655"/>
            <a:chOff x="1339596" y="1773935"/>
            <a:chExt cx="7635240" cy="46056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9596" y="1773935"/>
              <a:ext cx="736091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6692" y="1773935"/>
              <a:ext cx="1165859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50592" y="1773935"/>
              <a:ext cx="2258568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2628" y="1773935"/>
              <a:ext cx="2502407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3075" y="1773935"/>
              <a:ext cx="1767839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57516" y="1773935"/>
              <a:ext cx="641603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9596" y="2359151"/>
              <a:ext cx="736091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37360" y="2359151"/>
              <a:ext cx="1156715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57272" y="2359151"/>
              <a:ext cx="1200912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19856" y="2359151"/>
              <a:ext cx="1156715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6719" y="2359151"/>
              <a:ext cx="1296924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95316" y="2359151"/>
              <a:ext cx="1162812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19799" y="2359151"/>
              <a:ext cx="2499359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180831" y="2359151"/>
              <a:ext cx="794003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82496" y="2846831"/>
              <a:ext cx="1798320" cy="899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37331" y="2846831"/>
              <a:ext cx="880871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76244" y="2846831"/>
              <a:ext cx="1097279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31563" y="2846831"/>
              <a:ext cx="1437132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35296" y="2846831"/>
              <a:ext cx="641603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9596" y="3432047"/>
              <a:ext cx="736091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9364" y="3432047"/>
              <a:ext cx="1156715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21280" y="3432047"/>
              <a:ext cx="1200912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15868" y="3432047"/>
              <a:ext cx="1156715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64736" y="3432047"/>
              <a:ext cx="1296924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55336" y="3432047"/>
              <a:ext cx="1426464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75475" y="3432047"/>
              <a:ext cx="2499360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82496" y="3919727"/>
              <a:ext cx="1479804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17292" y="3919727"/>
              <a:ext cx="734568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08375" y="3919727"/>
              <a:ext cx="1673352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39768" y="3919727"/>
              <a:ext cx="1437132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43499" y="3919727"/>
              <a:ext cx="641603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9596" y="4504943"/>
              <a:ext cx="736091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79448" y="4504943"/>
              <a:ext cx="1496568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81300" y="4504943"/>
              <a:ext cx="734568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19628" y="4504943"/>
              <a:ext cx="1458468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81856" y="4504943"/>
              <a:ext cx="1876044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61660" y="4504943"/>
              <a:ext cx="871728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37148" y="4504943"/>
              <a:ext cx="1097279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38187" y="4504943"/>
              <a:ext cx="1316736" cy="8991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58684" y="4504943"/>
              <a:ext cx="880872" cy="8991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241791" y="4504943"/>
              <a:ext cx="733044" cy="89916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82496" y="4992623"/>
              <a:ext cx="1257300" cy="8991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66416" y="4992623"/>
              <a:ext cx="1435608" cy="8991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68624" y="4992623"/>
              <a:ext cx="641603" cy="89916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36847" y="4992623"/>
              <a:ext cx="858012" cy="89916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061460" y="4992623"/>
              <a:ext cx="646176" cy="8991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174236" y="4992623"/>
              <a:ext cx="726948" cy="8991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67784" y="4992623"/>
              <a:ext cx="641603" cy="89916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634484" y="4992623"/>
              <a:ext cx="1019556" cy="89916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280660" y="4992623"/>
              <a:ext cx="1946147" cy="89916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853428" y="4992623"/>
              <a:ext cx="1168907" cy="89916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47431" y="4992623"/>
              <a:ext cx="1327403" cy="89916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82496" y="5480303"/>
              <a:ext cx="2342387" cy="89915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91484" y="5480303"/>
              <a:ext cx="641603" cy="89915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599688" y="5480303"/>
              <a:ext cx="659891" cy="89915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6180" y="5480303"/>
              <a:ext cx="641603" cy="899159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1579244" y="1767687"/>
            <a:ext cx="7131050" cy="431863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99415" indent="-387350" algn="just">
              <a:lnSpc>
                <a:spcPct val="100000"/>
              </a:lnSpc>
              <a:spcBef>
                <a:spcPts val="870"/>
              </a:spcBef>
              <a:buChar char="•"/>
              <a:tabLst>
                <a:tab pos="400050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consistent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indentation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instead.</a:t>
            </a:r>
            <a:endParaRPr sz="3200">
              <a:latin typeface="Calibri"/>
              <a:cs typeface="Calibri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770"/>
              </a:spcBef>
              <a:buClr>
                <a:srgbClr val="FFFFFF"/>
              </a:buClr>
              <a:buFont typeface="Calibri"/>
              <a:buChar char="•"/>
              <a:tabLst>
                <a:tab pos="410845" algn="l"/>
              </a:tabLst>
            </a:pPr>
            <a:r>
              <a:rPr dirty="0"/>
              <a:t>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less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indentation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outside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block.</a:t>
            </a:r>
            <a:endParaRPr sz="3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65"/>
              </a:spcBef>
              <a:buClr>
                <a:srgbClr val="FFFFFF"/>
              </a:buClr>
              <a:buFont typeface="Calibri"/>
              <a:buChar char="•"/>
              <a:tabLst>
                <a:tab pos="442595" algn="l"/>
              </a:tabLst>
            </a:pPr>
            <a:r>
              <a:rPr dirty="0"/>
              <a:t>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line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indentation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starts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nested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block.</a:t>
            </a:r>
            <a:endParaRPr sz="320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353060" algn="l"/>
              </a:tabLst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Often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colon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appears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at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start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 a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block.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(E.g.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function and class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definitions.).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1804" y="2955035"/>
            <a:ext cx="5803900" cy="1092835"/>
            <a:chOff x="2241804" y="2955035"/>
            <a:chExt cx="5803900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1804" y="2955035"/>
              <a:ext cx="5803392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3320" y="2973323"/>
              <a:ext cx="2910839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73829" y="3077971"/>
            <a:ext cx="2338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COMMENTS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8332" y="259079"/>
            <a:ext cx="291084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8460" y="362839"/>
            <a:ext cx="2338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96339" y="1859279"/>
            <a:ext cx="7922259" cy="4605655"/>
            <a:chOff x="1196339" y="1859279"/>
            <a:chExt cx="7922259" cy="46056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5139" y="1859279"/>
              <a:ext cx="2351532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1016" y="1859279"/>
              <a:ext cx="1078991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4351" y="1859279"/>
              <a:ext cx="1187196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5892" y="1859279"/>
              <a:ext cx="2362200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9239" y="2346959"/>
              <a:ext cx="2421636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18916" y="2346959"/>
              <a:ext cx="851915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24300" y="2346959"/>
              <a:ext cx="734568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16907" y="2346959"/>
              <a:ext cx="1972056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55563" y="2346959"/>
              <a:ext cx="641603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10739" y="2932175"/>
              <a:ext cx="1540764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06139" y="2932175"/>
              <a:ext cx="1155191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15967" y="2932175"/>
              <a:ext cx="2142743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11824" y="2932175"/>
              <a:ext cx="1677924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42860" y="2932175"/>
              <a:ext cx="1475231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39239" y="3419855"/>
              <a:ext cx="1296923" cy="899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92679" y="3419855"/>
              <a:ext cx="736092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10739" y="4005072"/>
              <a:ext cx="2069591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61816" y="4005072"/>
              <a:ext cx="2142743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86043" y="4005072"/>
              <a:ext cx="1136903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04431" y="4005072"/>
              <a:ext cx="955548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41463" y="4005072"/>
              <a:ext cx="851916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74863" y="4005072"/>
              <a:ext cx="1443227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39239" y="4492751"/>
              <a:ext cx="1691639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97479" y="4492751"/>
              <a:ext cx="641604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089147" y="4492751"/>
              <a:ext cx="1080515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77995" y="4492751"/>
              <a:ext cx="1965960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52287" y="4492751"/>
              <a:ext cx="815339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775960" y="4492751"/>
              <a:ext cx="1423415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07707" y="4492751"/>
              <a:ext cx="734568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50607" y="4492751"/>
              <a:ext cx="1967483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239" y="4980431"/>
              <a:ext cx="890016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987295" y="4980431"/>
              <a:ext cx="1197864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43200" y="4980431"/>
              <a:ext cx="1097279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98519" y="4980431"/>
              <a:ext cx="1650492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605527" y="4980431"/>
              <a:ext cx="1834896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95416" y="4980431"/>
              <a:ext cx="778763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40780" y="4980431"/>
              <a:ext cx="641603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96339" y="5565647"/>
              <a:ext cx="1362456" cy="89915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025395" y="5565647"/>
              <a:ext cx="646176" cy="8991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229611" y="5565647"/>
              <a:ext cx="1481327" cy="89915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268979" y="5565647"/>
              <a:ext cx="2471928" cy="89915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294375" y="5565647"/>
              <a:ext cx="797051" cy="89915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649468" y="5565647"/>
              <a:ext cx="1525524" cy="89915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731507" y="5565647"/>
              <a:ext cx="2258568" cy="89915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56675" y="5565647"/>
              <a:ext cx="641603" cy="89915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436369" y="1950212"/>
            <a:ext cx="7418070" cy="4220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1485900" algn="just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Comments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non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executable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program.</a:t>
            </a:r>
            <a:endParaRPr sz="3200">
              <a:latin typeface="Calibri"/>
              <a:cs typeface="Calibri"/>
            </a:endParaRPr>
          </a:p>
          <a:p>
            <a:pPr marL="355600" marR="5715" indent="571500" algn="just">
              <a:lnSpc>
                <a:spcPct val="100000"/>
              </a:lnSpc>
              <a:spcBef>
                <a:spcPts val="765"/>
              </a:spcBef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Single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line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comment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always</a:t>
            </a:r>
            <a:r>
              <a:rPr sz="3200" b="1" spc="6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starts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endParaRPr sz="3200">
              <a:latin typeface="Calibri"/>
              <a:cs typeface="Calibri"/>
            </a:endParaRPr>
          </a:p>
          <a:p>
            <a:pPr marL="355600" marR="5080" indent="571500" algn="just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Multiline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comment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in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triple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quotes.</a:t>
            </a:r>
            <a:r>
              <a:rPr sz="3200" b="1" spc="14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example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“’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write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program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find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interest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0" dirty="0">
                <a:solidFill>
                  <a:srgbClr val="FFFFFF"/>
                </a:solidFill>
                <a:latin typeface="Calibri"/>
                <a:cs typeface="Calibri"/>
              </a:rPr>
              <a:t>“’.</a:t>
            </a:r>
            <a:endParaRPr sz="32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Note: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Triple</a:t>
            </a:r>
            <a:r>
              <a:rPr sz="32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apostrophe</a:t>
            </a:r>
            <a:r>
              <a:rPr sz="3200" b="1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called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docstrings.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1804" y="2740151"/>
            <a:ext cx="5946775" cy="1092835"/>
            <a:chOff x="2241804" y="2740151"/>
            <a:chExt cx="5946775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1804" y="2740151"/>
              <a:ext cx="5946648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1796" y="2758439"/>
              <a:ext cx="3057144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72305" y="2863722"/>
            <a:ext cx="2485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STATEMENTS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5179" y="259079"/>
            <a:ext cx="305714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5309" y="362839"/>
            <a:ext cx="2485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STATEMENTS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82495" y="1645920"/>
            <a:ext cx="7292340" cy="3276600"/>
            <a:chOff x="1682495" y="1645920"/>
            <a:chExt cx="7292340" cy="3276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3995" y="1645920"/>
              <a:ext cx="859536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7959" y="1645920"/>
              <a:ext cx="2173224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5611" y="1645920"/>
              <a:ext cx="2589276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9316" y="1645920"/>
              <a:ext cx="2255520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2495" y="2133600"/>
              <a:ext cx="1502664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3199" y="2133600"/>
              <a:ext cx="890015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2779" y="2133600"/>
              <a:ext cx="952499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01795" y="2133600"/>
              <a:ext cx="2363724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32119" y="2133600"/>
              <a:ext cx="641603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3995" y="3048000"/>
              <a:ext cx="1965959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57927" y="3048000"/>
              <a:ext cx="1952244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48143" y="3048000"/>
              <a:ext cx="1726692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82495" y="3535680"/>
              <a:ext cx="2418587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67683" y="3535680"/>
              <a:ext cx="641603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37431" y="3535680"/>
              <a:ext cx="780288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5863" y="3535680"/>
              <a:ext cx="2173224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47231" y="3535680"/>
              <a:ext cx="882395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57772" y="3535680"/>
              <a:ext cx="2417064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82495" y="4023360"/>
              <a:ext cx="1616963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55975" y="4023360"/>
              <a:ext cx="1972055" cy="89915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682495" y="4974335"/>
            <a:ext cx="7292340" cy="1386840"/>
            <a:chOff x="1682495" y="4974335"/>
            <a:chExt cx="7292340" cy="1386840"/>
          </a:xfrm>
        </p:grpSpPr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53995" y="4974335"/>
              <a:ext cx="1923287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36491" y="4974335"/>
              <a:ext cx="1487424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181599" y="4974335"/>
              <a:ext cx="1019555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60363" y="4974335"/>
              <a:ext cx="734567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54139" y="4974335"/>
              <a:ext cx="1967484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179307" y="4974335"/>
              <a:ext cx="795527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82495" y="5462015"/>
              <a:ext cx="1344168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3263" y="5462015"/>
              <a:ext cx="641604" cy="89915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922145" y="1735277"/>
            <a:ext cx="6790055" cy="4331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890" indent="571500" algn="just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computer terminology 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statement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refers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instruction.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alibri"/>
              <a:cs typeface="Calibri"/>
            </a:endParaRPr>
          </a:p>
          <a:p>
            <a:pPr marL="12700" marR="5080" indent="571500" algn="just">
              <a:lnSpc>
                <a:spcPct val="100000"/>
              </a:lnSpc>
              <a:tabLst>
                <a:tab pos="3088005" algn="l"/>
                <a:tab pos="5578475" algn="l"/>
              </a:tabLst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og</a:t>
            </a:r>
            <a:r>
              <a:rPr sz="3200" b="1" spc="-9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am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	se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7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al 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statements.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collection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statements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makes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program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50">
              <a:latin typeface="Calibri"/>
              <a:cs typeface="Calibri"/>
            </a:endParaRPr>
          </a:p>
          <a:p>
            <a:pPr marL="12700" marR="7620" indent="571500" algn="just">
              <a:lnSpc>
                <a:spcPct val="100000"/>
              </a:lnSpc>
              <a:spcBef>
                <a:spcPts val="5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name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7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program</a:t>
            </a:r>
            <a:r>
              <a:rPr sz="3200" b="1" spc="6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code.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98548" y="2790444"/>
            <a:ext cx="5803900" cy="1313815"/>
            <a:chOff x="2098548" y="2790444"/>
            <a:chExt cx="5803900" cy="13138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8548" y="2790444"/>
              <a:ext cx="5803392" cy="13136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1840" y="2808732"/>
              <a:ext cx="3454908" cy="123139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5088" y="2938018"/>
            <a:ext cx="27508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F243E"/>
                </a:solidFill>
              </a:rPr>
              <a:t>FUN</a:t>
            </a:r>
            <a:r>
              <a:rPr sz="4400" spc="15" dirty="0">
                <a:solidFill>
                  <a:srgbClr val="0F243E"/>
                </a:solidFill>
              </a:rPr>
              <a:t>C</a:t>
            </a:r>
            <a:r>
              <a:rPr sz="4400" spc="-5" dirty="0">
                <a:solidFill>
                  <a:srgbClr val="0F243E"/>
                </a:solidFill>
              </a:rPr>
              <a:t>TIONS</a:t>
            </a:r>
            <a:endParaRPr sz="44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9479" y="259079"/>
            <a:ext cx="2828544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29609" y="362839"/>
            <a:ext cx="2255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</a:t>
            </a:r>
            <a:r>
              <a:rPr spc="20" dirty="0"/>
              <a:t>C</a:t>
            </a:r>
            <a:r>
              <a:rPr spc="-5" dirty="0"/>
              <a:t>TIO</a:t>
            </a:r>
            <a:r>
              <a:rPr spc="5" dirty="0"/>
              <a:t>N</a:t>
            </a:r>
            <a:r>
              <a:rPr dirty="0"/>
              <a:t>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67611" y="1645920"/>
            <a:ext cx="7507605" cy="5058410"/>
            <a:chOff x="1467611" y="1645920"/>
            <a:chExt cx="7507605" cy="50584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9111" y="1645920"/>
              <a:ext cx="1459991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4095" y="1645920"/>
              <a:ext cx="79705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9188" y="1645920"/>
              <a:ext cx="2136648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39111" y="2231136"/>
              <a:ext cx="2004060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2172" y="2231136"/>
              <a:ext cx="797051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76700" y="2231136"/>
              <a:ext cx="734568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0267" y="2231136"/>
              <a:ext cx="1127760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7027" y="2231136"/>
              <a:ext cx="2211324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07352" y="2231136"/>
              <a:ext cx="1967483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67611" y="2718816"/>
              <a:ext cx="1982724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46475" y="2718816"/>
              <a:ext cx="1542288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4904" y="2718816"/>
              <a:ext cx="1656588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37632" y="2718816"/>
              <a:ext cx="1109471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43244" y="2718816"/>
              <a:ext cx="1449324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88708" y="2718816"/>
              <a:ext cx="1786127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67611" y="3206496"/>
              <a:ext cx="1239012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64663" y="3206496"/>
              <a:ext cx="1821180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43883" y="3206496"/>
              <a:ext cx="1229867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40351" y="3206496"/>
              <a:ext cx="641603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67611" y="3791712"/>
              <a:ext cx="1080515" cy="8991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06167" y="3791712"/>
              <a:ext cx="1967483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40251" y="3791712"/>
              <a:ext cx="646176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99916" y="4378452"/>
              <a:ext cx="947927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460747" y="4378452"/>
              <a:ext cx="1039368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11496" y="4378452"/>
              <a:ext cx="1139952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62827" y="4378452"/>
              <a:ext cx="580644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74079" y="4378452"/>
              <a:ext cx="566927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47616" y="4890516"/>
              <a:ext cx="1488948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50991" y="4890516"/>
              <a:ext cx="1139952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402323" y="4890516"/>
              <a:ext cx="1316735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47616" y="5402579"/>
              <a:ext cx="1184148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344667" y="5402579"/>
              <a:ext cx="1760219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19315" y="5402579"/>
              <a:ext cx="646176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978396" y="5402579"/>
              <a:ext cx="624840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214615" y="5402579"/>
              <a:ext cx="560831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388352" y="5402579"/>
              <a:ext cx="1423416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99916" y="5914644"/>
              <a:ext cx="1150619" cy="789432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707895" y="1637958"/>
            <a:ext cx="7002780" cy="4808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84200" algn="just">
              <a:lnSpc>
                <a:spcPct val="100000"/>
              </a:lnSpc>
              <a:spcBef>
                <a:spcPts val="869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What</a:t>
            </a:r>
            <a:r>
              <a:rPr sz="32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function?</a:t>
            </a:r>
            <a:endParaRPr sz="3200">
              <a:latin typeface="Calibri"/>
              <a:cs typeface="Calibri"/>
            </a:endParaRPr>
          </a:p>
          <a:p>
            <a:pPr marL="12700" marR="5080" indent="571500" algn="just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Function is a self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contained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program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segment which carries out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some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specific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task.</a:t>
            </a:r>
            <a:endParaRPr sz="32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  <a:p>
            <a:pPr marL="2413000" algn="just">
              <a:lnSpc>
                <a:spcPct val="100000"/>
              </a:lnSpc>
              <a:spcBef>
                <a:spcPts val="690"/>
              </a:spcBef>
            </a:pP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def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sqr(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num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):</a:t>
            </a:r>
            <a:endParaRPr sz="2800">
              <a:latin typeface="Calibri"/>
              <a:cs typeface="Calibri"/>
            </a:endParaRPr>
          </a:p>
          <a:p>
            <a:pPr marL="3060700" algn="just">
              <a:lnSpc>
                <a:spcPct val="100000"/>
              </a:lnSpc>
              <a:spcBef>
                <a:spcPts val="670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result=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num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*num</a:t>
            </a:r>
            <a:endParaRPr sz="2800">
              <a:latin typeface="Calibri"/>
              <a:cs typeface="Calibri"/>
            </a:endParaRPr>
          </a:p>
          <a:p>
            <a:pPr marL="2413000" marR="139700" indent="647700" algn="just">
              <a:lnSpc>
                <a:spcPct val="12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print ("Square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= " ,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result) </a:t>
            </a:r>
            <a:r>
              <a:rPr sz="2800" b="1" spc="-6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sqr()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9976" y="3383279"/>
            <a:ext cx="8463280" cy="1092835"/>
            <a:chOff x="569976" y="3383279"/>
            <a:chExt cx="8463280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76" y="3383279"/>
              <a:ext cx="8462772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648" y="3401567"/>
              <a:ext cx="8378952" cy="100888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82497" y="3506851"/>
            <a:ext cx="7804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622422"/>
                </a:solidFill>
                <a:latin typeface="Calibri"/>
                <a:cs typeface="Calibri"/>
              </a:rPr>
              <a:t>PYTHON</a:t>
            </a:r>
            <a:r>
              <a:rPr sz="3600" b="1" spc="5" dirty="0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622422"/>
                </a:solidFill>
                <a:latin typeface="Calibri"/>
                <a:cs typeface="Calibri"/>
              </a:rPr>
              <a:t>PROGRAMMING</a:t>
            </a:r>
            <a:r>
              <a:rPr sz="3600" b="1" spc="20" dirty="0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622422"/>
                </a:solidFill>
                <a:latin typeface="Calibri"/>
                <a:cs typeface="Calibri"/>
              </a:rPr>
              <a:t>CONVENTIONS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259079"/>
            <a:ext cx="8378952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820" y="362839"/>
            <a:ext cx="7804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5" dirty="0"/>
              <a:t> </a:t>
            </a:r>
            <a:r>
              <a:rPr spc="-10" dirty="0"/>
              <a:t>PROGRAMMING</a:t>
            </a:r>
            <a:r>
              <a:rPr spc="25" dirty="0"/>
              <a:t> </a:t>
            </a:r>
            <a:r>
              <a:rPr spc="-10" dirty="0"/>
              <a:t>CONVENTIONS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82495" y="1645920"/>
            <a:ext cx="7292340" cy="4508500"/>
            <a:chOff x="1682495" y="1645920"/>
            <a:chExt cx="7292340" cy="45085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2495" y="1645920"/>
              <a:ext cx="2292096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1607" y="1645920"/>
              <a:ext cx="257251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60719" y="1645920"/>
              <a:ext cx="644651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2387" y="1645920"/>
              <a:ext cx="1738884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38287" y="1645920"/>
              <a:ext cx="1336548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2495" y="2133600"/>
              <a:ext cx="1112520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59735" y="2133600"/>
              <a:ext cx="1117091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41547" y="2133600"/>
              <a:ext cx="1136903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41647" y="2133600"/>
              <a:ext cx="1749552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55919" y="2133600"/>
              <a:ext cx="890015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10655" y="2133600"/>
              <a:ext cx="2203704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79080" y="2133600"/>
              <a:ext cx="1095755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82495" y="2621280"/>
              <a:ext cx="2260092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09188" y="2621280"/>
              <a:ext cx="641603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82495" y="3206496"/>
              <a:ext cx="2250948" cy="899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66160" y="3206496"/>
              <a:ext cx="1228343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27219" y="3206496"/>
              <a:ext cx="1677924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71743" y="3206496"/>
              <a:ext cx="646176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50636" y="3206496"/>
              <a:ext cx="1225295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708648" y="3206496"/>
              <a:ext cx="1676400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17763" y="3206496"/>
              <a:ext cx="957072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82495" y="3694176"/>
              <a:ext cx="2229611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65575" y="3694176"/>
              <a:ext cx="944879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71544" y="3694176"/>
              <a:ext cx="2272283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10427" y="3694176"/>
              <a:ext cx="641603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682495" y="4279392"/>
              <a:ext cx="2677668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26763" y="4279392"/>
              <a:ext cx="646176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39183" y="4279392"/>
              <a:ext cx="1156715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962143" y="4279392"/>
              <a:ext cx="1665731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94119" y="4279392"/>
              <a:ext cx="1677924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636763" y="4279392"/>
              <a:ext cx="1338072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682495" y="4767072"/>
              <a:ext cx="2449068" cy="8991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810000" y="4767072"/>
              <a:ext cx="1744979" cy="89915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233416" y="4767072"/>
              <a:ext cx="2164080" cy="89915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075931" y="4767072"/>
              <a:ext cx="1109472" cy="89915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863839" y="4767072"/>
              <a:ext cx="1110996" cy="8991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682495" y="5254752"/>
              <a:ext cx="1296924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535935" y="5254752"/>
              <a:ext cx="2502408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04944" y="5254752"/>
              <a:ext cx="641603" cy="899160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922145" y="1735277"/>
            <a:ext cx="6788150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Statement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Termination: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3200" b="1" spc="7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does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symbol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terminate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statement.</a:t>
            </a:r>
            <a:endParaRPr sz="3200">
              <a:latin typeface="Calibri"/>
              <a:cs typeface="Calibri"/>
            </a:endParaRPr>
          </a:p>
          <a:p>
            <a:pPr marL="12700" marR="8255" algn="just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Maximum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Line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Length: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Line Length be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79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characters.</a:t>
            </a:r>
            <a:endParaRPr sz="32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770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Whitespaces: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always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have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whitespace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around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operators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not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parenthesis.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259079"/>
            <a:ext cx="8378952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820" y="362839"/>
            <a:ext cx="7804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PYTHON</a:t>
            </a:r>
            <a:r>
              <a:rPr spc="5" dirty="0"/>
              <a:t> </a:t>
            </a:r>
            <a:r>
              <a:rPr spc="-10" dirty="0"/>
              <a:t>PROGRAMMING</a:t>
            </a:r>
            <a:r>
              <a:rPr spc="25" dirty="0"/>
              <a:t> </a:t>
            </a:r>
            <a:r>
              <a:rPr spc="-10" dirty="0"/>
              <a:t>CONVENTIONS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82495" y="2289048"/>
            <a:ext cx="7292340" cy="2947670"/>
            <a:chOff x="1682495" y="2289048"/>
            <a:chExt cx="7292340" cy="29476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2495" y="2289048"/>
              <a:ext cx="1447800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4931" y="2289048"/>
              <a:ext cx="89611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35679" y="2289048"/>
              <a:ext cx="1391412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1727" y="2289048"/>
              <a:ext cx="1447800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6127" y="2289048"/>
              <a:ext cx="644651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3451" y="2289048"/>
              <a:ext cx="780288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18375" y="2289048"/>
              <a:ext cx="1520952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93963" y="2289048"/>
              <a:ext cx="88087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82495" y="2776728"/>
              <a:ext cx="2418587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2088" y="2776728"/>
              <a:ext cx="1542288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45380" y="2776728"/>
              <a:ext cx="1078991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5375" y="2776728"/>
              <a:ext cx="1237487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63867" y="2776728"/>
              <a:ext cx="880872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95743" y="2776728"/>
              <a:ext cx="1879092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682495" y="3264408"/>
              <a:ext cx="2257044" cy="899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13403" y="3264408"/>
              <a:ext cx="897636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81272" y="3264408"/>
              <a:ext cx="1947672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99175" y="3264408"/>
              <a:ext cx="797051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66460" y="3264408"/>
              <a:ext cx="1523999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0692" y="3264408"/>
              <a:ext cx="1447800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78724" y="3264408"/>
              <a:ext cx="896112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82495" y="3752088"/>
              <a:ext cx="1389888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1947" y="3752088"/>
              <a:ext cx="1447800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546347" y="3752088"/>
              <a:ext cx="641603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82495" y="4337304"/>
              <a:ext cx="1316736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57271" y="4337304"/>
              <a:ext cx="2046731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70603" y="4337304"/>
              <a:ext cx="646176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73295" y="4337304"/>
              <a:ext cx="1743455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73267" y="4337304"/>
              <a:ext cx="797051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26836" y="4337304"/>
              <a:ext cx="1269491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752843" y="4337304"/>
              <a:ext cx="2017776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237219" y="4337304"/>
              <a:ext cx="641603" cy="89916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922145" y="2378710"/>
            <a:ext cx="6787515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Block</a:t>
            </a:r>
            <a:r>
              <a:rPr sz="32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or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Code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 Block:</a:t>
            </a:r>
            <a:r>
              <a:rPr sz="32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part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of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another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statement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function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called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Block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Code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Block.</a:t>
            </a:r>
            <a:endParaRPr sz="32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Case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Sensitive: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sensitive.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3791" y="3240023"/>
            <a:ext cx="7161530" cy="1092835"/>
            <a:chOff x="1383791" y="3240023"/>
            <a:chExt cx="7161530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3791" y="3240023"/>
              <a:ext cx="7161276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7547" y="3259835"/>
              <a:ext cx="6525768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988566" y="3363848"/>
            <a:ext cx="5953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30" dirty="0">
                <a:solidFill>
                  <a:srgbClr val="622422"/>
                </a:solidFill>
                <a:latin typeface="Calibri"/>
                <a:cs typeface="Calibri"/>
              </a:rPr>
              <a:t>VARIABLES</a:t>
            </a:r>
            <a:r>
              <a:rPr sz="3600" b="1" spc="-35" dirty="0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622422"/>
                </a:solidFill>
                <a:latin typeface="Calibri"/>
                <a:cs typeface="Calibri"/>
              </a:rPr>
              <a:t>AND</a:t>
            </a:r>
            <a:r>
              <a:rPr sz="3600" b="1" spc="-30" dirty="0">
                <a:solidFill>
                  <a:srgbClr val="622422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622422"/>
                </a:solidFill>
                <a:latin typeface="Calibri"/>
                <a:cs typeface="Calibri"/>
              </a:rPr>
              <a:t>ASSIGNMENTS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82495" y="1703832"/>
            <a:ext cx="6268720" cy="1484630"/>
            <a:chOff x="1682495" y="1703832"/>
            <a:chExt cx="6268720" cy="14846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2495" y="1703832"/>
              <a:ext cx="1755648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4659" y="1703832"/>
              <a:ext cx="1520952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72127" y="1703832"/>
              <a:ext cx="1078991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9160" y="1703832"/>
              <a:ext cx="1525524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9675" y="1703832"/>
              <a:ext cx="2052827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09104" y="1703832"/>
              <a:ext cx="641603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2495" y="2289048"/>
              <a:ext cx="1080516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1051" y="2289048"/>
              <a:ext cx="1967483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55135" y="2289048"/>
              <a:ext cx="646176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82795" y="2289048"/>
              <a:ext cx="1565148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02936" y="2289048"/>
              <a:ext cx="736091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05627" y="2289048"/>
              <a:ext cx="944879" cy="89916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922145" y="1696567"/>
            <a:ext cx="5761990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2413000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Named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labels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variables. </a:t>
            </a:r>
            <a:r>
              <a:rPr sz="3200" b="1" spc="-70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32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example:	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marks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=86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428750" y="3500373"/>
          <a:ext cx="7429498" cy="956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29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9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84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3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2044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2054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7370064" y="4067555"/>
            <a:ext cx="589915" cy="1329055"/>
            <a:chOff x="7370064" y="4067555"/>
            <a:chExt cx="589915" cy="1329055"/>
          </a:xfrm>
        </p:grpSpPr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47788" y="4067555"/>
              <a:ext cx="425196" cy="8275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574480" y="4257166"/>
              <a:ext cx="171450" cy="572135"/>
            </a:xfrm>
            <a:custGeom>
              <a:avLst/>
              <a:gdLst/>
              <a:ahLst/>
              <a:cxnLst/>
              <a:rect l="l" t="t" r="r" b="b"/>
              <a:pathLst>
                <a:path w="171450" h="572135">
                  <a:moveTo>
                    <a:pt x="85764" y="75655"/>
                  </a:moveTo>
                  <a:lnTo>
                    <a:pt x="66654" y="108217"/>
                  </a:lnTo>
                  <a:lnTo>
                    <a:pt x="65331" y="571626"/>
                  </a:lnTo>
                  <a:lnTo>
                    <a:pt x="103431" y="571626"/>
                  </a:lnTo>
                  <a:lnTo>
                    <a:pt x="104753" y="108469"/>
                  </a:lnTo>
                  <a:lnTo>
                    <a:pt x="85764" y="75655"/>
                  </a:lnTo>
                  <a:close/>
                </a:path>
                <a:path w="171450" h="572135">
                  <a:moveTo>
                    <a:pt x="107858" y="37845"/>
                  </a:moveTo>
                  <a:lnTo>
                    <a:pt x="104955" y="37845"/>
                  </a:lnTo>
                  <a:lnTo>
                    <a:pt x="104753" y="108469"/>
                  </a:lnTo>
                  <a:lnTo>
                    <a:pt x="135689" y="161924"/>
                  </a:lnTo>
                  <a:lnTo>
                    <a:pt x="140739" y="167550"/>
                  </a:lnTo>
                  <a:lnTo>
                    <a:pt x="147325" y="170735"/>
                  </a:lnTo>
                  <a:lnTo>
                    <a:pt x="154602" y="171229"/>
                  </a:lnTo>
                  <a:lnTo>
                    <a:pt x="161724" y="168782"/>
                  </a:lnTo>
                  <a:lnTo>
                    <a:pt x="167405" y="163804"/>
                  </a:lnTo>
                  <a:lnTo>
                    <a:pt x="170598" y="157241"/>
                  </a:lnTo>
                  <a:lnTo>
                    <a:pt x="171100" y="149941"/>
                  </a:lnTo>
                  <a:lnTo>
                    <a:pt x="168709" y="142747"/>
                  </a:lnTo>
                  <a:lnTo>
                    <a:pt x="107858" y="37845"/>
                  </a:lnTo>
                  <a:close/>
                </a:path>
                <a:path w="171450" h="572135">
                  <a:moveTo>
                    <a:pt x="85905" y="0"/>
                  </a:moveTo>
                  <a:lnTo>
                    <a:pt x="2466" y="142366"/>
                  </a:lnTo>
                  <a:lnTo>
                    <a:pt x="0" y="149488"/>
                  </a:lnTo>
                  <a:lnTo>
                    <a:pt x="450" y="156765"/>
                  </a:lnTo>
                  <a:lnTo>
                    <a:pt x="3591" y="163351"/>
                  </a:lnTo>
                  <a:lnTo>
                    <a:pt x="9197" y="168401"/>
                  </a:lnTo>
                  <a:lnTo>
                    <a:pt x="16392" y="170866"/>
                  </a:lnTo>
                  <a:lnTo>
                    <a:pt x="23707" y="170402"/>
                  </a:lnTo>
                  <a:lnTo>
                    <a:pt x="30307" y="167223"/>
                  </a:lnTo>
                  <a:lnTo>
                    <a:pt x="35359" y="161543"/>
                  </a:lnTo>
                  <a:lnTo>
                    <a:pt x="66654" y="108217"/>
                  </a:lnTo>
                  <a:lnTo>
                    <a:pt x="66855" y="37845"/>
                  </a:lnTo>
                  <a:lnTo>
                    <a:pt x="107858" y="37845"/>
                  </a:lnTo>
                  <a:lnTo>
                    <a:pt x="85905" y="0"/>
                  </a:lnTo>
                  <a:close/>
                </a:path>
                <a:path w="171450" h="572135">
                  <a:moveTo>
                    <a:pt x="104928" y="47370"/>
                  </a:moveTo>
                  <a:lnTo>
                    <a:pt x="69395" y="47370"/>
                  </a:lnTo>
                  <a:lnTo>
                    <a:pt x="102288" y="47497"/>
                  </a:lnTo>
                  <a:lnTo>
                    <a:pt x="85764" y="75655"/>
                  </a:lnTo>
                  <a:lnTo>
                    <a:pt x="104753" y="108469"/>
                  </a:lnTo>
                  <a:lnTo>
                    <a:pt x="104928" y="47370"/>
                  </a:lnTo>
                  <a:close/>
                </a:path>
                <a:path w="171450" h="572135">
                  <a:moveTo>
                    <a:pt x="104955" y="37845"/>
                  </a:moveTo>
                  <a:lnTo>
                    <a:pt x="66855" y="37845"/>
                  </a:lnTo>
                  <a:lnTo>
                    <a:pt x="66654" y="108217"/>
                  </a:lnTo>
                  <a:lnTo>
                    <a:pt x="85764" y="75655"/>
                  </a:lnTo>
                  <a:lnTo>
                    <a:pt x="69395" y="47370"/>
                  </a:lnTo>
                  <a:lnTo>
                    <a:pt x="104928" y="47370"/>
                  </a:lnTo>
                  <a:lnTo>
                    <a:pt x="104955" y="37845"/>
                  </a:lnTo>
                  <a:close/>
                </a:path>
                <a:path w="171450" h="572135">
                  <a:moveTo>
                    <a:pt x="69395" y="47370"/>
                  </a:moveTo>
                  <a:lnTo>
                    <a:pt x="85764" y="75655"/>
                  </a:lnTo>
                  <a:lnTo>
                    <a:pt x="102288" y="47497"/>
                  </a:lnTo>
                  <a:lnTo>
                    <a:pt x="69395" y="4737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70064" y="4806695"/>
              <a:ext cx="589787" cy="5897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513320" y="4949952"/>
              <a:ext cx="303275" cy="303276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6402323" y="5518403"/>
            <a:ext cx="2446020" cy="1045844"/>
            <a:chOff x="6402323" y="5518403"/>
            <a:chExt cx="2446020" cy="1045844"/>
          </a:xfrm>
        </p:grpSpPr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02323" y="5518403"/>
              <a:ext cx="2446020" cy="67970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02323" y="5884163"/>
              <a:ext cx="2177796" cy="67970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580378" y="5586476"/>
            <a:ext cx="199643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0115" algn="l"/>
                <a:tab pos="1170305" algn="l"/>
              </a:tabLst>
            </a:pPr>
            <a:r>
              <a:rPr sz="2400" b="1" spc="-10" dirty="0">
                <a:solidFill>
                  <a:srgbClr val="FFFF00"/>
                </a:solidFill>
                <a:latin typeface="Calibri"/>
                <a:cs typeface="Calibri"/>
              </a:rPr>
              <a:t>marks	</a:t>
            </a:r>
            <a:r>
              <a:rPr sz="2400" b="1" spc="-20" dirty="0">
                <a:solidFill>
                  <a:srgbClr val="FFFF00"/>
                </a:solidFill>
                <a:latin typeface="Calibri"/>
                <a:cs typeface="Calibri"/>
              </a:rPr>
              <a:t>refers</a:t>
            </a:r>
            <a:r>
              <a:rPr sz="2400" b="1" spc="-10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FF00"/>
                </a:solidFill>
                <a:latin typeface="Calibri"/>
                <a:cs typeface="Calibri"/>
              </a:rPr>
              <a:t>to </a:t>
            </a:r>
            <a:r>
              <a:rPr sz="2400" b="1" spc="-5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00"/>
                </a:solidFill>
                <a:latin typeface="Calibri"/>
                <a:cs typeface="Calibri"/>
              </a:rPr>
              <a:t>location	2054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73935" y="1703832"/>
            <a:ext cx="3243580" cy="899160"/>
            <a:chOff x="1773935" y="1703832"/>
            <a:chExt cx="324358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3935" y="1703832"/>
              <a:ext cx="1322832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6331" y="1703832"/>
              <a:ext cx="1565147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6471" y="1703832"/>
              <a:ext cx="736091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72127" y="1703832"/>
              <a:ext cx="944879" cy="89916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013585" y="1793494"/>
            <a:ext cx="27355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Now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marks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=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81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28750" y="2785998"/>
          <a:ext cx="7429498" cy="956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7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29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9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84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F795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3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2044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2054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641348" y="3311652"/>
            <a:ext cx="7371715" cy="3479800"/>
            <a:chOff x="1641348" y="3311652"/>
            <a:chExt cx="7371715" cy="347980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47516" y="3311652"/>
              <a:ext cx="425196" cy="82753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74208" y="3501263"/>
              <a:ext cx="171450" cy="572135"/>
            </a:xfrm>
            <a:custGeom>
              <a:avLst/>
              <a:gdLst/>
              <a:ahLst/>
              <a:cxnLst/>
              <a:rect l="l" t="t" r="r" b="b"/>
              <a:pathLst>
                <a:path w="171450" h="572135">
                  <a:moveTo>
                    <a:pt x="85764" y="75655"/>
                  </a:moveTo>
                  <a:lnTo>
                    <a:pt x="66654" y="108217"/>
                  </a:lnTo>
                  <a:lnTo>
                    <a:pt x="65331" y="571626"/>
                  </a:lnTo>
                  <a:lnTo>
                    <a:pt x="103431" y="571626"/>
                  </a:lnTo>
                  <a:lnTo>
                    <a:pt x="104753" y="108469"/>
                  </a:lnTo>
                  <a:lnTo>
                    <a:pt x="85764" y="75655"/>
                  </a:lnTo>
                  <a:close/>
                </a:path>
                <a:path w="171450" h="572135">
                  <a:moveTo>
                    <a:pt x="107858" y="37846"/>
                  </a:moveTo>
                  <a:lnTo>
                    <a:pt x="104955" y="37846"/>
                  </a:lnTo>
                  <a:lnTo>
                    <a:pt x="104753" y="108469"/>
                  </a:lnTo>
                  <a:lnTo>
                    <a:pt x="135689" y="161925"/>
                  </a:lnTo>
                  <a:lnTo>
                    <a:pt x="140739" y="167550"/>
                  </a:lnTo>
                  <a:lnTo>
                    <a:pt x="147325" y="170735"/>
                  </a:lnTo>
                  <a:lnTo>
                    <a:pt x="154602" y="171229"/>
                  </a:lnTo>
                  <a:lnTo>
                    <a:pt x="161724" y="168782"/>
                  </a:lnTo>
                  <a:lnTo>
                    <a:pt x="167405" y="163804"/>
                  </a:lnTo>
                  <a:lnTo>
                    <a:pt x="170598" y="157241"/>
                  </a:lnTo>
                  <a:lnTo>
                    <a:pt x="171100" y="149941"/>
                  </a:lnTo>
                  <a:lnTo>
                    <a:pt x="168709" y="142748"/>
                  </a:lnTo>
                  <a:lnTo>
                    <a:pt x="107858" y="37846"/>
                  </a:lnTo>
                  <a:close/>
                </a:path>
                <a:path w="171450" h="572135">
                  <a:moveTo>
                    <a:pt x="85905" y="0"/>
                  </a:moveTo>
                  <a:lnTo>
                    <a:pt x="2466" y="142367"/>
                  </a:lnTo>
                  <a:lnTo>
                    <a:pt x="0" y="149488"/>
                  </a:lnTo>
                  <a:lnTo>
                    <a:pt x="450" y="156765"/>
                  </a:lnTo>
                  <a:lnTo>
                    <a:pt x="3591" y="163351"/>
                  </a:lnTo>
                  <a:lnTo>
                    <a:pt x="9197" y="168401"/>
                  </a:lnTo>
                  <a:lnTo>
                    <a:pt x="16392" y="170866"/>
                  </a:lnTo>
                  <a:lnTo>
                    <a:pt x="23707" y="170402"/>
                  </a:lnTo>
                  <a:lnTo>
                    <a:pt x="30307" y="167223"/>
                  </a:lnTo>
                  <a:lnTo>
                    <a:pt x="35359" y="161544"/>
                  </a:lnTo>
                  <a:lnTo>
                    <a:pt x="66654" y="108217"/>
                  </a:lnTo>
                  <a:lnTo>
                    <a:pt x="66855" y="37846"/>
                  </a:lnTo>
                  <a:lnTo>
                    <a:pt x="107858" y="37846"/>
                  </a:lnTo>
                  <a:lnTo>
                    <a:pt x="85905" y="0"/>
                  </a:lnTo>
                  <a:close/>
                </a:path>
                <a:path w="171450" h="572135">
                  <a:moveTo>
                    <a:pt x="104928" y="47371"/>
                  </a:moveTo>
                  <a:lnTo>
                    <a:pt x="69395" y="47371"/>
                  </a:lnTo>
                  <a:lnTo>
                    <a:pt x="102288" y="47498"/>
                  </a:lnTo>
                  <a:lnTo>
                    <a:pt x="85764" y="75655"/>
                  </a:lnTo>
                  <a:lnTo>
                    <a:pt x="104753" y="108469"/>
                  </a:lnTo>
                  <a:lnTo>
                    <a:pt x="104928" y="47371"/>
                  </a:lnTo>
                  <a:close/>
                </a:path>
                <a:path w="171450" h="572135">
                  <a:moveTo>
                    <a:pt x="104955" y="37846"/>
                  </a:moveTo>
                  <a:lnTo>
                    <a:pt x="66855" y="37846"/>
                  </a:lnTo>
                  <a:lnTo>
                    <a:pt x="66654" y="108217"/>
                  </a:lnTo>
                  <a:lnTo>
                    <a:pt x="85764" y="75655"/>
                  </a:lnTo>
                  <a:lnTo>
                    <a:pt x="69395" y="47371"/>
                  </a:lnTo>
                  <a:lnTo>
                    <a:pt x="104928" y="47371"/>
                  </a:lnTo>
                  <a:lnTo>
                    <a:pt x="104955" y="37846"/>
                  </a:lnTo>
                  <a:close/>
                </a:path>
                <a:path w="171450" h="572135">
                  <a:moveTo>
                    <a:pt x="69395" y="47371"/>
                  </a:moveTo>
                  <a:lnTo>
                    <a:pt x="85764" y="75655"/>
                  </a:lnTo>
                  <a:lnTo>
                    <a:pt x="102288" y="47498"/>
                  </a:lnTo>
                  <a:lnTo>
                    <a:pt x="69395" y="47371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69792" y="4052316"/>
              <a:ext cx="589788" cy="588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13048" y="4194048"/>
              <a:ext cx="303275" cy="3032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58440" y="4590288"/>
              <a:ext cx="2446019" cy="6797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58440" y="4956048"/>
              <a:ext cx="2177795" cy="6797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41348" y="5574792"/>
              <a:ext cx="1193291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54708" y="6053328"/>
              <a:ext cx="766571" cy="655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65248" y="5574792"/>
              <a:ext cx="566927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16708" y="5574792"/>
              <a:ext cx="1825751" cy="7894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26992" y="5574792"/>
              <a:ext cx="746760" cy="7894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58283" y="5574792"/>
              <a:ext cx="1522476" cy="7894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65292" y="5574792"/>
              <a:ext cx="850391" cy="789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01739" y="5574792"/>
              <a:ext cx="973836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960107" y="5574792"/>
              <a:ext cx="1173479" cy="7894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19644" y="5574792"/>
              <a:ext cx="1193292" cy="7894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41348" y="6001510"/>
              <a:ext cx="1799844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054096" y="6001510"/>
              <a:ext cx="1363980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30980" y="6001510"/>
              <a:ext cx="1278636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24044" y="6001510"/>
              <a:ext cx="2458211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995160" y="6001510"/>
              <a:ext cx="1940052" cy="78943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850517" y="4657725"/>
            <a:ext cx="6928484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0" marR="3851275">
              <a:lnSpc>
                <a:spcPct val="100000"/>
              </a:lnSpc>
              <a:spcBef>
                <a:spcPts val="100"/>
              </a:spcBef>
              <a:tabLst>
                <a:tab pos="2005964" algn="l"/>
                <a:tab pos="2255520" algn="l"/>
              </a:tabLst>
            </a:pPr>
            <a:r>
              <a:rPr sz="2400" b="1" spc="-10" dirty="0">
                <a:solidFill>
                  <a:srgbClr val="FFFF00"/>
                </a:solidFill>
                <a:latin typeface="Calibri"/>
                <a:cs typeface="Calibri"/>
              </a:rPr>
              <a:t>marks	</a:t>
            </a:r>
            <a:r>
              <a:rPr sz="2400" b="1" spc="-20" dirty="0">
                <a:solidFill>
                  <a:srgbClr val="FFFF00"/>
                </a:solidFill>
                <a:latin typeface="Calibri"/>
                <a:cs typeface="Calibri"/>
              </a:rPr>
              <a:t>refers</a:t>
            </a:r>
            <a:r>
              <a:rPr sz="2400" b="1" spc="-10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b="1" spc="-15" dirty="0">
                <a:solidFill>
                  <a:srgbClr val="FFFF00"/>
                </a:solidFill>
                <a:latin typeface="Calibri"/>
                <a:cs typeface="Calibri"/>
              </a:rPr>
              <a:t>to </a:t>
            </a:r>
            <a:r>
              <a:rPr sz="2400" b="1" spc="-5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00"/>
                </a:solidFill>
                <a:latin typeface="Calibri"/>
                <a:cs typeface="Calibri"/>
              </a:rPr>
              <a:t>location	2026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085"/>
              </a:spcBef>
              <a:tabLst>
                <a:tab pos="988060" algn="l"/>
                <a:tab pos="2498725" algn="l"/>
                <a:tab pos="2929890" algn="l"/>
                <a:tab pos="4137025" algn="l"/>
                <a:tab pos="4673600" algn="l"/>
                <a:tab pos="5332095" algn="l"/>
                <a:tab pos="6191250" algn="l"/>
              </a:tabLst>
            </a:pPr>
            <a:r>
              <a:rPr sz="2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No</a:t>
            </a:r>
            <a:r>
              <a:rPr sz="2800" b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</a:t>
            </a:r>
            <a:r>
              <a:rPr sz="2800" b="1" u="heavy" spc="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e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800" b="1" spc="-160" dirty="0">
                <a:solidFill>
                  <a:srgbClr val="FFFF00"/>
                </a:solidFill>
                <a:latin typeface="Calibri"/>
                <a:cs typeface="Calibri"/>
              </a:rPr>
              <a:t>V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iab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l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s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i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y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hon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d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o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not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h</a:t>
            </a:r>
            <a:r>
              <a:rPr sz="2800" b="1" spc="-4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800" b="1" spc="-35" dirty="0">
                <a:solidFill>
                  <a:srgbClr val="FFFF00"/>
                </a:solidFill>
                <a:latin typeface="Calibri"/>
                <a:cs typeface="Calibri"/>
              </a:rPr>
              <a:t>v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fi</a:t>
            </a:r>
            <a:r>
              <a:rPr sz="2800" b="1" spc="-65" dirty="0">
                <a:solidFill>
                  <a:srgbClr val="FFFF00"/>
                </a:solidFill>
                <a:latin typeface="Calibri"/>
                <a:cs typeface="Calibri"/>
              </a:rPr>
              <a:t>x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ed  locations</a:t>
            </a:r>
            <a:r>
              <a:rPr sz="2800" b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unlike</a:t>
            </a:r>
            <a:r>
              <a:rPr sz="2800" b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other</a:t>
            </a:r>
            <a:r>
              <a:rPr sz="2800" b="1" spc="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programming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languages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1560575"/>
            <a:ext cx="3507104" cy="899160"/>
            <a:chOff x="1754123" y="1560575"/>
            <a:chExt cx="3507104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1560575"/>
              <a:ext cx="1706879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15995" y="1560575"/>
              <a:ext cx="819911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93947" y="1560575"/>
              <a:ext cx="1754124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4672" y="1560575"/>
              <a:ext cx="646176" cy="89916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411224" y="2731007"/>
            <a:ext cx="7635240" cy="1386840"/>
            <a:chOff x="1411224" y="2731007"/>
            <a:chExt cx="7635240" cy="138684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1224" y="2731007"/>
              <a:ext cx="1598676" cy="8991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76500" y="2731007"/>
              <a:ext cx="646176" cy="8991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82824" y="2731007"/>
              <a:ext cx="2505455" cy="8991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48427" y="2731007"/>
              <a:ext cx="1228344" cy="8991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36920" y="2731007"/>
              <a:ext cx="797051" cy="8991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94120" y="2731007"/>
              <a:ext cx="970787" cy="8991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25056" y="2731007"/>
              <a:ext cx="1155192" cy="89915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40395" y="2731007"/>
              <a:ext cx="1306068" cy="8991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4124" y="3218687"/>
              <a:ext cx="1426464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38627" y="3218687"/>
              <a:ext cx="1374648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1316" y="3218687"/>
              <a:ext cx="797051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26408" y="3218687"/>
              <a:ext cx="1525524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08447" y="3218687"/>
              <a:ext cx="1600200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75247" y="3218687"/>
              <a:ext cx="641603" cy="89916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411224" y="4389120"/>
            <a:ext cx="7635240" cy="1386840"/>
            <a:chOff x="1411224" y="4389120"/>
            <a:chExt cx="7635240" cy="1386840"/>
          </a:xfrm>
        </p:grpSpPr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1224" y="4389120"/>
              <a:ext cx="1667256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5080" y="4389120"/>
              <a:ext cx="646176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1968" y="4389120"/>
              <a:ext cx="2505456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98136" y="4389120"/>
              <a:ext cx="1228343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27191" y="4389120"/>
              <a:ext cx="797052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4956" y="4389120"/>
              <a:ext cx="970788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96456" y="4389120"/>
              <a:ext cx="1210055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508747" y="4389120"/>
              <a:ext cx="1537716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4124" y="4876800"/>
              <a:ext cx="1426464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38627" y="4876800"/>
              <a:ext cx="1374648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1316" y="4876800"/>
              <a:ext cx="797051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26408" y="4876800"/>
              <a:ext cx="1525524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08447" y="4876800"/>
              <a:ext cx="1668779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43827" y="4876800"/>
              <a:ext cx="641603" cy="89916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650619" y="1650619"/>
            <a:ext cx="7128509" cy="3830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lvalues</a:t>
            </a:r>
            <a:r>
              <a:rPr sz="32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&amp;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rvalues: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355600" marR="7620" indent="-342900">
              <a:lnSpc>
                <a:spcPct val="100000"/>
              </a:lnSpc>
              <a:tabLst>
                <a:tab pos="1384300" algn="l"/>
                <a:tab pos="3550285" algn="l"/>
                <a:tab pos="4438650" algn="l"/>
                <a:tab pos="4895850" algn="l"/>
                <a:tab pos="5527040" algn="l"/>
                <a:tab pos="6342380" algn="l"/>
              </a:tabLst>
            </a:pPr>
            <a:r>
              <a:rPr sz="3200" b="1" spc="-120" dirty="0">
                <a:solidFill>
                  <a:srgbClr val="FFFF00"/>
                </a:solidFill>
                <a:latin typeface="Calibri"/>
                <a:cs typeface="Calibri"/>
              </a:rPr>
              <a:t>L</a:t>
            </a:r>
            <a:r>
              <a:rPr sz="3200" b="1" spc="-55" dirty="0">
                <a:solidFill>
                  <a:srgbClr val="FFFF00"/>
                </a:solidFill>
                <a:latin typeface="Calibri"/>
                <a:cs typeface="Calibri"/>
              </a:rPr>
              <a:t>v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lu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e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:	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Exp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sions	t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	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	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n	LHS	(L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ft 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Hand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Side)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called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Lvalue.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</a:pP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Rvalue:</a:t>
            </a:r>
            <a:r>
              <a:rPr sz="3200" b="1" spc="3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Expressions</a:t>
            </a:r>
            <a:r>
              <a:rPr sz="3200" b="1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3200" b="1" spc="3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b="1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3200" b="1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RHS</a:t>
            </a:r>
            <a:r>
              <a:rPr sz="3200" b="1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(Right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Hand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Side)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Rvalue.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9435" y="2074164"/>
            <a:ext cx="1295400" cy="89916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82495" y="1488947"/>
            <a:ext cx="5941060" cy="1972310"/>
            <a:chOff x="1682495" y="1488947"/>
            <a:chExt cx="5941060" cy="19723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2495" y="1488947"/>
              <a:ext cx="1972056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1067" y="1488947"/>
              <a:ext cx="2670048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2495" y="2074163"/>
              <a:ext cx="1741932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80816" y="2074163"/>
              <a:ext cx="797051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2731" y="2074163"/>
              <a:ext cx="1264919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54039" y="2074163"/>
              <a:ext cx="1969008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82495" y="2561844"/>
              <a:ext cx="2461260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98747" y="2561844"/>
              <a:ext cx="2421636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86983" y="2561844"/>
              <a:ext cx="641603" cy="89916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922145" y="1482318"/>
            <a:ext cx="6785609" cy="16840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Multiple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Assignments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  <a:tabLst>
                <a:tab pos="1811020" algn="l"/>
                <a:tab pos="2663190" algn="l"/>
                <a:tab pos="3984625" algn="l"/>
                <a:tab pos="6010275" algn="l"/>
              </a:tabLst>
            </a:pPr>
            <a:r>
              <a:rPr sz="3200" b="1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ython	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	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y	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tile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with  assignment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statements.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39596" y="3732276"/>
            <a:ext cx="7635240" cy="899160"/>
            <a:chOff x="1339596" y="3732276"/>
            <a:chExt cx="7635240" cy="899160"/>
          </a:xfrm>
        </p:grpSpPr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39596" y="3732276"/>
              <a:ext cx="739140" cy="8991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45336" y="3732276"/>
              <a:ext cx="641604" cy="8991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78152" y="3732276"/>
              <a:ext cx="2124455" cy="8991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93819" y="3732276"/>
              <a:ext cx="1429512" cy="8991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14543" y="3732276"/>
              <a:ext cx="1441703" cy="8991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47460" y="3732276"/>
              <a:ext cx="890015" cy="8991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30211" y="3732276"/>
              <a:ext cx="1944624" cy="8991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587743" y="3822953"/>
            <a:ext cx="21202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5325" algn="l"/>
              </a:tabLst>
            </a:pP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to	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multiple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682495" y="4219955"/>
            <a:ext cx="4456430" cy="1484630"/>
            <a:chOff x="1682495" y="4219955"/>
            <a:chExt cx="4456430" cy="1484630"/>
          </a:xfrm>
        </p:grpSpPr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82495" y="4219955"/>
              <a:ext cx="2052828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01923" y="4219955"/>
              <a:ext cx="646176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68395" y="4805172"/>
              <a:ext cx="2558796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93792" y="4805172"/>
              <a:ext cx="944880" cy="89915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79244" y="3822953"/>
            <a:ext cx="4711700" cy="158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2566670" algn="l"/>
                <a:tab pos="3787775" algn="l"/>
              </a:tabLst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1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.		Assi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g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ni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g	s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e	</a:t>
            </a:r>
            <a:r>
              <a:rPr sz="3200" b="1" spc="-50" dirty="0">
                <a:solidFill>
                  <a:srgbClr val="FFFF00"/>
                </a:solidFill>
                <a:latin typeface="Calibri"/>
                <a:cs typeface="Calibri"/>
              </a:rPr>
              <a:t>v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alue 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variables: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a=b=c=d=e=10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1417319"/>
            <a:ext cx="4198620" cy="899160"/>
            <a:chOff x="1754123" y="1417319"/>
            <a:chExt cx="419862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1417319"/>
              <a:ext cx="1972055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2695" y="1417319"/>
              <a:ext cx="2670048" cy="89916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754123" y="2587751"/>
            <a:ext cx="7292340" cy="1386840"/>
            <a:chOff x="1754123" y="2587751"/>
            <a:chExt cx="7292340" cy="13868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123" y="2587751"/>
              <a:ext cx="739139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9863" y="2587751"/>
              <a:ext cx="641604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83891" y="2587751"/>
              <a:ext cx="2124456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90772" y="2587751"/>
              <a:ext cx="1970531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43727" y="2587751"/>
              <a:ext cx="160477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30923" y="2587751"/>
              <a:ext cx="890016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03364" y="2587751"/>
              <a:ext cx="1943100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4123" y="3075431"/>
              <a:ext cx="2052827" cy="8991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73551" y="3075431"/>
              <a:ext cx="646176" cy="89915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2325623" y="3660647"/>
            <a:ext cx="2856230" cy="899160"/>
            <a:chOff x="2325623" y="3660647"/>
            <a:chExt cx="2856230" cy="899160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25623" y="3660647"/>
              <a:ext cx="1324355" cy="8991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06495" y="3660647"/>
              <a:ext cx="736092" cy="899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09187" y="3660647"/>
              <a:ext cx="739139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14927" y="3660647"/>
              <a:ext cx="638555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20083" y="3660647"/>
              <a:ext cx="944880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31563" y="3660647"/>
              <a:ext cx="638556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36719" y="3660647"/>
              <a:ext cx="944879" cy="89915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993519" y="1507616"/>
            <a:ext cx="6787515" cy="2757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Multiple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Assignments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2.</a:t>
            </a:r>
            <a:r>
              <a:rPr sz="3200" b="1" spc="1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Assigning</a:t>
            </a:r>
            <a:r>
              <a:rPr sz="3200" b="1" spc="19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Multiple</a:t>
            </a:r>
            <a:r>
              <a:rPr sz="3200" b="1" spc="19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values</a:t>
            </a:r>
            <a:r>
              <a:rPr sz="3200" b="1" spc="1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3200" b="1" spc="19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multiple </a:t>
            </a:r>
            <a:r>
              <a:rPr sz="3200" b="1" spc="-7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variables:</a:t>
            </a:r>
            <a:endParaRPr sz="3200">
              <a:latin typeface="Calibri"/>
              <a:cs typeface="Calibri"/>
            </a:endParaRPr>
          </a:p>
          <a:p>
            <a:pPr marL="5842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p,q,r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=5,10,15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325623" y="4245864"/>
            <a:ext cx="5052060" cy="2070100"/>
            <a:chOff x="2325623" y="4245864"/>
            <a:chExt cx="5052060" cy="2070100"/>
          </a:xfrm>
        </p:grpSpPr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25623" y="4245864"/>
              <a:ext cx="1802892" cy="8991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83507" y="4245864"/>
              <a:ext cx="804672" cy="8991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47744" y="4245864"/>
              <a:ext cx="1138427" cy="8991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742688" y="4245864"/>
              <a:ext cx="1353312" cy="8991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35395" y="4245864"/>
              <a:ext cx="944879" cy="8991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32803" y="4245864"/>
              <a:ext cx="944879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325623" y="4831080"/>
              <a:ext cx="1074420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66643" y="4831080"/>
              <a:ext cx="736092" cy="899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069335" y="4831080"/>
              <a:ext cx="1074419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25623" y="5416296"/>
              <a:ext cx="1353312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33927" y="5416296"/>
              <a:ext cx="659891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360419" y="5416296"/>
              <a:ext cx="1074420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01439" y="5416296"/>
              <a:ext cx="659891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20895" y="5416296"/>
              <a:ext cx="1138427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815839" y="5416296"/>
              <a:ext cx="1353312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08547" y="5416296"/>
              <a:ext cx="944879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05955" y="5416296"/>
              <a:ext cx="739140" cy="899160"/>
            </a:xfrm>
            <a:prstGeom prst="rect">
              <a:avLst/>
            </a:prstGeom>
          </p:spPr>
        </p:pic>
      </p:grp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2545969" y="4451222"/>
          <a:ext cx="4583429" cy="15776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2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947">
                <a:tc>
                  <a:txBody>
                    <a:bodyPr/>
                    <a:lstStyle/>
                    <a:p>
                      <a:pPr marL="31750">
                        <a:lnSpc>
                          <a:spcPts val="3045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print(q,</a:t>
                      </a: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r)</a:t>
                      </a: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3045"/>
                        </a:lnSpc>
                        <a:tabLst>
                          <a:tab pos="665480" algn="l"/>
                        </a:tabLst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	15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520">
                <a:tc>
                  <a:txBody>
                    <a:bodyPr/>
                    <a:lstStyle/>
                    <a:p>
                      <a:pPr marL="31750">
                        <a:lnSpc>
                          <a:spcPts val="3745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p,q=q,p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176">
                <a:tc>
                  <a:txBody>
                    <a:bodyPr/>
                    <a:lstStyle/>
                    <a:p>
                      <a:pPr marL="31750">
                        <a:lnSpc>
                          <a:spcPts val="3745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</a:t>
                      </a: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(p,q) will</a:t>
                      </a:r>
                      <a:r>
                        <a:rPr sz="3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print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3745"/>
                        </a:lnSpc>
                        <a:tabLst>
                          <a:tab pos="605790" algn="l"/>
                        </a:tabLst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	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1345691"/>
            <a:ext cx="4198620" cy="899160"/>
            <a:chOff x="1754123" y="1345691"/>
            <a:chExt cx="4198620" cy="8991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1345691"/>
              <a:ext cx="1972055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2695" y="1345691"/>
              <a:ext cx="2670048" cy="89916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411224" y="2516123"/>
            <a:ext cx="7635240" cy="4312920"/>
            <a:chOff x="1411224" y="2516123"/>
            <a:chExt cx="7635240" cy="431292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4124" y="2516123"/>
              <a:ext cx="739139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9864" y="2516123"/>
              <a:ext cx="641604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83892" y="2516123"/>
              <a:ext cx="2124456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90772" y="2516123"/>
              <a:ext cx="1970531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43727" y="2516123"/>
              <a:ext cx="160477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30924" y="2516123"/>
              <a:ext cx="890016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03364" y="2516123"/>
              <a:ext cx="1943100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54124" y="3003803"/>
              <a:ext cx="2052827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73552" y="3003803"/>
              <a:ext cx="646176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25624" y="3589019"/>
              <a:ext cx="1333500" cy="8991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14116" y="3589019"/>
              <a:ext cx="736092" cy="8991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09772" y="3589019"/>
              <a:ext cx="739139" cy="899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15512" y="3589019"/>
              <a:ext cx="638556" cy="8991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20668" y="3589019"/>
              <a:ext cx="944880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32147" y="3589019"/>
              <a:ext cx="638555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37303" y="3589019"/>
              <a:ext cx="739139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25624" y="4174235"/>
              <a:ext cx="1333500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07080" y="4174235"/>
              <a:ext cx="736091" cy="89915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94175" y="4174235"/>
              <a:ext cx="937260" cy="89915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98036" y="4174235"/>
              <a:ext cx="739139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03775" y="4174235"/>
              <a:ext cx="638555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500372" y="4174235"/>
              <a:ext cx="954024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0995" y="4174235"/>
              <a:ext cx="739139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26736" y="4174235"/>
              <a:ext cx="638556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24856" y="4174235"/>
              <a:ext cx="704088" cy="8991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495544" y="4174235"/>
              <a:ext cx="658368" cy="8991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20512" y="4174235"/>
              <a:ext cx="739139" cy="8991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325624" y="4759451"/>
              <a:ext cx="1479803" cy="8991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272028" y="4759451"/>
              <a:ext cx="1331976" cy="8991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070603" y="4759451"/>
              <a:ext cx="659891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285488" y="4759451"/>
              <a:ext cx="1138427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980432" y="4759451"/>
              <a:ext cx="1353312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90259" y="4759451"/>
              <a:ext cx="739139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188964" y="4759451"/>
              <a:ext cx="739139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87668" y="4759451"/>
              <a:ext cx="944880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11224" y="5344667"/>
              <a:ext cx="1397508" cy="8991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224" y="5929882"/>
              <a:ext cx="960119" cy="8991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37944" y="5929882"/>
              <a:ext cx="944880" cy="89916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650619" y="1436370"/>
            <a:ext cx="7129780" cy="5099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Multiple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Assignments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40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2.</a:t>
            </a:r>
            <a:r>
              <a:rPr sz="3200" b="1" spc="1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Assigning</a:t>
            </a:r>
            <a:r>
              <a:rPr sz="3200" b="1" spc="1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Multiple</a:t>
            </a:r>
            <a:r>
              <a:rPr sz="3200" b="1" spc="1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values</a:t>
            </a:r>
            <a:r>
              <a:rPr sz="3200" b="1" spc="18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3200" b="1" spc="18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multiple </a:t>
            </a:r>
            <a:r>
              <a:rPr sz="3200" b="1" spc="-7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variables:</a:t>
            </a:r>
            <a:endParaRPr sz="3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a,b,c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5,10,7</a:t>
            </a:r>
            <a:endParaRPr sz="3200">
              <a:latin typeface="Calibri"/>
              <a:cs typeface="Calibri"/>
            </a:endParaRPr>
          </a:p>
          <a:p>
            <a:pPr marL="927100" marR="1619885">
              <a:lnSpc>
                <a:spcPts val="4610"/>
              </a:lnSpc>
              <a:spcBef>
                <a:spcPts val="280"/>
              </a:spcBef>
              <a:tabLst>
                <a:tab pos="1908175" algn="l"/>
                <a:tab pos="229552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b,c,a	=	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a+1, b+2,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 c-1 </a:t>
            </a:r>
            <a:r>
              <a:rPr sz="3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print(a,b,c)</a:t>
            </a:r>
            <a:r>
              <a:rPr sz="3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32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print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3200" b="1" spc="-65" dirty="0">
                <a:solidFill>
                  <a:srgbClr val="FFFFFF"/>
                </a:solidFill>
                <a:latin typeface="Calibri"/>
                <a:cs typeface="Calibri"/>
              </a:rPr>
              <a:t>Now,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X=10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54123" y="1345691"/>
            <a:ext cx="7292340" cy="1972310"/>
            <a:chOff x="1754123" y="1345691"/>
            <a:chExt cx="7292340" cy="19723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4123" y="1345691"/>
              <a:ext cx="1972055" cy="899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2695" y="1345691"/>
              <a:ext cx="2670048" cy="8991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5623" y="1930908"/>
              <a:ext cx="2505455" cy="8991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38472" y="1930908"/>
              <a:ext cx="2208276" cy="8991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54139" y="1930908"/>
              <a:ext cx="941832" cy="8991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03364" y="1930908"/>
              <a:ext cx="1943100" cy="8991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4123" y="2418588"/>
              <a:ext cx="1078991" cy="8991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91155" y="2418588"/>
              <a:ext cx="2199132" cy="899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43755" y="2418588"/>
              <a:ext cx="1351788" cy="8991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53583" y="2418588"/>
              <a:ext cx="1104900" cy="899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18047" y="2418588"/>
              <a:ext cx="890016" cy="899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66103" y="2418588"/>
              <a:ext cx="1328927" cy="899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61632" y="2418588"/>
              <a:ext cx="641603" cy="89916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11224" y="3003804"/>
            <a:ext cx="1397508" cy="89916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50619" y="1339443"/>
            <a:ext cx="7129145" cy="226949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865"/>
              </a:spcBef>
            </a:pP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Multiple</a:t>
            </a:r>
            <a:r>
              <a:rPr sz="32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Assignments</a:t>
            </a:r>
            <a:endParaRPr sz="3200">
              <a:latin typeface="Calibri"/>
              <a:cs typeface="Calibri"/>
            </a:endParaRPr>
          </a:p>
          <a:p>
            <a:pPr marL="355600" marR="5080" indent="571500">
              <a:lnSpc>
                <a:spcPct val="100000"/>
              </a:lnSpc>
              <a:spcBef>
                <a:spcPts val="770"/>
              </a:spcBef>
              <a:tabLst>
                <a:tab pos="3140075" algn="l"/>
                <a:tab pos="5055870" algn="l"/>
                <a:tab pos="5705475" algn="l"/>
              </a:tabLst>
            </a:pP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Exp</a:t>
            </a:r>
            <a:r>
              <a:rPr sz="3200" b="1" spc="-25" dirty="0">
                <a:solidFill>
                  <a:srgbClr val="FFFF00"/>
                </a:solidFill>
                <a:latin typeface="Calibri"/>
                <a:cs typeface="Calibri"/>
              </a:rPr>
              <a:t>r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ession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s	se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spc="-80" dirty="0">
                <a:solidFill>
                  <a:srgbClr val="FFFF00"/>
                </a:solidFill>
                <a:latin typeface="Calibri"/>
                <a:cs typeface="Calibri"/>
              </a:rPr>
              <a:t>r</a:t>
            </a:r>
            <a:r>
              <a:rPr sz="3200" b="1" spc="-35" dirty="0">
                <a:solidFill>
                  <a:srgbClr val="FFFF00"/>
                </a:solidFill>
                <a:latin typeface="Calibri"/>
                <a:cs typeface="Calibri"/>
              </a:rPr>
              <a:t>at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e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d	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b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y	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com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m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s 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sz="32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evaluated</a:t>
            </a:r>
            <a:r>
              <a:rPr sz="3200" b="1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from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00"/>
                </a:solidFill>
                <a:latin typeface="Calibri"/>
                <a:cs typeface="Calibri"/>
              </a:rPr>
              <a:t>left</a:t>
            </a:r>
            <a:r>
              <a:rPr sz="32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15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32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00"/>
                </a:solidFill>
                <a:latin typeface="Calibri"/>
                <a:cs typeface="Calibri"/>
              </a:rPr>
              <a:t>right.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65" dirty="0">
                <a:solidFill>
                  <a:srgbClr val="FFFFFF"/>
                </a:solidFill>
                <a:latin typeface="Calibri"/>
                <a:cs typeface="Calibri"/>
              </a:rPr>
              <a:t>Now,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11224" y="3589020"/>
            <a:ext cx="3659504" cy="2070100"/>
            <a:chOff x="1411224" y="3589020"/>
            <a:chExt cx="3659504" cy="2070100"/>
          </a:xfrm>
        </p:grpSpPr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11224" y="3589020"/>
              <a:ext cx="720851" cy="89915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25624" y="3589020"/>
              <a:ext cx="736092" cy="899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1224" y="4174236"/>
              <a:ext cx="998219" cy="8991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25624" y="4174236"/>
              <a:ext cx="736092" cy="89915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1224" y="4759452"/>
              <a:ext cx="998219" cy="8991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25624" y="4759452"/>
              <a:ext cx="736092" cy="8991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40024" y="3589020"/>
              <a:ext cx="944879" cy="899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40024" y="4174236"/>
              <a:ext cx="923544" cy="89915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30168" y="4174236"/>
              <a:ext cx="739139" cy="8991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835908" y="4174236"/>
              <a:ext cx="1028700" cy="89915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31208" y="4174236"/>
              <a:ext cx="739139" cy="89915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40024" y="4759452"/>
              <a:ext cx="944879" cy="8991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651503" y="4759452"/>
              <a:ext cx="638555" cy="8991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56659" y="4759452"/>
              <a:ext cx="944880" cy="899160"/>
            </a:xfrm>
            <a:prstGeom prst="rect">
              <a:avLst/>
            </a:prstGeom>
          </p:spPr>
        </p:pic>
      </p:grp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1631569" y="3794378"/>
          <a:ext cx="3190239" cy="15775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1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947">
                <a:tc>
                  <a:txBody>
                    <a:bodyPr/>
                    <a:lstStyle/>
                    <a:p>
                      <a:pPr marL="31750">
                        <a:lnSpc>
                          <a:spcPts val="3045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3045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3045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95">
                <a:tc>
                  <a:txBody>
                    <a:bodyPr/>
                    <a:lstStyle/>
                    <a:p>
                      <a:pPr marL="31750">
                        <a:lnSpc>
                          <a:spcPts val="3745"/>
                        </a:lnSpc>
                      </a:pPr>
                      <a:r>
                        <a:rPr sz="32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y,y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3745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3745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x+2,x+5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150">
                <a:tc>
                  <a:txBody>
                    <a:bodyPr/>
                    <a:lstStyle/>
                    <a:p>
                      <a:pPr marL="31750">
                        <a:lnSpc>
                          <a:spcPts val="3745"/>
                        </a:lnSpc>
                      </a:pPr>
                      <a:r>
                        <a:rPr sz="32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y,y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3745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ts val="3745"/>
                        </a:lnSpc>
                      </a:pPr>
                      <a:r>
                        <a:rPr sz="3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12,15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1411224" y="5344667"/>
            <a:ext cx="6461760" cy="1484630"/>
            <a:chOff x="1411224" y="5344667"/>
            <a:chExt cx="6461760" cy="1484630"/>
          </a:xfrm>
        </p:grpSpPr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11224" y="5344667"/>
              <a:ext cx="1261872" cy="8991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28088" y="5344667"/>
              <a:ext cx="783336" cy="89916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569463" y="5344667"/>
              <a:ext cx="1138427" cy="89916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265931" y="5344667"/>
              <a:ext cx="1571243" cy="8991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390644" y="5344667"/>
              <a:ext cx="725424" cy="8991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75632" y="5344667"/>
              <a:ext cx="736091" cy="8991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69764" y="5344667"/>
              <a:ext cx="944880" cy="89916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475732" y="5344667"/>
              <a:ext cx="1315212" cy="8991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348983" y="5344667"/>
              <a:ext cx="725423" cy="89916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32447" y="5344667"/>
              <a:ext cx="736092" cy="8991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28103" y="5344667"/>
              <a:ext cx="944879" cy="8991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11224" y="5929882"/>
              <a:ext cx="944880" cy="89916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914144" y="5929882"/>
              <a:ext cx="1798320" cy="89916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268980" y="5929882"/>
              <a:ext cx="1138427" cy="8991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5447" y="5929882"/>
              <a:ext cx="1353312" cy="8991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73752" y="5929882"/>
              <a:ext cx="944879" cy="89916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1650619" y="5338673"/>
            <a:ext cx="5955030" cy="1196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95"/>
              </a:spcBef>
            </a:pPr>
            <a:r>
              <a:rPr sz="3200" b="1" spc="-15" dirty="0">
                <a:solidFill>
                  <a:srgbClr val="FFFFFF"/>
                </a:solidFill>
                <a:latin typeface="Calibri"/>
                <a:cs typeface="Calibri"/>
              </a:rPr>
              <a:t>First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It will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assign y =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12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then y =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15 </a:t>
            </a:r>
            <a:r>
              <a:rPr sz="3200" b="1" spc="-7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So print(y)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32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print</a:t>
            </a:r>
            <a:r>
              <a:rPr sz="32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784604" y="1694688"/>
            <a:ext cx="7228840" cy="1740535"/>
            <a:chOff x="1784604" y="1694688"/>
            <a:chExt cx="7228840" cy="17405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4604" y="1694688"/>
              <a:ext cx="1755647" cy="7924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0108" y="1694688"/>
              <a:ext cx="1440180" cy="7924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17848" y="1694688"/>
              <a:ext cx="569976" cy="7924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6104" y="2218944"/>
              <a:ext cx="684276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5100" y="2218944"/>
              <a:ext cx="1658112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7932" y="2218944"/>
              <a:ext cx="1694688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88863" y="2218944"/>
              <a:ext cx="780288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33872" y="2218944"/>
              <a:ext cx="644651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43244" y="2218944"/>
              <a:ext cx="1267968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75932" y="2218944"/>
              <a:ext cx="772668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13319" y="2218944"/>
              <a:ext cx="1499616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84604" y="2645663"/>
              <a:ext cx="1129283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61844" y="2645663"/>
              <a:ext cx="982980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94304" y="2645663"/>
              <a:ext cx="838199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80460" y="2645663"/>
              <a:ext cx="1303019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31436" y="2645663"/>
              <a:ext cx="781812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061204" y="2645663"/>
              <a:ext cx="1248155" cy="7894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57316" y="2645663"/>
              <a:ext cx="780288" cy="7894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5560" y="2645663"/>
              <a:ext cx="644652" cy="7894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78168" y="2645663"/>
              <a:ext cx="2334768" cy="78943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993519" y="1674827"/>
            <a:ext cx="6784975" cy="15017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Dynamic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Typing:</a:t>
            </a:r>
            <a:endParaRPr sz="2800">
              <a:latin typeface="Calibri"/>
              <a:cs typeface="Calibri"/>
            </a:endParaRPr>
          </a:p>
          <a:p>
            <a:pPr marL="12700" marR="5080" indent="571500">
              <a:lnSpc>
                <a:spcPct val="100000"/>
              </a:lnSpc>
              <a:spcBef>
                <a:spcPts val="770"/>
              </a:spcBef>
              <a:tabLst>
                <a:tab pos="932815" algn="l"/>
                <a:tab pos="2256155" algn="l"/>
                <a:tab pos="3616960" algn="l"/>
                <a:tab pos="4062095" algn="l"/>
                <a:tab pos="4371340" algn="l"/>
                <a:tab pos="5304790" algn="l"/>
                <a:tab pos="5741670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	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able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po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ting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alue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  type</a:t>
            </a:r>
            <a:r>
              <a:rPr sz="2800" b="1" spc="2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800" b="1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800" b="1" spc="2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made</a:t>
            </a:r>
            <a:r>
              <a:rPr sz="2800" b="1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point</a:t>
            </a:r>
            <a:r>
              <a:rPr sz="2800" b="1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2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2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value/object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784604" y="3072383"/>
            <a:ext cx="7228840" cy="789940"/>
            <a:chOff x="1784604" y="3072383"/>
            <a:chExt cx="7228840" cy="789940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84604" y="3072383"/>
              <a:ext cx="772668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51532" y="3072383"/>
              <a:ext cx="1758695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04488" y="3072383"/>
              <a:ext cx="1129284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29555" y="3072383"/>
              <a:ext cx="1011936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35751" y="3072383"/>
              <a:ext cx="697991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28004" y="3072383"/>
              <a:ext cx="1336548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258812" y="3072383"/>
              <a:ext cx="1754124" cy="78943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039105" y="3151758"/>
            <a:ext cx="37388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8515" algn="l"/>
                <a:tab pos="1310640" algn="l"/>
                <a:tab pos="2441575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this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ca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led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D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ynamic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441703" y="3499103"/>
            <a:ext cx="2950845" cy="2837815"/>
            <a:chOff x="1441703" y="3499103"/>
            <a:chExt cx="2950845" cy="2837815"/>
          </a:xfrm>
        </p:grpSpPr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84603" y="3499103"/>
              <a:ext cx="1437132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52343" y="3499103"/>
              <a:ext cx="563880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41703" y="4011167"/>
              <a:ext cx="809244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781555" y="4011167"/>
              <a:ext cx="829056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41703" y="4523231"/>
              <a:ext cx="1569720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41703" y="5035295"/>
              <a:ext cx="963168" cy="78943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017775" y="5035295"/>
              <a:ext cx="1235964" cy="78943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866643" y="5035295"/>
              <a:ext cx="1525524" cy="78943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41703" y="5547359"/>
              <a:ext cx="1569720" cy="789431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1650619" y="3151758"/>
            <a:ext cx="3149600" cy="292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>
              <a:lnSpc>
                <a:spcPct val="100000"/>
              </a:lnSpc>
              <a:spcBef>
                <a:spcPts val="95"/>
              </a:spcBef>
              <a:tabLst>
                <a:tab pos="922019" algn="l"/>
                <a:tab pos="2475230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dif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type 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Typing.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x=10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print(x)</a:t>
            </a:r>
            <a:endParaRPr sz="2800">
              <a:latin typeface="Calibri"/>
              <a:cs typeface="Calibri"/>
            </a:endParaRPr>
          </a:p>
          <a:p>
            <a:pPr marL="12700" marR="645795">
              <a:lnSpc>
                <a:spcPct val="12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x=“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Hello </a:t>
            </a: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World” </a:t>
            </a:r>
            <a:r>
              <a:rPr sz="2800" b="1" spc="-6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print(x)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1574291"/>
            <a:ext cx="2586355" cy="1813560"/>
            <a:chOff x="1298447" y="1574291"/>
            <a:chExt cx="2586355" cy="18135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1574291"/>
              <a:ext cx="1528572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400" y="1574291"/>
              <a:ext cx="995172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6475" y="1574291"/>
              <a:ext cx="838200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8447" y="2086355"/>
              <a:ext cx="829055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8447" y="2598419"/>
              <a:ext cx="1235964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47315" y="2598419"/>
              <a:ext cx="1371600" cy="78943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507616" y="1567713"/>
            <a:ext cx="214312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Output will be </a:t>
            </a:r>
            <a:r>
              <a:rPr sz="2800" b="1" spc="-6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Hello</a:t>
            </a: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 World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96511" y="3025139"/>
            <a:ext cx="3229610" cy="871855"/>
            <a:chOff x="4096511" y="3025139"/>
            <a:chExt cx="3229610" cy="871855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96511" y="3047999"/>
              <a:ext cx="809243" cy="6659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43755" y="3072383"/>
              <a:ext cx="714756" cy="5714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143755" y="3072383"/>
              <a:ext cx="715010" cy="571500"/>
            </a:xfrm>
            <a:custGeom>
              <a:avLst/>
              <a:gdLst/>
              <a:ahLst/>
              <a:cxnLst/>
              <a:rect l="l" t="t" r="r" b="b"/>
              <a:pathLst>
                <a:path w="715010" h="571500">
                  <a:moveTo>
                    <a:pt x="95250" y="0"/>
                  </a:moveTo>
                  <a:lnTo>
                    <a:pt x="619506" y="0"/>
                  </a:lnTo>
                  <a:lnTo>
                    <a:pt x="656570" y="7489"/>
                  </a:lnTo>
                  <a:lnTo>
                    <a:pt x="686847" y="27908"/>
                  </a:lnTo>
                  <a:lnTo>
                    <a:pt x="707266" y="58185"/>
                  </a:lnTo>
                  <a:lnTo>
                    <a:pt x="714756" y="95250"/>
                  </a:lnTo>
                  <a:lnTo>
                    <a:pt x="714756" y="571499"/>
                  </a:lnTo>
                  <a:lnTo>
                    <a:pt x="0" y="571499"/>
                  </a:lnTo>
                  <a:lnTo>
                    <a:pt x="0" y="95250"/>
                  </a:ln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close/>
                </a:path>
              </a:pathLst>
            </a:custGeom>
            <a:ln w="9143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99203" y="3192779"/>
              <a:ext cx="445008" cy="4465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55819" y="3264407"/>
              <a:ext cx="1874520" cy="3032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54139" y="3047999"/>
              <a:ext cx="807719" cy="6659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14516" y="3025139"/>
              <a:ext cx="911352" cy="8717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1383" y="3072383"/>
              <a:ext cx="713232" cy="5714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501383" y="3072383"/>
              <a:ext cx="713740" cy="571500"/>
            </a:xfrm>
            <a:custGeom>
              <a:avLst/>
              <a:gdLst/>
              <a:ahLst/>
              <a:cxnLst/>
              <a:rect l="l" t="t" r="r" b="b"/>
              <a:pathLst>
                <a:path w="713740" h="571500">
                  <a:moveTo>
                    <a:pt x="95249" y="0"/>
                  </a:moveTo>
                  <a:lnTo>
                    <a:pt x="617982" y="0"/>
                  </a:lnTo>
                  <a:lnTo>
                    <a:pt x="655046" y="7489"/>
                  </a:lnTo>
                  <a:lnTo>
                    <a:pt x="685323" y="27908"/>
                  </a:lnTo>
                  <a:lnTo>
                    <a:pt x="705742" y="58185"/>
                  </a:lnTo>
                  <a:lnTo>
                    <a:pt x="713232" y="95250"/>
                  </a:lnTo>
                  <a:lnTo>
                    <a:pt x="713232" y="571499"/>
                  </a:lnTo>
                  <a:lnTo>
                    <a:pt x="0" y="571499"/>
                  </a:lnTo>
                  <a:lnTo>
                    <a:pt x="0" y="95250"/>
                  </a:ln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49" y="0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55663" y="3043427"/>
              <a:ext cx="829056" cy="789432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4096511" y="4096511"/>
            <a:ext cx="3229610" cy="871855"/>
            <a:chOff x="4096511" y="4096511"/>
            <a:chExt cx="3229610" cy="871855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96511" y="4119371"/>
              <a:ext cx="809243" cy="66598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43755" y="4143755"/>
              <a:ext cx="714756" cy="571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143755" y="4143755"/>
              <a:ext cx="715010" cy="571500"/>
            </a:xfrm>
            <a:custGeom>
              <a:avLst/>
              <a:gdLst/>
              <a:ahLst/>
              <a:cxnLst/>
              <a:rect l="l" t="t" r="r" b="b"/>
              <a:pathLst>
                <a:path w="715010" h="571500">
                  <a:moveTo>
                    <a:pt x="95250" y="0"/>
                  </a:moveTo>
                  <a:lnTo>
                    <a:pt x="619506" y="0"/>
                  </a:lnTo>
                  <a:lnTo>
                    <a:pt x="656570" y="7489"/>
                  </a:lnTo>
                  <a:lnTo>
                    <a:pt x="686847" y="27908"/>
                  </a:lnTo>
                  <a:lnTo>
                    <a:pt x="707266" y="58185"/>
                  </a:lnTo>
                  <a:lnTo>
                    <a:pt x="714756" y="95250"/>
                  </a:lnTo>
                  <a:lnTo>
                    <a:pt x="714756" y="571500"/>
                  </a:lnTo>
                  <a:lnTo>
                    <a:pt x="0" y="571500"/>
                  </a:lnTo>
                  <a:lnTo>
                    <a:pt x="0" y="95250"/>
                  </a:ln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99203" y="4265675"/>
              <a:ext cx="445008" cy="44500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55819" y="4335779"/>
              <a:ext cx="1874520" cy="3032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54139" y="4119371"/>
              <a:ext cx="807719" cy="66598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14516" y="4096511"/>
              <a:ext cx="911352" cy="87172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1383" y="4143755"/>
              <a:ext cx="713232" cy="5715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501383" y="4143755"/>
              <a:ext cx="713740" cy="571500"/>
            </a:xfrm>
            <a:custGeom>
              <a:avLst/>
              <a:gdLst/>
              <a:ahLst/>
              <a:cxnLst/>
              <a:rect l="l" t="t" r="r" b="b"/>
              <a:pathLst>
                <a:path w="713740" h="571500">
                  <a:moveTo>
                    <a:pt x="95249" y="0"/>
                  </a:moveTo>
                  <a:lnTo>
                    <a:pt x="617982" y="0"/>
                  </a:lnTo>
                  <a:lnTo>
                    <a:pt x="655046" y="7489"/>
                  </a:lnTo>
                  <a:lnTo>
                    <a:pt x="685323" y="27908"/>
                  </a:lnTo>
                  <a:lnTo>
                    <a:pt x="705742" y="58185"/>
                  </a:lnTo>
                  <a:lnTo>
                    <a:pt x="713232" y="95250"/>
                  </a:lnTo>
                  <a:lnTo>
                    <a:pt x="713232" y="571500"/>
                  </a:lnTo>
                  <a:lnTo>
                    <a:pt x="0" y="571500"/>
                  </a:lnTo>
                  <a:lnTo>
                    <a:pt x="0" y="95250"/>
                  </a:ln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49" y="0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55663" y="4114799"/>
              <a:ext cx="829056" cy="789432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665468" y="3123437"/>
            <a:ext cx="385445" cy="1523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10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91811" y="4454652"/>
            <a:ext cx="4314825" cy="2086610"/>
            <a:chOff x="4591811" y="4454652"/>
            <a:chExt cx="4314825" cy="2086610"/>
          </a:xfrm>
        </p:grpSpPr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91811" y="4454652"/>
              <a:ext cx="2670047" cy="13091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82511" y="5690616"/>
              <a:ext cx="2523743" cy="66598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04432" y="5669280"/>
              <a:ext cx="2302764" cy="87172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29755" y="5715000"/>
              <a:ext cx="2429255" cy="5715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429755" y="5715000"/>
              <a:ext cx="2429510" cy="571500"/>
            </a:xfrm>
            <a:custGeom>
              <a:avLst/>
              <a:gdLst/>
              <a:ahLst/>
              <a:cxnLst/>
              <a:rect l="l" t="t" r="r" b="b"/>
              <a:pathLst>
                <a:path w="2429509" h="571500">
                  <a:moveTo>
                    <a:pt x="95250" y="0"/>
                  </a:moveTo>
                  <a:lnTo>
                    <a:pt x="2334005" y="0"/>
                  </a:lnTo>
                  <a:lnTo>
                    <a:pt x="2371070" y="7485"/>
                  </a:lnTo>
                  <a:lnTo>
                    <a:pt x="2401347" y="27898"/>
                  </a:lnTo>
                  <a:lnTo>
                    <a:pt x="2421766" y="58175"/>
                  </a:lnTo>
                  <a:lnTo>
                    <a:pt x="2429255" y="95250"/>
                  </a:lnTo>
                  <a:lnTo>
                    <a:pt x="2429255" y="571500"/>
                  </a:lnTo>
                  <a:lnTo>
                    <a:pt x="0" y="571500"/>
                  </a:lnTo>
                  <a:lnTo>
                    <a:pt x="0" y="95250"/>
                  </a:lnTo>
                  <a:lnTo>
                    <a:pt x="7489" y="58175"/>
                  </a:lnTo>
                  <a:lnTo>
                    <a:pt x="27908" y="27898"/>
                  </a:lnTo>
                  <a:lnTo>
                    <a:pt x="58185" y="7485"/>
                  </a:lnTo>
                  <a:lnTo>
                    <a:pt x="95250" y="0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45579" y="5687568"/>
              <a:ext cx="2220468" cy="789432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755383" y="5766917"/>
            <a:ext cx="17786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Calibri"/>
                <a:cs typeface="Calibri"/>
              </a:rPr>
              <a:t>Hello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World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155947" y="4238244"/>
            <a:ext cx="1986280" cy="1411605"/>
            <a:chOff x="4155947" y="4238244"/>
            <a:chExt cx="1986280" cy="1411605"/>
          </a:xfrm>
        </p:grpSpPr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46419" y="4238244"/>
              <a:ext cx="495300" cy="56692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89091" y="4238244"/>
              <a:ext cx="410591" cy="56692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801105" y="4287774"/>
              <a:ext cx="214629" cy="428625"/>
            </a:xfrm>
            <a:custGeom>
              <a:avLst/>
              <a:gdLst/>
              <a:ahLst/>
              <a:cxnLst/>
              <a:rect l="l" t="t" r="r" b="b"/>
              <a:pathLst>
                <a:path w="214629" h="428625">
                  <a:moveTo>
                    <a:pt x="0" y="0"/>
                  </a:moveTo>
                  <a:lnTo>
                    <a:pt x="214376" y="428625"/>
                  </a:lnTo>
                </a:path>
              </a:pathLst>
            </a:custGeom>
            <a:ln w="53340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55947" y="4860036"/>
              <a:ext cx="632460" cy="789432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365752" y="4939995"/>
            <a:ext cx="189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x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55947" y="2360676"/>
            <a:ext cx="632460" cy="789432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4365752" y="2439669"/>
            <a:ext cx="188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1574291"/>
            <a:ext cx="4876800" cy="789940"/>
            <a:chOff x="1298447" y="1574291"/>
            <a:chExt cx="4876800" cy="7899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1574291"/>
              <a:ext cx="1613916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6791" y="1574291"/>
              <a:ext cx="1135380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5075" y="1574291"/>
              <a:ext cx="1752600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40580" y="1574291"/>
              <a:ext cx="1437131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8319" y="1574291"/>
              <a:ext cx="566927" cy="78943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07616" y="1653667"/>
            <a:ext cx="4434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Caution</a:t>
            </a:r>
            <a:r>
              <a:rPr sz="2800" b="1" spc="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with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Dynamic</a:t>
            </a:r>
            <a:r>
              <a:rPr sz="2800" b="1" spc="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Typing: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98447" y="2598420"/>
            <a:ext cx="1679575" cy="1301750"/>
            <a:chOff x="1298447" y="2598420"/>
            <a:chExt cx="1679575" cy="130175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8447" y="2598420"/>
              <a:ext cx="632460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2287" y="2598420"/>
              <a:ext cx="646176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01367" y="2598420"/>
              <a:ext cx="1176528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8447" y="3110484"/>
              <a:ext cx="637031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8383" y="3110484"/>
              <a:ext cx="646176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05939" y="3110484"/>
              <a:ext cx="784860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21408" y="3110484"/>
              <a:ext cx="649224" cy="78943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07616" y="2592095"/>
            <a:ext cx="1236345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‘day’ </a:t>
            </a:r>
            <a:r>
              <a:rPr sz="2800" b="1" spc="-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x/2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86555" y="3127248"/>
            <a:ext cx="5252085" cy="873760"/>
            <a:chOff x="3686555" y="3127248"/>
            <a:chExt cx="5252085" cy="873760"/>
          </a:xfrm>
        </p:grpSpPr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86555" y="3127248"/>
              <a:ext cx="5251704" cy="87325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27703" y="3145536"/>
              <a:ext cx="5169408" cy="78943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936872" y="3225545"/>
            <a:ext cx="47282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Error!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String</a:t>
            </a:r>
            <a:r>
              <a:rPr sz="2800" b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can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not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 be</a:t>
            </a:r>
            <a:r>
              <a:rPr sz="2800" b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divided.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170176" y="3694176"/>
            <a:ext cx="3017520" cy="801624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1574291"/>
            <a:ext cx="2847340" cy="789940"/>
            <a:chOff x="1298447" y="1574291"/>
            <a:chExt cx="2847340" cy="7899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1574291"/>
              <a:ext cx="1351788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3911" y="1574291"/>
              <a:ext cx="1703832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8352" y="1574291"/>
              <a:ext cx="566927" cy="789431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298447" y="2415539"/>
            <a:ext cx="6977380" cy="2240280"/>
            <a:chOff x="1298447" y="2415539"/>
            <a:chExt cx="6977380" cy="224028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1347" y="2415539"/>
              <a:ext cx="6633972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1347" y="2842259"/>
              <a:ext cx="3413760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8447" y="3354323"/>
              <a:ext cx="1711452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8447" y="3866387"/>
              <a:ext cx="2057400" cy="78943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</a:tabLst>
            </a:pPr>
            <a:r>
              <a:rPr spc="-5" dirty="0"/>
              <a:t>type()	function: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/>
          </a:p>
          <a:p>
            <a:pPr marL="355600" marR="5080">
              <a:lnSpc>
                <a:spcPct val="100000"/>
              </a:lnSpc>
            </a:pPr>
            <a:r>
              <a:rPr spc="-130" dirty="0">
                <a:solidFill>
                  <a:srgbClr val="FFFFFF"/>
                </a:solidFill>
              </a:rPr>
              <a:t>To</a:t>
            </a:r>
            <a:r>
              <a:rPr spc="1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know the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spc="-15" dirty="0">
                <a:solidFill>
                  <a:srgbClr val="FFFFFF"/>
                </a:solidFill>
              </a:rPr>
              <a:t>data</a:t>
            </a:r>
            <a:r>
              <a:rPr spc="1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type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of</a:t>
            </a:r>
            <a:r>
              <a:rPr spc="1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a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15" dirty="0">
                <a:solidFill>
                  <a:srgbClr val="FFFFFF"/>
                </a:solidFill>
              </a:rPr>
              <a:t>value</a:t>
            </a:r>
            <a:r>
              <a:rPr spc="15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which is </a:t>
            </a:r>
            <a:r>
              <a:rPr spc="-62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pointing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use</a:t>
            </a:r>
            <a:r>
              <a:rPr spc="1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type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(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pc="-10" dirty="0">
                <a:solidFill>
                  <a:srgbClr val="FFFFFF"/>
                </a:solidFill>
              </a:rPr>
              <a:t>&gt;&gt;&gt;a=10</a:t>
            </a: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pc="-5" dirty="0">
                <a:solidFill>
                  <a:srgbClr val="FFFFFF"/>
                </a:solidFill>
              </a:rPr>
              <a:t>&gt;&gt;&gt;type(a)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1298447" y="4378452"/>
            <a:ext cx="2478405" cy="2326005"/>
            <a:chOff x="1298447" y="4378452"/>
            <a:chExt cx="2478405" cy="2326005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8447" y="4378452"/>
              <a:ext cx="1514855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43911" y="4378452"/>
              <a:ext cx="876300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50819" y="4378452"/>
              <a:ext cx="737616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8447" y="4890516"/>
              <a:ext cx="1987295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8447" y="5402580"/>
              <a:ext cx="2057400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8447" y="5914644"/>
              <a:ext cx="2478024" cy="78943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507616" y="4372508"/>
            <a:ext cx="2033270" cy="2073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&lt;class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‘int’&gt;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&gt;&gt;&gt;a=20.4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&gt;&gt;&gt;type(a)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&lt;class</a:t>
            </a:r>
            <a:r>
              <a:rPr sz="28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‘float’&gt;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86428" y="4270247"/>
            <a:ext cx="4157979" cy="873760"/>
            <a:chOff x="4186428" y="4270247"/>
            <a:chExt cx="4157979" cy="873760"/>
          </a:xfrm>
        </p:grpSpPr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86428" y="4270247"/>
              <a:ext cx="4157472" cy="8732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27576" y="4288535"/>
              <a:ext cx="4075176" cy="78943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437126" y="4368800"/>
            <a:ext cx="3632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Type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returned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as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 integer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29684" y="5556503"/>
            <a:ext cx="4002404" cy="871855"/>
            <a:chOff x="4329684" y="5556503"/>
            <a:chExt cx="4002404" cy="871855"/>
          </a:xfrm>
        </p:grpSpPr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29684" y="5556503"/>
              <a:ext cx="4002023" cy="87172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70832" y="5574791"/>
              <a:ext cx="3720084" cy="78943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580001" y="5655055"/>
            <a:ext cx="32766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Type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returned</a:t>
            </a:r>
            <a:r>
              <a:rPr sz="2800" b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as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float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241548" y="6265163"/>
            <a:ext cx="1581912" cy="58826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098292" y="4837176"/>
            <a:ext cx="1581911" cy="588264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59079"/>
            <a:ext cx="6525768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ASSIGNMENTS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1574291"/>
            <a:ext cx="2847340" cy="789940"/>
            <a:chOff x="1298447" y="1574291"/>
            <a:chExt cx="2847340" cy="7899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1574291"/>
              <a:ext cx="1351788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3911" y="1574291"/>
              <a:ext cx="1703832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8352" y="1574291"/>
              <a:ext cx="566927" cy="789431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298447" y="2415539"/>
            <a:ext cx="6977380" cy="2240280"/>
            <a:chOff x="1298447" y="2415539"/>
            <a:chExt cx="6977380" cy="224028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1347" y="2415539"/>
              <a:ext cx="6633972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1347" y="2842259"/>
              <a:ext cx="3413760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8447" y="3354323"/>
              <a:ext cx="2426207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8447" y="3866387"/>
              <a:ext cx="2057400" cy="78943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</a:tabLst>
            </a:pPr>
            <a:r>
              <a:rPr spc="-5" dirty="0"/>
              <a:t>type()	function: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/>
          </a:p>
          <a:p>
            <a:pPr marL="355600" marR="5080">
              <a:lnSpc>
                <a:spcPct val="100000"/>
              </a:lnSpc>
            </a:pPr>
            <a:r>
              <a:rPr spc="-130" dirty="0">
                <a:solidFill>
                  <a:srgbClr val="FFFFFF"/>
                </a:solidFill>
              </a:rPr>
              <a:t>To</a:t>
            </a:r>
            <a:r>
              <a:rPr spc="1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know the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spc="-15" dirty="0">
                <a:solidFill>
                  <a:srgbClr val="FFFFFF"/>
                </a:solidFill>
              </a:rPr>
              <a:t>data</a:t>
            </a:r>
            <a:r>
              <a:rPr spc="1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type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of</a:t>
            </a:r>
            <a:r>
              <a:rPr spc="1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a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15" dirty="0">
                <a:solidFill>
                  <a:srgbClr val="FFFFFF"/>
                </a:solidFill>
              </a:rPr>
              <a:t>value</a:t>
            </a:r>
            <a:r>
              <a:rPr spc="15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which is </a:t>
            </a:r>
            <a:r>
              <a:rPr spc="-62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pointing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use</a:t>
            </a:r>
            <a:r>
              <a:rPr spc="10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type</a:t>
            </a:r>
            <a:r>
              <a:rPr spc="5"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(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5" dirty="0">
                <a:solidFill>
                  <a:srgbClr val="FFFFFF"/>
                </a:solidFill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pc="-10" dirty="0">
                <a:solidFill>
                  <a:srgbClr val="FFFFFF"/>
                </a:solidFill>
              </a:rPr>
              <a:t>&gt;&gt;&gt;a=“Hello”</a:t>
            </a: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pc="-5" dirty="0">
                <a:solidFill>
                  <a:srgbClr val="FFFFFF"/>
                </a:solidFill>
              </a:rPr>
              <a:t>&gt;&gt;&gt;type(a)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1298447" y="4378452"/>
            <a:ext cx="2176780" cy="789940"/>
            <a:chOff x="1298447" y="4378452"/>
            <a:chExt cx="2176780" cy="789940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8447" y="4378452"/>
              <a:ext cx="1507236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36291" y="4378452"/>
              <a:ext cx="870204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37103" y="4378452"/>
              <a:ext cx="737616" cy="78943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507616" y="4458461"/>
            <a:ext cx="17329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&lt;class</a:t>
            </a: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‘str’&gt;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186428" y="4270247"/>
            <a:ext cx="3949065" cy="873760"/>
            <a:chOff x="4186428" y="4270247"/>
            <a:chExt cx="3949065" cy="873760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6428" y="4270247"/>
              <a:ext cx="3948683" cy="87325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27576" y="4288535"/>
              <a:ext cx="3866387" cy="78943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437126" y="4368800"/>
            <a:ext cx="34251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Type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returned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as</a:t>
            </a: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string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098292" y="4837176"/>
            <a:ext cx="1581911" cy="588264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26920" y="3025139"/>
            <a:ext cx="6304915" cy="1094740"/>
            <a:chOff x="2026920" y="3025139"/>
            <a:chExt cx="6304915" cy="1094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0" y="3025139"/>
              <a:ext cx="6304787" cy="109423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660" y="3044951"/>
              <a:ext cx="4399788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265678" y="3149600"/>
            <a:ext cx="3825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INPUT</a:t>
            </a:r>
            <a:r>
              <a:rPr sz="36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(</a:t>
            </a:r>
            <a:r>
              <a:rPr sz="3600" b="1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)</a:t>
            </a:r>
            <a:r>
              <a:rPr sz="360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00"/>
                </a:solidFill>
                <a:latin typeface="Calibri"/>
                <a:cs typeface="Calibri"/>
              </a:rPr>
              <a:t>FUNCTION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620" y="259079"/>
            <a:ext cx="4399787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4495" y="362839"/>
            <a:ext cx="3825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-25" dirty="0"/>
              <a:t> </a:t>
            </a:r>
            <a:r>
              <a:rPr dirty="0"/>
              <a:t>(</a:t>
            </a:r>
            <a:r>
              <a:rPr spc="-45" dirty="0"/>
              <a:t> </a:t>
            </a:r>
            <a:r>
              <a:rPr dirty="0"/>
              <a:t>)</a:t>
            </a:r>
            <a:r>
              <a:rPr spc="-30" dirty="0"/>
              <a:t> </a:t>
            </a:r>
            <a:r>
              <a:rPr dirty="0"/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1574291"/>
            <a:ext cx="7714615" cy="1728470"/>
            <a:chOff x="1298447" y="1574291"/>
            <a:chExt cx="7714615" cy="17284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2847" y="1574291"/>
              <a:ext cx="1370076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8499" y="1574291"/>
              <a:ext cx="582168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6243" y="1574291"/>
              <a:ext cx="1755648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3959" y="1574291"/>
              <a:ext cx="699515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69051" y="1574291"/>
              <a:ext cx="644651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69280" y="1574291"/>
              <a:ext cx="1150620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5476" y="1574291"/>
              <a:ext cx="748283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79336" y="1574291"/>
              <a:ext cx="1705355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40267" y="1574291"/>
              <a:ext cx="772668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41347" y="2001011"/>
              <a:ext cx="1522476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76727" y="2001011"/>
              <a:ext cx="1170431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58540" y="2001011"/>
              <a:ext cx="780288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50208" y="2001011"/>
              <a:ext cx="1135380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00015" y="2001011"/>
              <a:ext cx="1405127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19571" y="2001011"/>
              <a:ext cx="1184148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515100" y="2001011"/>
              <a:ext cx="961644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89647" y="2001011"/>
              <a:ext cx="1106424" cy="7894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98447" y="2513075"/>
              <a:ext cx="1013460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24811" y="2513075"/>
              <a:ext cx="1562100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02863" y="2513075"/>
              <a:ext cx="1478280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94047" y="2513075"/>
              <a:ext cx="786384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593336" y="2513075"/>
              <a:ext cx="1415796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22036" y="2513075"/>
              <a:ext cx="772667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06083" y="2513075"/>
              <a:ext cx="961643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80632" y="2513075"/>
              <a:ext cx="1473707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67244" y="2513075"/>
              <a:ext cx="697992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895843" y="2513075"/>
              <a:ext cx="566927" cy="789432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1298447" y="3537203"/>
            <a:ext cx="7100570" cy="1813560"/>
            <a:chOff x="1298447" y="3537203"/>
            <a:chExt cx="7100570" cy="1813560"/>
          </a:xfrm>
        </p:grpSpPr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98447" y="3537203"/>
              <a:ext cx="7100316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98447" y="4049267"/>
              <a:ext cx="944879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856231" y="4049267"/>
              <a:ext cx="1720595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07436" y="4049267"/>
              <a:ext cx="566927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98447" y="4561331"/>
              <a:ext cx="1551431" cy="789432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507616" y="1653667"/>
            <a:ext cx="7271384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571500">
              <a:lnSpc>
                <a:spcPct val="100000"/>
              </a:lnSpc>
              <a:spcBef>
                <a:spcPts val="95"/>
              </a:spcBef>
              <a:tabLst>
                <a:tab pos="2190750" algn="l"/>
                <a:tab pos="3728720" algn="l"/>
              </a:tabLst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Input(</a:t>
            </a:r>
            <a:r>
              <a:rPr sz="2800" b="1" spc="3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)	Function	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b="1" spc="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sz="2800" b="1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800" b="1" spc="3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sz="2800" b="1" spc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used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general</a:t>
            </a:r>
            <a:r>
              <a:rPr sz="2800" b="1" spc="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format</a:t>
            </a:r>
            <a:r>
              <a:rPr sz="2800" b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or</a:t>
            </a:r>
            <a:r>
              <a:rPr sz="2800" b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syntax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input()</a:t>
            </a:r>
            <a:r>
              <a:rPr sz="2800" b="1" spc="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300">
              <a:latin typeface="Calibri"/>
              <a:cs typeface="Calibri"/>
            </a:endParaRPr>
          </a:p>
          <a:p>
            <a:pPr marL="12700" marR="620395">
              <a:lnSpc>
                <a:spcPct val="120100"/>
              </a:lnSpc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Variable_to_hold_the_value=input(message) </a:t>
            </a:r>
            <a:r>
              <a:rPr sz="2800" b="1" spc="-6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Where,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641348" y="5073396"/>
            <a:ext cx="7371715" cy="1216660"/>
            <a:chOff x="1641348" y="5073396"/>
            <a:chExt cx="7371715" cy="1216660"/>
          </a:xfrm>
        </p:grpSpPr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641348" y="5073396"/>
              <a:ext cx="4686300" cy="78943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24016" y="5073396"/>
              <a:ext cx="697991" cy="78943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16851" y="5073396"/>
              <a:ext cx="644651" cy="78943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356348" y="5073396"/>
              <a:ext cx="1656588" cy="78943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41348" y="5500116"/>
              <a:ext cx="1351788" cy="78943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743200" y="5500116"/>
              <a:ext cx="697991" cy="78943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92780" y="5500116"/>
              <a:ext cx="961644" cy="78943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06012" y="5500116"/>
              <a:ext cx="1190243" cy="78943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846320" y="5500116"/>
              <a:ext cx="894588" cy="78943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490972" y="5500116"/>
              <a:ext cx="646176" cy="78943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887212" y="5500116"/>
              <a:ext cx="1714499" cy="78943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351776" y="5500116"/>
              <a:ext cx="1661160" cy="789431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7561833" y="5153405"/>
            <a:ext cx="121666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445">
              <a:lnSpc>
                <a:spcPct val="100000"/>
              </a:lnSpc>
              <a:spcBef>
                <a:spcPts val="95"/>
              </a:spcBef>
            </a:pP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ria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ble  loc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641348" y="5926835"/>
            <a:ext cx="4282440" cy="789940"/>
            <a:chOff x="1641348" y="5926835"/>
            <a:chExt cx="4282440" cy="789940"/>
          </a:xfrm>
        </p:grpSpPr>
        <p:pic>
          <p:nvPicPr>
            <p:cNvPr id="54" name="object 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41348" y="5926835"/>
              <a:ext cx="1403603" cy="78943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59380" y="5926835"/>
              <a:ext cx="961644" cy="78943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233928" y="5926835"/>
              <a:ext cx="1263396" cy="78943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11752" y="5926835"/>
              <a:ext cx="697991" cy="78943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421124" y="5926835"/>
              <a:ext cx="1408176" cy="78943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359907" y="5926835"/>
              <a:ext cx="563879" cy="789432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850517" y="5153405"/>
            <a:ext cx="551688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114425" algn="l"/>
                <a:tab pos="1564005" algn="l"/>
                <a:tab pos="2277110" algn="l"/>
                <a:tab pos="3218180" algn="l"/>
                <a:tab pos="3862704" algn="l"/>
                <a:tab pos="4258945" algn="l"/>
                <a:tab pos="4596130" algn="l"/>
                <a:tab pos="5188585" algn="l"/>
              </a:tabLst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variable_to_Hold_the_Value	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	a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whic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label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y 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stored.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620" y="259079"/>
            <a:ext cx="4399787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4495" y="362839"/>
            <a:ext cx="3825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-25" dirty="0"/>
              <a:t> </a:t>
            </a:r>
            <a:r>
              <a:rPr dirty="0"/>
              <a:t>(</a:t>
            </a:r>
            <a:r>
              <a:rPr spc="-45" dirty="0"/>
              <a:t> </a:t>
            </a:r>
            <a:r>
              <a:rPr dirty="0"/>
              <a:t>)</a:t>
            </a:r>
            <a:r>
              <a:rPr spc="-30" dirty="0"/>
              <a:t> </a:t>
            </a:r>
            <a:r>
              <a:rPr dirty="0"/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1574291"/>
            <a:ext cx="6376670" cy="1301750"/>
            <a:chOff x="1298447" y="1574291"/>
            <a:chExt cx="6376670" cy="13017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1574291"/>
              <a:ext cx="944879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6231" y="1574291"/>
              <a:ext cx="1720595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7436" y="1574291"/>
              <a:ext cx="566927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7247" y="2086355"/>
              <a:ext cx="659891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8519" y="2086355"/>
              <a:ext cx="646176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57599" y="2086355"/>
              <a:ext cx="2301240" cy="7894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71744" y="2086355"/>
              <a:ext cx="961644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46291" y="2086355"/>
              <a:ext cx="1528571" cy="78943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298447" y="3110483"/>
            <a:ext cx="7701280" cy="3350260"/>
            <a:chOff x="1298447" y="3110483"/>
            <a:chExt cx="7701280" cy="3350260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27247" y="3110483"/>
              <a:ext cx="632460" cy="7894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71087" y="3110483"/>
              <a:ext cx="646176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30168" y="3110483"/>
              <a:ext cx="867156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27931" y="3110483"/>
              <a:ext cx="2412491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54851" y="3110483"/>
              <a:ext cx="632459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98691" y="3110483"/>
              <a:ext cx="1639823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8447" y="3622547"/>
              <a:ext cx="1277112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9987" y="3622547"/>
              <a:ext cx="961644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64536" y="3622547"/>
              <a:ext cx="1263396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42359" y="3622547"/>
              <a:ext cx="1025651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79391" y="3622547"/>
              <a:ext cx="1728215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20512" y="3622547"/>
              <a:ext cx="679703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13119" y="3622547"/>
              <a:ext cx="746759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71259" y="3622547"/>
              <a:ext cx="780288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64451" y="3622547"/>
              <a:ext cx="1510283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69936" y="3622547"/>
              <a:ext cx="1129283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98447" y="4134611"/>
              <a:ext cx="1127760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39111" y="4134611"/>
              <a:ext cx="786384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38400" y="4134611"/>
              <a:ext cx="1263396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32403" y="4134611"/>
              <a:ext cx="563880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27247" y="4646675"/>
              <a:ext cx="3442715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85915" y="4646675"/>
              <a:ext cx="637032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35851" y="4646675"/>
              <a:ext cx="1639824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8447" y="5158739"/>
              <a:ext cx="1277112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9987" y="5158739"/>
              <a:ext cx="961644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64536" y="5158739"/>
              <a:ext cx="1263396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42359" y="5158739"/>
              <a:ext cx="1025651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79391" y="5158739"/>
              <a:ext cx="1728215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20512" y="5158739"/>
              <a:ext cx="679703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13119" y="5158739"/>
              <a:ext cx="746759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71259" y="5158739"/>
              <a:ext cx="780288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64451" y="5158739"/>
              <a:ext cx="1155192" cy="7894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32547" y="5158739"/>
              <a:ext cx="1129283" cy="789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98447" y="5670804"/>
              <a:ext cx="1127760" cy="78943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39111" y="5670804"/>
              <a:ext cx="786384" cy="78943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38400" y="5670804"/>
              <a:ext cx="1263396" cy="78943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32403" y="5670804"/>
              <a:ext cx="563880" cy="789431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507616" y="1567713"/>
            <a:ext cx="7259320" cy="46348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spc="-2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p =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input(“Enter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value”)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5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</a:pP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x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=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int(input(“Enter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x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value”))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4040"/>
              </a:lnSpc>
              <a:spcBef>
                <a:spcPts val="240"/>
              </a:spcBef>
              <a:tabLst>
                <a:tab pos="6584950" algn="l"/>
              </a:tabLst>
            </a:pP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ead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alue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ert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type 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28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420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y=float(input(“Enter</a:t>
            </a:r>
            <a:r>
              <a:rPr sz="2800" b="1" spc="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y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value”))</a:t>
            </a:r>
            <a:endParaRPr sz="2800">
              <a:latin typeface="Calibri"/>
              <a:cs typeface="Calibri"/>
            </a:endParaRPr>
          </a:p>
          <a:p>
            <a:pPr marL="12700" marR="441959">
              <a:lnSpc>
                <a:spcPts val="4029"/>
              </a:lnSpc>
              <a:spcBef>
                <a:spcPts val="10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reads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converts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float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type </a:t>
            </a:r>
            <a:r>
              <a:rPr sz="28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620" y="259079"/>
            <a:ext cx="4399787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4495" y="362839"/>
            <a:ext cx="3825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INPUT</a:t>
            </a:r>
            <a:r>
              <a:rPr spc="-25" dirty="0"/>
              <a:t> </a:t>
            </a:r>
            <a:r>
              <a:rPr dirty="0"/>
              <a:t>(</a:t>
            </a:r>
            <a:r>
              <a:rPr spc="-45" dirty="0"/>
              <a:t> </a:t>
            </a:r>
            <a:r>
              <a:rPr dirty="0"/>
              <a:t>)</a:t>
            </a:r>
            <a:r>
              <a:rPr spc="-30" dirty="0"/>
              <a:t> </a:t>
            </a:r>
            <a:r>
              <a:rPr dirty="0"/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1574291"/>
            <a:ext cx="7714615" cy="1728470"/>
            <a:chOff x="1298447" y="1574291"/>
            <a:chExt cx="7714615" cy="17284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1574291"/>
              <a:ext cx="867155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1807" y="2052827"/>
              <a:ext cx="4221480" cy="655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6983" y="1574291"/>
              <a:ext cx="580644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70531" y="1574291"/>
              <a:ext cx="580644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62555" y="1574291"/>
              <a:ext cx="1025652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9587" y="1574291"/>
              <a:ext cx="1155191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7683" y="1574291"/>
              <a:ext cx="580643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9708" y="1574291"/>
              <a:ext cx="580643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3255" y="1574291"/>
              <a:ext cx="1895855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9719" y="1574291"/>
              <a:ext cx="566927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12847" y="2086355"/>
              <a:ext cx="1525524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50336" y="2086355"/>
              <a:ext cx="1321308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83608" y="2086355"/>
              <a:ext cx="1045463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42559" y="2086355"/>
              <a:ext cx="1845564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00088" y="2086355"/>
              <a:ext cx="780288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92339" y="2086355"/>
              <a:ext cx="838200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42504" y="2086355"/>
              <a:ext cx="1170431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41347" y="2513075"/>
              <a:ext cx="1135380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89631" y="2513075"/>
              <a:ext cx="1362456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3468" y="2513075"/>
              <a:ext cx="580643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55491" y="2513075"/>
              <a:ext cx="780288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47159" y="2513075"/>
              <a:ext cx="1586484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48071" y="2513075"/>
              <a:ext cx="961644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22619" y="2513075"/>
              <a:ext cx="1717548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56119" y="2513075"/>
              <a:ext cx="1405127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91855" y="2513075"/>
              <a:ext cx="566927" cy="789432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1298447" y="3537203"/>
            <a:ext cx="6859905" cy="789940"/>
            <a:chOff x="1298447" y="3537203"/>
            <a:chExt cx="6859905" cy="789940"/>
          </a:xfrm>
        </p:grpSpPr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98447" y="3537203"/>
              <a:ext cx="1720595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631947" y="3537203"/>
              <a:ext cx="649224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1780" y="3537203"/>
              <a:ext cx="566928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54680" y="3537203"/>
              <a:ext cx="1341120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11752" y="3537203"/>
              <a:ext cx="646176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0831" y="3537203"/>
              <a:ext cx="867156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768595" y="3537203"/>
              <a:ext cx="2412492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793991" y="3537203"/>
              <a:ext cx="1363979" cy="789432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1298447" y="4561332"/>
            <a:ext cx="7047230" cy="789940"/>
            <a:chOff x="1298447" y="4561332"/>
            <a:chExt cx="7047230" cy="789940"/>
          </a:xfrm>
        </p:grpSpPr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98447" y="4561332"/>
              <a:ext cx="1720595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631947" y="4561332"/>
              <a:ext cx="649224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1780" y="4561332"/>
              <a:ext cx="566928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127247" y="4561332"/>
              <a:ext cx="822960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480815" y="4561332"/>
              <a:ext cx="873251" cy="7894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884675" y="4561332"/>
              <a:ext cx="3275076" cy="789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778751" y="4561332"/>
              <a:ext cx="1566672" cy="789432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1507616" y="1567713"/>
            <a:ext cx="7273290" cy="35255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int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 (</a:t>
            </a:r>
            <a:r>
              <a:rPr sz="2800" b="1" u="heavy" spc="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)</a:t>
            </a:r>
            <a:r>
              <a:rPr sz="28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1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and</a:t>
            </a:r>
            <a:r>
              <a:rPr sz="2800" b="1" u="heavy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1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float</a:t>
            </a:r>
            <a:r>
              <a:rPr sz="2800" b="1" u="heavy" spc="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(</a:t>
            </a:r>
            <a:r>
              <a:rPr sz="2800" b="1" u="heavy" spc="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)</a:t>
            </a:r>
            <a:r>
              <a:rPr sz="2800" b="1" u="heavy" spc="20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5" dirty="0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Calibri"/>
                <a:cs typeface="Calibri"/>
              </a:rPr>
              <a:t>Functions:</a:t>
            </a:r>
            <a:endParaRPr sz="2800">
              <a:latin typeface="Calibri"/>
              <a:cs typeface="Calibri"/>
            </a:endParaRPr>
          </a:p>
          <a:p>
            <a:pPr marL="355600" marR="5080" indent="571500">
              <a:lnSpc>
                <a:spcPct val="100000"/>
              </a:lnSpc>
              <a:spcBef>
                <a:spcPts val="675"/>
              </a:spcBef>
              <a:tabLst>
                <a:tab pos="2164715" algn="l"/>
                <a:tab pos="3197860" algn="l"/>
                <a:tab pos="3957320" algn="l"/>
                <a:tab pos="5514975" algn="l"/>
                <a:tab pos="6007100" algn="l"/>
                <a:tab pos="6557009" algn="l"/>
              </a:tabLst>
            </a:pP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hon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b="1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fun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ctions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d 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input(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convert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received</a:t>
            </a:r>
            <a:r>
              <a:rPr sz="280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values:</a:t>
            </a:r>
            <a:endParaRPr sz="2800">
              <a:latin typeface="Calibri"/>
              <a:cs typeface="Calibri"/>
            </a:endParaRPr>
          </a:p>
          <a:p>
            <a:pPr marL="12700" marR="675005">
              <a:lnSpc>
                <a:spcPts val="8070"/>
              </a:lnSpc>
              <a:spcBef>
                <a:spcPts val="850"/>
              </a:spcBef>
              <a:tabLst>
                <a:tab pos="1841500" algn="l"/>
                <a:tab pos="1868805" algn="l"/>
              </a:tabLst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Example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1:		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&gt;&gt;age</a:t>
            </a:r>
            <a:r>
              <a:rPr sz="280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int(input(“Enter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age”))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Example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2:	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&gt;&gt;sal=float(input(“Enter</a:t>
            </a:r>
            <a:r>
              <a:rPr sz="2800" b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salary))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55292" y="2955035"/>
            <a:ext cx="6446520" cy="1092835"/>
            <a:chOff x="1955292" y="2955035"/>
            <a:chExt cx="6446520" cy="10928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5292" y="2955035"/>
              <a:ext cx="6446520" cy="109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4472" y="2973323"/>
              <a:ext cx="4358639" cy="100888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85490" y="3077971"/>
            <a:ext cx="378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66"/>
                </a:solidFill>
              </a:rPr>
              <a:t>PRINT</a:t>
            </a:r>
            <a:r>
              <a:rPr spc="-25" dirty="0">
                <a:solidFill>
                  <a:srgbClr val="FF0066"/>
                </a:solidFill>
              </a:rPr>
              <a:t> </a:t>
            </a:r>
            <a:r>
              <a:rPr dirty="0">
                <a:solidFill>
                  <a:srgbClr val="FF0066"/>
                </a:solidFill>
              </a:rPr>
              <a:t>(</a:t>
            </a:r>
            <a:r>
              <a:rPr spc="-50" dirty="0">
                <a:solidFill>
                  <a:srgbClr val="FF0066"/>
                </a:solidFill>
              </a:rPr>
              <a:t> </a:t>
            </a:r>
            <a:r>
              <a:rPr dirty="0">
                <a:solidFill>
                  <a:srgbClr val="FF0066"/>
                </a:solidFill>
              </a:rPr>
              <a:t>)</a:t>
            </a:r>
            <a:r>
              <a:rPr spc="-25" dirty="0">
                <a:solidFill>
                  <a:srgbClr val="FF0066"/>
                </a:solidFill>
              </a:rPr>
              <a:t> </a:t>
            </a:r>
            <a:r>
              <a:rPr dirty="0">
                <a:solidFill>
                  <a:srgbClr val="FF0066"/>
                </a:solidFill>
              </a:rPr>
              <a:t>FUNCTION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432" y="259079"/>
            <a:ext cx="435864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4307" y="362839"/>
            <a:ext cx="378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PRINT</a:t>
            </a:r>
            <a:r>
              <a:rPr spc="-25" dirty="0"/>
              <a:t> </a:t>
            </a:r>
            <a:r>
              <a:rPr dirty="0"/>
              <a:t>(</a:t>
            </a:r>
            <a:r>
              <a:rPr spc="-50" dirty="0"/>
              <a:t> </a:t>
            </a:r>
            <a:r>
              <a:rPr dirty="0"/>
              <a:t>)</a:t>
            </a:r>
            <a:r>
              <a:rPr spc="-25" dirty="0"/>
              <a:t> </a:t>
            </a:r>
            <a:r>
              <a:rPr dirty="0"/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1074419"/>
            <a:ext cx="7714615" cy="5532120"/>
            <a:chOff x="1298447" y="1074419"/>
            <a:chExt cx="7714615" cy="55321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12847" y="1074419"/>
              <a:ext cx="1295400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2968" y="1074419"/>
              <a:ext cx="580644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8331" y="1074419"/>
              <a:ext cx="1755648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72812" y="1074419"/>
              <a:ext cx="699515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37047" y="1074419"/>
              <a:ext cx="644651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46419" y="1074419"/>
              <a:ext cx="1147572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58712" y="1074419"/>
              <a:ext cx="748284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71715" y="1074419"/>
              <a:ext cx="1703831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40267" y="1074419"/>
              <a:ext cx="772668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41347" y="1501139"/>
              <a:ext cx="1522476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07791" y="1501139"/>
              <a:ext cx="1171956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23715" y="1501139"/>
              <a:ext cx="780288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47971" y="1501139"/>
              <a:ext cx="1504188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96127" y="1501139"/>
              <a:ext cx="964692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04788" y="1501139"/>
              <a:ext cx="1406652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55407" y="1501139"/>
              <a:ext cx="851916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51291" y="1501139"/>
              <a:ext cx="961644" cy="78943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41347" y="1927859"/>
              <a:ext cx="1429512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98447" y="2439923"/>
              <a:ext cx="1013460" cy="7894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24811" y="2439923"/>
              <a:ext cx="1562100" cy="7894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02863" y="2439923"/>
              <a:ext cx="1478280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94047" y="2439923"/>
              <a:ext cx="786384" cy="7894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93336" y="2439923"/>
              <a:ext cx="1415796" cy="78943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22036" y="2439923"/>
              <a:ext cx="772667" cy="78943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06083" y="2439923"/>
              <a:ext cx="961643" cy="7894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80632" y="2439923"/>
              <a:ext cx="1473707" cy="78943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67244" y="2439923"/>
              <a:ext cx="697992" cy="78943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95843" y="2439923"/>
              <a:ext cx="566927" cy="78943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98447" y="2951987"/>
              <a:ext cx="2630424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02736" y="2951987"/>
              <a:ext cx="1242060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18659" y="2951987"/>
              <a:ext cx="643127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835651" y="2951987"/>
              <a:ext cx="1289303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655563" y="2951987"/>
              <a:ext cx="623315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809488" y="2951987"/>
              <a:ext cx="833628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16980" y="2951987"/>
              <a:ext cx="1557527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405115" y="2951987"/>
              <a:ext cx="563879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499603" y="2951987"/>
              <a:ext cx="1513331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41347" y="3378708"/>
              <a:ext cx="2215896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229611" y="3892296"/>
              <a:ext cx="943356" cy="73304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956559" y="3892296"/>
              <a:ext cx="1101852" cy="73304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42003" y="3892296"/>
              <a:ext cx="1586484" cy="73304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212080" y="3892296"/>
              <a:ext cx="912876" cy="73304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910071" y="3892296"/>
              <a:ext cx="1101852" cy="73304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795515" y="3892296"/>
              <a:ext cx="777240" cy="73304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356347" y="3892296"/>
              <a:ext cx="1639824" cy="73304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658111" y="4288536"/>
              <a:ext cx="1520952" cy="73304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823972" y="4288536"/>
              <a:ext cx="719327" cy="73304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188208" y="4288536"/>
              <a:ext cx="1307592" cy="73304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140708" y="4288536"/>
              <a:ext cx="1421891" cy="73304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126736" y="4288536"/>
              <a:ext cx="603503" cy="7330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294376" y="4288536"/>
              <a:ext cx="521208" cy="73304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460491" y="4288536"/>
              <a:ext cx="1176528" cy="73304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201156" y="4288536"/>
              <a:ext cx="603503" cy="73304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368795" y="4288536"/>
              <a:ext cx="521207" cy="73304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534912" y="4288536"/>
              <a:ext cx="701040" cy="73304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800088" y="4288536"/>
              <a:ext cx="769620" cy="73304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214615" y="4288536"/>
              <a:ext cx="1257300" cy="73304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116824" y="4288536"/>
              <a:ext cx="879348" cy="73304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658111" y="4684775"/>
              <a:ext cx="1799843" cy="73304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102863" y="4684775"/>
              <a:ext cx="768096" cy="73304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515868" y="4684775"/>
              <a:ext cx="1581912" cy="73304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661915" y="4684775"/>
              <a:ext cx="524256" cy="73304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831080" y="4684775"/>
              <a:ext cx="1240536" cy="73304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716524" y="4684775"/>
              <a:ext cx="1307592" cy="73304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669024" y="4684775"/>
              <a:ext cx="879348" cy="73304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193280" y="4684775"/>
              <a:ext cx="1802892" cy="73304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658111" y="5081016"/>
              <a:ext cx="768095" cy="73304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2124455" y="5081016"/>
              <a:ext cx="1324356" cy="73304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012947" y="5081016"/>
              <a:ext cx="524255" cy="73304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235452" y="5081016"/>
              <a:ext cx="701039" cy="73304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634740" y="5081016"/>
              <a:ext cx="893063" cy="733044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226052" y="5081016"/>
              <a:ext cx="1716024" cy="73304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640324" y="5081016"/>
              <a:ext cx="1601724" cy="733044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940295" y="5081016"/>
              <a:ext cx="845820" cy="73304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484363" y="5081016"/>
              <a:ext cx="911351" cy="73304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093964" y="5081016"/>
              <a:ext cx="902207" cy="733044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658111" y="5477255"/>
              <a:ext cx="972312" cy="73304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275331" y="5477255"/>
              <a:ext cx="1098804" cy="73304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019043" y="5477255"/>
              <a:ext cx="1030224" cy="73304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613403" y="5477255"/>
              <a:ext cx="524255" cy="733044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782568" y="5477255"/>
              <a:ext cx="890015" cy="73304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317491" y="5477255"/>
              <a:ext cx="880872" cy="73304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843271" y="5477255"/>
              <a:ext cx="1516379" cy="73304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004559" y="5477255"/>
              <a:ext cx="973836" cy="73304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621780" y="5477255"/>
              <a:ext cx="1307592" cy="73304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7574280" y="5477255"/>
              <a:ext cx="693420" cy="733044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7912607" y="5477255"/>
              <a:ext cx="1083563" cy="73304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658111" y="5873496"/>
              <a:ext cx="1252727" cy="73304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548127" y="5873496"/>
              <a:ext cx="516636" cy="73304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628900" y="5873496"/>
              <a:ext cx="524256" cy="733044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717291" y="5873496"/>
              <a:ext cx="601980" cy="73304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883408" y="5873496"/>
              <a:ext cx="524256" cy="733044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3047999" y="5873496"/>
              <a:ext cx="598931" cy="73304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287268" y="5873496"/>
              <a:ext cx="1211580" cy="733044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4137659" y="5873496"/>
              <a:ext cx="952500" cy="733044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4730495" y="5873496"/>
              <a:ext cx="598931" cy="733044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4968239" y="5873496"/>
              <a:ext cx="1074419" cy="733044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5681471" y="5873496"/>
              <a:ext cx="1519427" cy="73304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765036" y="5873496"/>
              <a:ext cx="527303" cy="733044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1507616" y="1153413"/>
            <a:ext cx="7272655" cy="5216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571500" algn="just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print(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)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is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 built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function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python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display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the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screen</a:t>
            </a:r>
            <a:endParaRPr sz="2800">
              <a:latin typeface="Calibri"/>
              <a:cs typeface="Calibri"/>
            </a:endParaRPr>
          </a:p>
          <a:p>
            <a:pPr marL="12700" marR="6350" algn="just">
              <a:lnSpc>
                <a:spcPct val="12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general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format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or 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syntax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of the input() is: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print(*objects,</a:t>
            </a:r>
            <a:r>
              <a:rPr sz="2800" b="1" spc="50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sep='</a:t>
            </a:r>
            <a:r>
              <a:rPr sz="2800" b="1" spc="50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',</a:t>
            </a:r>
            <a:r>
              <a:rPr sz="2800" b="1" spc="49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end='\n',</a:t>
            </a:r>
            <a:r>
              <a:rPr sz="2800" b="1" spc="49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file=sys.stdout,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flush=False)</a:t>
            </a:r>
            <a:endParaRPr sz="2800">
              <a:latin typeface="Calibri"/>
              <a:cs typeface="Calibri"/>
            </a:endParaRPr>
          </a:p>
          <a:p>
            <a:pPr marL="355600" marR="5080" indent="571500" algn="just">
              <a:lnSpc>
                <a:spcPct val="100000"/>
              </a:lnSpc>
              <a:spcBef>
                <a:spcPts val="650"/>
              </a:spcBef>
            </a:pP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600" b="1" spc="5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print</a:t>
            </a:r>
            <a:r>
              <a:rPr sz="2600" b="1" spc="5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sz="2600" b="1" spc="5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600" b="1" spc="5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print</a:t>
            </a:r>
            <a:r>
              <a:rPr sz="2600" b="1" spc="5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600" b="1" spc="5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arbitrary </a:t>
            </a:r>
            <a:r>
              <a:rPr sz="2600" b="1" spc="-5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number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values ("value1,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value2, ..."), which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2600" b="1" spc="-5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15" dirty="0">
                <a:solidFill>
                  <a:srgbClr val="FFFFFF"/>
                </a:solidFill>
                <a:latin typeface="Calibri"/>
                <a:cs typeface="Calibri"/>
              </a:rPr>
              <a:t>separated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commas. These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values are </a:t>
            </a:r>
            <a:r>
              <a:rPr sz="2600" b="1" spc="-15" dirty="0">
                <a:solidFill>
                  <a:srgbClr val="FFFFFF"/>
                </a:solidFill>
                <a:latin typeface="Calibri"/>
                <a:cs typeface="Calibri"/>
              </a:rPr>
              <a:t>separated </a:t>
            </a:r>
            <a:r>
              <a:rPr sz="2600" b="1" spc="-5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blanks.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the following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example we can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see </a:t>
            </a:r>
            <a:r>
              <a:rPr sz="2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two print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calls. </a:t>
            </a:r>
            <a:r>
              <a:rPr sz="2600" b="1" spc="-45" dirty="0">
                <a:solidFill>
                  <a:srgbClr val="FFFFFF"/>
                </a:solidFill>
                <a:latin typeface="Calibri"/>
                <a:cs typeface="Calibri"/>
              </a:rPr>
              <a:t>We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are printing two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values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both </a:t>
            </a:r>
            <a:r>
              <a:rPr sz="2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cases,</a:t>
            </a:r>
            <a:r>
              <a:rPr sz="2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i.e.</a:t>
            </a:r>
            <a:r>
              <a:rPr sz="26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6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string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Calibri"/>
                <a:cs typeface="Calibri"/>
              </a:rPr>
              <a:t>float</a:t>
            </a:r>
            <a:r>
              <a:rPr sz="2600" b="1" spc="-5" dirty="0">
                <a:solidFill>
                  <a:srgbClr val="FFFFFF"/>
                </a:solidFill>
                <a:latin typeface="Calibri"/>
                <a:cs typeface="Calibri"/>
              </a:rPr>
              <a:t> number: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432" y="259079"/>
            <a:ext cx="435864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4307" y="362839"/>
            <a:ext cx="378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PRINT</a:t>
            </a:r>
            <a:r>
              <a:rPr spc="-25" dirty="0"/>
              <a:t> </a:t>
            </a:r>
            <a:r>
              <a:rPr dirty="0"/>
              <a:t>(</a:t>
            </a:r>
            <a:r>
              <a:rPr spc="-50" dirty="0"/>
              <a:t> </a:t>
            </a:r>
            <a:r>
              <a:rPr dirty="0"/>
              <a:t>)</a:t>
            </a:r>
            <a:r>
              <a:rPr spc="-25" dirty="0"/>
              <a:t> </a:t>
            </a:r>
            <a:r>
              <a:rPr dirty="0"/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98447" y="2001011"/>
            <a:ext cx="7714615" cy="4203700"/>
            <a:chOff x="1298447" y="2001011"/>
            <a:chExt cx="7714615" cy="42037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8447" y="2001011"/>
              <a:ext cx="1534667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6311" y="2001011"/>
              <a:ext cx="577595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38627" y="2001011"/>
              <a:ext cx="1392936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94759" y="2001011"/>
              <a:ext cx="780288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38243" y="2001011"/>
              <a:ext cx="961644" cy="7894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63083" y="2001011"/>
              <a:ext cx="1552956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6647" y="2001011"/>
              <a:ext cx="563879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3724" y="2001011"/>
              <a:ext cx="646176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83095" y="2001011"/>
              <a:ext cx="1786127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32419" y="2001011"/>
              <a:ext cx="1080516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98447" y="2427731"/>
              <a:ext cx="1261872" cy="7894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74747" y="2427731"/>
              <a:ext cx="1095755" cy="7894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83408" y="2427731"/>
              <a:ext cx="838199" cy="7894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34512" y="2427731"/>
              <a:ext cx="1249680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97096" y="2427731"/>
              <a:ext cx="1149096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59095" y="2427731"/>
              <a:ext cx="1028700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0700" y="2427731"/>
              <a:ext cx="1392936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98447" y="2854451"/>
              <a:ext cx="979931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3015" y="2854451"/>
              <a:ext cx="577595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63723" y="2854451"/>
              <a:ext cx="1536191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654552" y="2854451"/>
              <a:ext cx="947927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57115" y="2854451"/>
              <a:ext cx="1938527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048756" y="2854451"/>
              <a:ext cx="826007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27876" y="2854451"/>
              <a:ext cx="981455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39939" y="2854451"/>
              <a:ext cx="565403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58456" y="2854451"/>
              <a:ext cx="1554479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98447" y="3281172"/>
              <a:ext cx="1263396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092451" y="3281172"/>
              <a:ext cx="566927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73808" y="3281172"/>
              <a:ext cx="551688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38400" y="3281172"/>
              <a:ext cx="560832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610611" y="3281172"/>
              <a:ext cx="1028700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2215" y="3281172"/>
              <a:ext cx="577596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42715" y="3281172"/>
              <a:ext cx="1028700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084319" y="3281172"/>
              <a:ext cx="697991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393691" y="3281172"/>
              <a:ext cx="1548384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56503" y="3281172"/>
              <a:ext cx="765048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34456" y="3281172"/>
              <a:ext cx="992124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298447" y="3707891"/>
              <a:ext cx="935736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7775" y="3707891"/>
              <a:ext cx="577595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377439" y="3707891"/>
              <a:ext cx="1211580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371087" y="3707891"/>
              <a:ext cx="839724" cy="7894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994403" y="3707891"/>
              <a:ext cx="836676" cy="789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613147" y="3707891"/>
              <a:ext cx="1394460" cy="789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89676" y="3707891"/>
              <a:ext cx="1136903" cy="7894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708647" y="3707891"/>
              <a:ext cx="2304288" cy="78943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98447" y="4134611"/>
              <a:ext cx="1629155" cy="78943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58211" y="4134611"/>
              <a:ext cx="565404" cy="78943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727959" y="4134611"/>
              <a:ext cx="678179" cy="78943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108959" y="4134611"/>
              <a:ext cx="1645919" cy="78943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459224" y="4134611"/>
              <a:ext cx="771144" cy="78943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934712" y="4134611"/>
              <a:ext cx="912876" cy="78943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8195" y="4134611"/>
              <a:ext cx="563879" cy="78943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472683" y="4134611"/>
              <a:ext cx="1421891" cy="78943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598919" y="4134611"/>
              <a:ext cx="996696" cy="78943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99959" y="4134611"/>
              <a:ext cx="838200" cy="78943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842504" y="4134611"/>
              <a:ext cx="1170431" cy="78943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98447" y="4561332"/>
              <a:ext cx="1351788" cy="78943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261615" y="4561332"/>
              <a:ext cx="1325880" cy="78943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399" y="4561332"/>
              <a:ext cx="1534668" cy="78943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346447" y="4561332"/>
              <a:ext cx="850391" cy="78943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08219" y="4561332"/>
              <a:ext cx="961644" cy="78943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382768" y="4561332"/>
              <a:ext cx="1429512" cy="78943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42888" y="4561332"/>
              <a:ext cx="563880" cy="78943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98447" y="4988051"/>
              <a:ext cx="1191767" cy="78943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392680" y="4988051"/>
              <a:ext cx="579119" cy="78943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874263" y="4988051"/>
              <a:ext cx="676656" cy="78943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454908" y="4988051"/>
              <a:ext cx="1214627" cy="78943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3524" y="4988051"/>
              <a:ext cx="961644" cy="78943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439156" y="4988051"/>
              <a:ext cx="1496568" cy="78943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838188" y="4988051"/>
              <a:ext cx="699516" cy="78943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440168" y="4988051"/>
              <a:ext cx="1572768" cy="78943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98447" y="5414771"/>
              <a:ext cx="1560576" cy="78943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89631" y="5414771"/>
              <a:ext cx="563880" cy="78943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566415" y="5414771"/>
              <a:ext cx="1551432" cy="78943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33799" y="5414771"/>
              <a:ext cx="1263396" cy="78943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527803" y="5414771"/>
              <a:ext cx="566927" cy="78943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709159" y="5414771"/>
              <a:ext cx="1205484" cy="789431"/>
            </a:xfrm>
            <a:prstGeom prst="rect">
              <a:avLst/>
            </a:prstGeom>
          </p:spPr>
        </p:pic>
      </p:grpSp>
      <p:sp>
        <p:nvSpPr>
          <p:cNvPr id="82" name="object 82"/>
          <p:cNvSpPr txBox="1"/>
          <p:nvPr/>
        </p:nvSpPr>
        <p:spPr>
          <a:xfrm>
            <a:off x="1507616" y="1653667"/>
            <a:ext cx="7272655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print()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FF00"/>
                </a:solidFill>
                <a:latin typeface="Calibri"/>
                <a:cs typeface="Calibri"/>
              </a:rPr>
              <a:t>Parameters:</a:t>
            </a:r>
            <a:endParaRPr sz="2800">
              <a:latin typeface="Calibri"/>
              <a:cs typeface="Calibri"/>
            </a:endParaRPr>
          </a:p>
          <a:p>
            <a:pPr marL="12700" marR="7620" algn="just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objects - object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printed.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*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indicates that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800">
              <a:latin typeface="Calibri"/>
              <a:cs typeface="Calibri"/>
            </a:endParaRPr>
          </a:p>
          <a:p>
            <a:pPr marL="12700" marR="6985" algn="just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sep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objects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separated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by</a:t>
            </a:r>
            <a:r>
              <a:rPr sz="2800" b="1" spc="6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sep.</a:t>
            </a:r>
            <a:r>
              <a:rPr sz="2800" b="1" spc="6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Default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value: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'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‘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printed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last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-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write(string)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method.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omitted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it,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sys.stdout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be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used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prints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objects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screen.</a:t>
            </a:r>
            <a:endParaRPr sz="2800">
              <a:latin typeface="Calibri"/>
              <a:cs typeface="Calibri"/>
            </a:endParaRPr>
          </a:p>
          <a:p>
            <a:pPr marL="12700" marR="7620" algn="just">
              <a:lnSpc>
                <a:spcPct val="100000"/>
              </a:lnSpc>
              <a:spcBef>
                <a:spcPts val="5"/>
              </a:spcBef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flush</a:t>
            </a:r>
            <a:r>
              <a:rPr sz="2800" b="1" spc="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2800" b="1" spc="6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800" b="1" spc="12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True,</a:t>
            </a:r>
            <a:r>
              <a:rPr sz="2800" b="1" spc="1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b="1" spc="12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800" b="1" spc="1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is  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forcibly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flushed.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Default</a:t>
            </a:r>
            <a:r>
              <a:rPr sz="2800" b="1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value: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False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432" y="259079"/>
            <a:ext cx="435864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4307" y="362839"/>
            <a:ext cx="378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PRINT</a:t>
            </a:r>
            <a:r>
              <a:rPr spc="-25" dirty="0"/>
              <a:t> </a:t>
            </a:r>
            <a:r>
              <a:rPr dirty="0"/>
              <a:t>(</a:t>
            </a:r>
            <a:r>
              <a:rPr spc="-50" dirty="0"/>
              <a:t> </a:t>
            </a:r>
            <a:r>
              <a:rPr dirty="0"/>
              <a:t>)</a:t>
            </a:r>
            <a:r>
              <a:rPr spc="-25" dirty="0"/>
              <a:t> </a:t>
            </a:r>
            <a:r>
              <a:rPr dirty="0"/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70075" y="1193291"/>
            <a:ext cx="6492240" cy="5652770"/>
            <a:chOff x="1370075" y="1193291"/>
            <a:chExt cx="6492240" cy="56527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1319" y="1789175"/>
              <a:ext cx="2506980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1204" y="1789175"/>
              <a:ext cx="697991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0575" y="1789175"/>
              <a:ext cx="963168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4352" y="1789175"/>
              <a:ext cx="5638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58840" y="1789175"/>
              <a:ext cx="736091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41319" y="2215895"/>
              <a:ext cx="644652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8875" y="2215895"/>
              <a:ext cx="646176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7955" y="2215895"/>
              <a:ext cx="649224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41319" y="2642616"/>
              <a:ext cx="1263395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9143" y="2642616"/>
              <a:ext cx="1534668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65191" y="2642616"/>
              <a:ext cx="944880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24499" y="2642616"/>
              <a:ext cx="1487424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42531" y="2642616"/>
              <a:ext cx="566927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41319" y="3069336"/>
              <a:ext cx="1626108" cy="7894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80331" y="3069336"/>
              <a:ext cx="893063" cy="7894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87823" y="3069336"/>
              <a:ext cx="755903" cy="7894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41319" y="3496056"/>
              <a:ext cx="659892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12591" y="3496056"/>
              <a:ext cx="646176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71671" y="3496056"/>
              <a:ext cx="644651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22091" y="3922775"/>
              <a:ext cx="646176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281171" y="3922775"/>
              <a:ext cx="1313688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10811" y="3922775"/>
              <a:ext cx="1534667" cy="7894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6860" y="3922775"/>
              <a:ext cx="944880" cy="7894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16167" y="3922775"/>
              <a:ext cx="1487424" cy="7894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34199" y="3922775"/>
              <a:ext cx="566927" cy="7894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41319" y="4349496"/>
              <a:ext cx="1552956" cy="7894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108703" y="4349496"/>
              <a:ext cx="819912" cy="78943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541519" y="4349496"/>
              <a:ext cx="736091" cy="7894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90516" y="4349496"/>
              <a:ext cx="728472" cy="78943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31891" y="4349496"/>
              <a:ext cx="858012" cy="78943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941319" y="4776215"/>
              <a:ext cx="1528571" cy="7894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941319" y="5202936"/>
              <a:ext cx="1525524" cy="7894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9747" y="5202936"/>
              <a:ext cx="697991" cy="7894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9119" y="5202936"/>
              <a:ext cx="963168" cy="78943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82896" y="5202936"/>
              <a:ext cx="563879" cy="7894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41319" y="5629656"/>
              <a:ext cx="644652" cy="78943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8875" y="5629656"/>
              <a:ext cx="646176" cy="78943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7955" y="5629656"/>
              <a:ext cx="649224" cy="789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41319" y="6056374"/>
              <a:ext cx="644652" cy="78943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8875" y="6056374"/>
              <a:ext cx="646176" cy="7894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7955" y="6056374"/>
              <a:ext cx="649224" cy="7894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18559" y="6056374"/>
              <a:ext cx="646176" cy="789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77640" y="6056374"/>
              <a:ext cx="659891" cy="7894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70075" y="1193291"/>
              <a:ext cx="6492239" cy="789431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579244" y="1104798"/>
            <a:ext cx="6048375" cy="548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4325" marR="5080" indent="-1572260">
              <a:lnSpc>
                <a:spcPct val="1393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Example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1: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How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print()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works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in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Python? </a:t>
            </a:r>
            <a:r>
              <a:rPr sz="2800" b="1" spc="-6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print("Python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fun.")</a:t>
            </a:r>
            <a:endParaRPr sz="2800">
              <a:latin typeface="Calibri"/>
              <a:cs typeface="Calibri"/>
            </a:endParaRPr>
          </a:p>
          <a:p>
            <a:pPr marL="1584325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584325" marR="756285">
              <a:lnSpc>
                <a:spcPct val="100000"/>
              </a:lnSpc>
              <a:spcBef>
                <a:spcPts val="5"/>
              </a:spcBef>
            </a:pPr>
            <a:r>
              <a:rPr sz="2800" b="1" spc="-35" dirty="0">
                <a:solidFill>
                  <a:srgbClr val="FFFF00"/>
                </a:solidFill>
                <a:latin typeface="Calibri"/>
                <a:cs typeface="Calibri"/>
              </a:rPr>
              <a:t>#Two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objects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passed: </a:t>
            </a:r>
            <a:r>
              <a:rPr sz="2800" b="1" spc="-6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print("a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=",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a)</a:t>
            </a:r>
            <a:endParaRPr sz="2800">
              <a:latin typeface="Calibri"/>
              <a:cs typeface="Calibri"/>
            </a:endParaRPr>
          </a:p>
          <a:p>
            <a:pPr marL="1584325">
              <a:lnSpc>
                <a:spcPct val="100000"/>
              </a:lnSpc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584325" marR="364490" indent="80645">
              <a:lnSpc>
                <a:spcPct val="100000"/>
              </a:lnSpc>
            </a:pP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#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Three</a:t>
            </a:r>
            <a:r>
              <a:rPr sz="2800" b="1" spc="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objects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passed: </a:t>
            </a:r>
            <a:r>
              <a:rPr sz="2800" b="1" spc="-61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print('a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=',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a,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'=</a:t>
            </a:r>
            <a:r>
              <a:rPr sz="28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b‘)</a:t>
            </a:r>
            <a:endParaRPr sz="2800">
              <a:latin typeface="Calibri"/>
              <a:cs typeface="Calibri"/>
            </a:endParaRPr>
          </a:p>
          <a:p>
            <a:pPr marL="1584325" marR="2419350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Output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sz="2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fun. </a:t>
            </a:r>
            <a:r>
              <a:rPr sz="2800" b="1" spc="-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800">
              <a:latin typeface="Calibri"/>
              <a:cs typeface="Calibri"/>
            </a:endParaRPr>
          </a:p>
          <a:p>
            <a:pPr marL="1584325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 5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 b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432" y="259079"/>
            <a:ext cx="4358640" cy="10088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4307" y="362839"/>
            <a:ext cx="378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PRINT</a:t>
            </a:r>
            <a:r>
              <a:rPr spc="-25" dirty="0"/>
              <a:t> </a:t>
            </a:r>
            <a:r>
              <a:rPr dirty="0"/>
              <a:t>(</a:t>
            </a:r>
            <a:r>
              <a:rPr spc="-50" dirty="0"/>
              <a:t> </a:t>
            </a:r>
            <a:r>
              <a:rPr dirty="0"/>
              <a:t>)</a:t>
            </a:r>
            <a:r>
              <a:rPr spc="-25" dirty="0"/>
              <a:t> </a:t>
            </a:r>
            <a:r>
              <a:rPr dirty="0"/>
              <a:t>FUNCTION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84960" y="2360676"/>
            <a:ext cx="3540760" cy="2923540"/>
            <a:chOff x="1584960" y="2360676"/>
            <a:chExt cx="3540760" cy="29235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4960" y="2360676"/>
              <a:ext cx="999743" cy="7894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9132" y="2360676"/>
              <a:ext cx="1626108" cy="7894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9667" y="2360676"/>
              <a:ext cx="646176" cy="7894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97224" y="2360676"/>
              <a:ext cx="716279" cy="78943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6408" y="2360676"/>
              <a:ext cx="755903" cy="7894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4960" y="2787396"/>
              <a:ext cx="644652" cy="7894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2516" y="2787396"/>
              <a:ext cx="646176" cy="789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01596" y="2787396"/>
              <a:ext cx="649224" cy="7894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81428" y="2787396"/>
              <a:ext cx="563880" cy="78943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75916" y="2787396"/>
              <a:ext cx="1008887" cy="78943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4960" y="3214116"/>
              <a:ext cx="999743" cy="78943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9132" y="3214116"/>
              <a:ext cx="1626108" cy="7894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9667" y="3214116"/>
              <a:ext cx="646176" cy="78943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97224" y="3214116"/>
              <a:ext cx="621791" cy="78943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49624" y="3214116"/>
              <a:ext cx="906779" cy="78943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9308" y="3214116"/>
              <a:ext cx="755903" cy="78943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4960" y="3640836"/>
              <a:ext cx="644652" cy="7894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42516" y="3640836"/>
              <a:ext cx="646176" cy="7894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84960" y="4067555"/>
              <a:ext cx="649223" cy="789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4792" y="4067555"/>
              <a:ext cx="563880" cy="7894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59280" y="4067555"/>
              <a:ext cx="1008888" cy="7894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4960" y="4494276"/>
              <a:ext cx="999743" cy="789432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70075" y="1359408"/>
            <a:ext cx="6492239" cy="789432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579244" y="1439417"/>
            <a:ext cx="6048375" cy="3585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Example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2: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How</a:t>
            </a:r>
            <a:r>
              <a:rPr sz="2800" b="1" spc="-10" dirty="0">
                <a:solidFill>
                  <a:srgbClr val="FFFF00"/>
                </a:solidFill>
                <a:latin typeface="Calibri"/>
                <a:cs typeface="Calibri"/>
              </a:rPr>
              <a:t> print()</a:t>
            </a:r>
            <a:r>
              <a:rPr sz="2800" b="1" spc="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00"/>
                </a:solidFill>
                <a:latin typeface="Calibri"/>
                <a:cs typeface="Calibri"/>
              </a:rPr>
              <a:t>works</a:t>
            </a:r>
            <a:r>
              <a:rPr sz="2800" b="1" spc="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00"/>
                </a:solidFill>
                <a:latin typeface="Calibri"/>
                <a:cs typeface="Calibri"/>
              </a:rPr>
              <a:t>in </a:t>
            </a:r>
            <a:r>
              <a:rPr sz="2800" b="1" dirty="0">
                <a:solidFill>
                  <a:srgbClr val="FFFF00"/>
                </a:solidFill>
                <a:latin typeface="Calibri"/>
                <a:cs typeface="Calibri"/>
              </a:rPr>
              <a:t>Python?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700">
              <a:latin typeface="Calibri"/>
              <a:cs typeface="Calibri"/>
            </a:endParaRPr>
          </a:p>
          <a:p>
            <a:pPr marL="226695" marR="3085465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&gt;&gt;&gt;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print("a</a:t>
            </a:r>
            <a:r>
              <a:rPr sz="28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",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a) </a:t>
            </a:r>
            <a:r>
              <a:rPr sz="2800" b="1" spc="-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3.564</a:t>
            </a:r>
            <a:endParaRPr sz="2800">
              <a:latin typeface="Calibri"/>
              <a:cs typeface="Calibri"/>
            </a:endParaRPr>
          </a:p>
          <a:p>
            <a:pPr marL="226695" marR="2742565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&gt;&gt;&gt;</a:t>
            </a:r>
            <a:r>
              <a:rPr sz="28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print("a</a:t>
            </a:r>
            <a:r>
              <a:rPr sz="28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\n",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a) </a:t>
            </a:r>
            <a:r>
              <a:rPr sz="2800" b="1" spc="-6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endParaRPr sz="280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3.564</a:t>
            </a:r>
            <a:endParaRPr sz="2800">
              <a:latin typeface="Calibri"/>
              <a:cs typeface="Calibri"/>
            </a:endParaRPr>
          </a:p>
          <a:p>
            <a:pPr marL="226695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&gt;&gt;&gt;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0523" y="3058667"/>
            <a:ext cx="3250692" cy="12313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3517" y="3204413"/>
            <a:ext cx="25476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u="heavy" dirty="0"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Thank</a:t>
            </a:r>
            <a:r>
              <a:rPr sz="4400" i="1" u="heavy" spc="-170" dirty="0"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400" i="1" u="heavy" spc="-165" dirty="0"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You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5803" y="3826764"/>
            <a:ext cx="2580131" cy="111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3163</Words>
  <Application>Microsoft Office PowerPoint</Application>
  <PresentationFormat>On-screen Show (4:3)</PresentationFormat>
  <Paragraphs>570</Paragraphs>
  <Slides>121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5" baseType="lpstr">
      <vt:lpstr>Calibri</vt:lpstr>
      <vt:lpstr>Times New Roman</vt:lpstr>
      <vt:lpstr>Wingdings</vt:lpstr>
      <vt:lpstr>Office Theme</vt:lpstr>
      <vt:lpstr>INTRODUCTION</vt:lpstr>
      <vt:lpstr>INTRODUCTION</vt:lpstr>
      <vt:lpstr>PowerPoint Presentation</vt:lpstr>
      <vt:lpstr>PYTHON CHARACTERSET</vt:lpstr>
      <vt:lpstr>PowerPoint Presentation</vt:lpstr>
      <vt:lpstr>PYTHON CHARACTERSET</vt:lpstr>
      <vt:lpstr>What is Token or lexical unit?</vt:lpstr>
      <vt:lpstr>TOKENS OR LEXICAL UNIT</vt:lpstr>
      <vt:lpstr>TYPES OF LEXICAL UNITS</vt:lpstr>
      <vt:lpstr>TOKENS / LEXICAL UNITS</vt:lpstr>
      <vt:lpstr>PowerPoint Presentation</vt:lpstr>
      <vt:lpstr>1. Keyword/Reserved Word</vt:lpstr>
      <vt:lpstr>PowerPoint Presentation</vt:lpstr>
      <vt:lpstr>and assert</vt:lpstr>
      <vt:lpstr>global if import in</vt:lpstr>
      <vt:lpstr>What is an identifier?</vt:lpstr>
      <vt:lpstr>2. IDENTIFIERS</vt:lpstr>
      <vt:lpstr>PowerPoint Presentation</vt:lpstr>
      <vt:lpstr>PYTHON NAMING CONVENTIONS</vt:lpstr>
      <vt:lpstr>PYTHON NAMING CONVENTIONS</vt:lpstr>
      <vt:lpstr>PYTHON NAMING CONVENTIONS</vt:lpstr>
      <vt:lpstr>PYTHON NAMING CONVENTIONS</vt:lpstr>
      <vt:lpstr>PYTHON NAMING CONVENTIONS</vt:lpstr>
      <vt:lpstr>What is literals?</vt:lpstr>
      <vt:lpstr>3. LITERALS / CONSTANT VALUES</vt:lpstr>
      <vt:lpstr>What are the types of literals?</vt:lpstr>
      <vt:lpstr>TYPES OF LITERALS / CONSTANT VALUES</vt:lpstr>
      <vt:lpstr>What is string?</vt:lpstr>
      <vt:lpstr>1. STRING LITERALS OR CONSTANTS</vt:lpstr>
      <vt:lpstr>PowerPoint Presentation</vt:lpstr>
      <vt:lpstr>REPRESENTATION OF STRING</vt:lpstr>
      <vt:lpstr>REPRESENTATION OF STRING</vt:lpstr>
      <vt:lpstr>REPRESENTATION OF STRING</vt:lpstr>
      <vt:lpstr>REPRESENTATION OF STRING</vt:lpstr>
      <vt:lpstr>TYPES OF STRINGS</vt:lpstr>
      <vt:lpstr>PowerPoint Presentation</vt:lpstr>
      <vt:lpstr>SINGLE LINE STRINGS</vt:lpstr>
      <vt:lpstr>MULTI LINE STRINGS</vt:lpstr>
      <vt:lpstr>SIZE OF STRINGS</vt:lpstr>
      <vt:lpstr>SIZE OF STRINGS</vt:lpstr>
      <vt:lpstr>PowerPoint Presentation</vt:lpstr>
      <vt:lpstr>STRINGS WITH TRIPLE QUOTES</vt:lpstr>
      <vt:lpstr>Escape Sequences</vt:lpstr>
      <vt:lpstr>Back Slash</vt:lpstr>
      <vt:lpstr>PowerPoint Presentation</vt:lpstr>
      <vt:lpstr>PowerPoint Presentation</vt:lpstr>
      <vt:lpstr>PowerPoint Presentation</vt:lpstr>
      <vt:lpstr>Back Slash</vt:lpstr>
      <vt:lpstr>Single Quote</vt:lpstr>
      <vt:lpstr>Double Quote</vt:lpstr>
      <vt:lpstr>ASCII Bell</vt:lpstr>
      <vt:lpstr>ASCII Backspace</vt:lpstr>
      <vt:lpstr>ASCII Form Feed</vt:lpstr>
      <vt:lpstr>New Line</vt:lpstr>
      <vt:lpstr>Carriage Return</vt:lpstr>
      <vt:lpstr>Horizontal Tab</vt:lpstr>
      <vt:lpstr>Vertical Tab</vt:lpstr>
      <vt:lpstr>16 bit Hex Val</vt:lpstr>
      <vt:lpstr>\ooo</vt:lpstr>
      <vt:lpstr>2. NUMERICAL LITERALS</vt:lpstr>
      <vt:lpstr>2. NUMERICAL LITERALS</vt:lpstr>
      <vt:lpstr>INTEGER LITERALS OR CONSTANTS</vt:lpstr>
      <vt:lpstr>INTEGER LITERALS OR CONSTANTS</vt:lpstr>
      <vt:lpstr>INTEGER LITERALS OR CONSTANTS</vt:lpstr>
      <vt:lpstr>INTEGER LITERALS OR CONSTANTS</vt:lpstr>
      <vt:lpstr>PowerPoint Presentation</vt:lpstr>
      <vt:lpstr>oct ( )</vt:lpstr>
      <vt:lpstr>PowerPoint Presentation</vt:lpstr>
      <vt:lpstr>PowerPoint Presentation</vt:lpstr>
      <vt:lpstr>PowerPoint Presentation</vt:lpstr>
      <vt:lpstr>FLOATING POINT LITERALS OR CONSTANTS</vt:lpstr>
      <vt:lpstr>PowerPoint Presentation</vt:lpstr>
      <vt:lpstr>PowerPoint Presentation</vt:lpstr>
      <vt:lpstr>3) BOOLEAN LITERALS OR CONSTANTS.</vt:lpstr>
      <vt:lpstr>Special Literal - None</vt:lpstr>
      <vt:lpstr>4) SPECIAL LITERAL NONE</vt:lpstr>
      <vt:lpstr>PowerPoint Presentation</vt:lpstr>
      <vt:lpstr>5) LITERAL COLLECTIONS</vt:lpstr>
      <vt:lpstr>4. OPERATORS</vt:lpstr>
      <vt:lpstr>OPERATORS</vt:lpstr>
      <vt:lpstr>5. PUNCTUATORS</vt:lpstr>
      <vt:lpstr>PUNCTUATORS</vt:lpstr>
      <vt:lpstr>PowerPoint Presentation</vt:lpstr>
      <vt:lpstr>GENERAL STRUCTURE OF PYTHON PROGRAM</vt:lpstr>
      <vt:lpstr>GENERAL STRUCTURE OF PYTHON PROGRAM</vt:lpstr>
      <vt:lpstr>GENERAL STRUCTURE OF PYTHON PROGRAM</vt:lpstr>
      <vt:lpstr>WHITE SPACE</vt:lpstr>
      <vt:lpstr>WHITE SPACE</vt:lpstr>
      <vt:lpstr>WHITE SPACE</vt:lpstr>
      <vt:lpstr>COMMENTS</vt:lpstr>
      <vt:lpstr>COMMENTS</vt:lpstr>
      <vt:lpstr>STATEMENTS</vt:lpstr>
      <vt:lpstr>STATEMENTS</vt:lpstr>
      <vt:lpstr>FUNCTIONS</vt:lpstr>
      <vt:lpstr>FUNCTIONS</vt:lpstr>
      <vt:lpstr>PowerPoint Presentation</vt:lpstr>
      <vt:lpstr>PYTHON PROGRAMMING CONVENTIONS</vt:lpstr>
      <vt:lpstr>PYTHON PROGRAMMING CONVENTIONS</vt:lpstr>
      <vt:lpstr>PowerPoint Presentation</vt:lpstr>
      <vt:lpstr>VARIABLES AND ASSIGNMENTS</vt:lpstr>
      <vt:lpstr>VARIABLES AND ASSIGNMENTS</vt:lpstr>
      <vt:lpstr>VARIABLES AND ASSIGNMENTS</vt:lpstr>
      <vt:lpstr>VARIABLES AND ASSIGNMENTS</vt:lpstr>
      <vt:lpstr>VARIABLES AND ASSIGNMENTS</vt:lpstr>
      <vt:lpstr>VARIABLES AND ASSIGNMENTS</vt:lpstr>
      <vt:lpstr>VARIABLES AND ASSIGNMENTS</vt:lpstr>
      <vt:lpstr>VARIABLES AND ASSIGNMENTS</vt:lpstr>
      <vt:lpstr>VARIABLES AND ASSIGNMENTS</vt:lpstr>
      <vt:lpstr>VARIABLES AND ASSIGNMENTS</vt:lpstr>
      <vt:lpstr>VARIABLES AND ASSIGNMENTS</vt:lpstr>
      <vt:lpstr>VARIABLES AND ASSIGNMENTS</vt:lpstr>
      <vt:lpstr>PowerPoint Presentation</vt:lpstr>
      <vt:lpstr>INPUT ( ) FUNCTION</vt:lpstr>
      <vt:lpstr>INPUT ( ) FUNCTION</vt:lpstr>
      <vt:lpstr>INPUT ( ) FUNCTION</vt:lpstr>
      <vt:lpstr>PRINT ( ) FUNCTION</vt:lpstr>
      <vt:lpstr>PRINT ( ) FUNCTION</vt:lpstr>
      <vt:lpstr>PRINT ( ) FUNCTION</vt:lpstr>
      <vt:lpstr>PRINT ( ) FUNCTION</vt:lpstr>
      <vt:lpstr>PRINT ( ) FUNCTION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Ram Kumar</dc:creator>
  <cp:lastModifiedBy>Ram Kumar</cp:lastModifiedBy>
  <cp:revision>2</cp:revision>
  <dcterms:created xsi:type="dcterms:W3CDTF">2021-08-25T04:21:34Z</dcterms:created>
  <dcterms:modified xsi:type="dcterms:W3CDTF">2021-08-25T04:37:52Z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2021-08-25T00:00:00Z</vt:filetime>
  </property>
</Properties>
</file>