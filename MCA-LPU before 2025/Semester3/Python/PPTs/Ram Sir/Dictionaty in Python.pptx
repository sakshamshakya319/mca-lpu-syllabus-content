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10/26/2021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10/26/2021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525" y="1147762"/>
            <a:ext cx="607695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674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525" y="1147762"/>
            <a:ext cx="607695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730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379" y="1101580"/>
            <a:ext cx="607695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997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525" y="1147762"/>
            <a:ext cx="607695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145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6143" y="1009217"/>
            <a:ext cx="607695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940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5998" y="1110817"/>
            <a:ext cx="607695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520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180" y="1046162"/>
            <a:ext cx="607695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175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379" y="1156998"/>
            <a:ext cx="607695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495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525" y="1147762"/>
            <a:ext cx="607695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260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525" y="1147762"/>
            <a:ext cx="607695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374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380" y="1027689"/>
            <a:ext cx="607695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122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525" y="1147762"/>
            <a:ext cx="607695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438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525" y="1147762"/>
            <a:ext cx="607695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1200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670" y="1083107"/>
            <a:ext cx="607695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48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525" y="1147762"/>
            <a:ext cx="607695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196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525" y="1147762"/>
            <a:ext cx="607695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008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0653" y="1009217"/>
            <a:ext cx="607695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341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888" y="1073871"/>
            <a:ext cx="607695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5441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779" y="1027689"/>
            <a:ext cx="607695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8785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834" y="1046162"/>
            <a:ext cx="607695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1175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834" y="1120053"/>
            <a:ext cx="607695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9319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6071" y="1138525"/>
            <a:ext cx="607695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2538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7598" y="1073871"/>
            <a:ext cx="607695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450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6070" y="1073871"/>
            <a:ext cx="607695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7297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6070" y="1055398"/>
            <a:ext cx="607695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1690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780" y="1092343"/>
            <a:ext cx="607695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7671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852" y="1036926"/>
            <a:ext cx="607695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2948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016" y="1046162"/>
            <a:ext cx="607695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2885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834" y="1027689"/>
            <a:ext cx="607695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9547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13307"/>
          <a:stretch/>
        </p:blipFill>
        <p:spPr>
          <a:xfrm>
            <a:off x="3057525" y="1754909"/>
            <a:ext cx="6076950" cy="3955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6588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14522"/>
          <a:stretch/>
        </p:blipFill>
        <p:spPr>
          <a:xfrm>
            <a:off x="3186834" y="1579418"/>
            <a:ext cx="6076950" cy="3899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8871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13915"/>
          <a:stretch/>
        </p:blipFill>
        <p:spPr>
          <a:xfrm>
            <a:off x="3380798" y="1385454"/>
            <a:ext cx="6076950" cy="392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0931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22"/>
          <a:stretch/>
        </p:blipFill>
        <p:spPr>
          <a:xfrm>
            <a:off x="3269962" y="1505527"/>
            <a:ext cx="6076950" cy="3899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2060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69652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26</TotalTime>
  <Words>1</Words>
  <Application>Microsoft Office PowerPoint</Application>
  <PresentationFormat>Widescreen</PresentationFormat>
  <Paragraphs>1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Garamond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 Kumar</dc:creator>
  <cp:lastModifiedBy>Ram Kumar</cp:lastModifiedBy>
  <cp:revision>3</cp:revision>
  <dcterms:created xsi:type="dcterms:W3CDTF">2021-10-26T04:02:27Z</dcterms:created>
  <dcterms:modified xsi:type="dcterms:W3CDTF">2021-10-26T04:28:34Z</dcterms:modified>
</cp:coreProperties>
</file>