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83" r:id="rId3"/>
    <p:sldId id="282" r:id="rId4"/>
    <p:sldId id="281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76" r:id="rId13"/>
    <p:sldId id="264" r:id="rId14"/>
    <p:sldId id="277" r:id="rId15"/>
    <p:sldId id="265" r:id="rId16"/>
    <p:sldId id="266" r:id="rId17"/>
    <p:sldId id="267" r:id="rId18"/>
    <p:sldId id="278" r:id="rId19"/>
    <p:sldId id="268" r:id="rId20"/>
    <p:sldId id="279" r:id="rId21"/>
    <p:sldId id="269" r:id="rId22"/>
    <p:sldId id="270" r:id="rId23"/>
    <p:sldId id="271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302" r:id="rId33"/>
    <p:sldId id="303" r:id="rId34"/>
    <p:sldId id="304" r:id="rId35"/>
    <p:sldId id="305" r:id="rId36"/>
    <p:sldId id="293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9EDA6-232C-E8E9-ECBF-9203BA9582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A6DC05-2CD4-5351-527A-5C517C0580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4F829-0960-3474-40CF-B37303507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26BA5-2CBD-4A4E-A2DA-EC7ED3DA9F1B}" type="datetimeFigureOut">
              <a:rPr lang="en-IN" smtClean="0"/>
              <a:t>03-08-2022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BDCBF-470E-42CA-0D22-CC8FB89A7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EBDC2-1E8A-9C66-7961-2BA7D6A6C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79CA-0CEA-444C-AD29-F0EAA8B0E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502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2AA99-992C-9460-CF22-D500BFE51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D4009-C2FE-0A7A-8FD0-58F0F422B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C2F95-77F8-98F5-3379-6C2F60759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26BA5-2CBD-4A4E-A2DA-EC7ED3DA9F1B}" type="datetimeFigureOut">
              <a:rPr lang="en-IN" smtClean="0"/>
              <a:t>03-08-2022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8E034-B957-9C8C-3D7E-37AC8627C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51A8E-BB4E-DF48-76F7-FF053BDF0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79CA-0CEA-444C-AD29-F0EAA8B0E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509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21844-BFEC-BD45-17DE-25DF8E554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A18C1C-FC9E-768B-598E-7C5E46AEE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E9E58-11A8-CC18-1BD5-993254C43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26BA5-2CBD-4A4E-A2DA-EC7ED3DA9F1B}" type="datetimeFigureOut">
              <a:rPr lang="en-IN" smtClean="0"/>
              <a:t>03-08-2022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CFF7C-4705-E7E7-3893-CAFCFB758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4E745-B717-7252-0FAD-4F622061F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79CA-0CEA-444C-AD29-F0EAA8B0E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465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6DCE9-4F69-F590-2550-0AB45C477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C6A44-5D51-81B3-CCD3-D869D8EABB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6F0C8D-FFAC-9C72-FBCC-5E72E85D2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CEE8F-E60C-F96F-97C5-2B5FF6891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26BA5-2CBD-4A4E-A2DA-EC7ED3DA9F1B}" type="datetimeFigureOut">
              <a:rPr lang="en-IN" smtClean="0"/>
              <a:t>03-08-2022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8F1D1-FB52-3660-D704-B5E673888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2BBBF1-18DA-9AD5-6365-097B07A25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79CA-0CEA-444C-AD29-F0EAA8B0E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576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F209E-8D9A-54FF-F9D7-490FAC28F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B43A6-D097-1B56-F849-56A20A1DA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6973EF-90A7-CE32-1B27-41168622D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700817-8A7F-7A8E-45BF-F5D7EF0D12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6D346E-54AC-05F0-18E2-F421D02B28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DCFDC7-68B0-4254-3F41-84539B2B2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26BA5-2CBD-4A4E-A2DA-EC7ED3DA9F1B}" type="datetimeFigureOut">
              <a:rPr lang="en-IN" smtClean="0"/>
              <a:t>03-08-2022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A9E856-93A9-BB17-082F-3575E009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809867-9A7D-A0B8-5320-9E9D52C53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79CA-0CEA-444C-AD29-F0EAA8B0E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917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FD5FF-97B9-210D-089B-9637F0831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E792E6-6D87-2645-6A62-6F68C053E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26BA5-2CBD-4A4E-A2DA-EC7ED3DA9F1B}" type="datetimeFigureOut">
              <a:rPr lang="en-IN" smtClean="0"/>
              <a:t>03-08-2022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D86ED3-FBE5-48CB-6EBD-2E76F087C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983A20-78B4-383D-744A-027D81A1F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79CA-0CEA-444C-AD29-F0EAA8B0E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342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201020-43DA-845A-612E-4BFC4F979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26BA5-2CBD-4A4E-A2DA-EC7ED3DA9F1B}" type="datetimeFigureOut">
              <a:rPr lang="en-IN" smtClean="0"/>
              <a:t>03-08-2022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D97CC5-F3A5-E19E-826F-D0169E961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AB446-D295-2BE1-581F-F04E7CAE6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79CA-0CEA-444C-AD29-F0EAA8B0E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314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02FA3-7EEF-0450-F78B-FE5854227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4CCB6-C87B-0FF6-4D38-48B466DD9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3A7830-6A20-84EE-DA3D-D65D08936D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BB852-68D0-8959-DD7E-D949ADC7B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26BA5-2CBD-4A4E-A2DA-EC7ED3DA9F1B}" type="datetimeFigureOut">
              <a:rPr lang="en-IN" smtClean="0"/>
              <a:t>03-08-2022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08CE33-9292-36E3-F72F-E97FD5A8E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CC7DB-FA1A-F832-15F8-54BBAFD15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79CA-0CEA-444C-AD29-F0EAA8B0E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113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92958-CEFB-8311-7B01-9BA50BEE3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6426D6-6E4C-219A-97C3-97B3377829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2DF8D1-71FE-851A-08DF-1E0B386FC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764B9E-F3FD-A7D1-D14F-777FB7EAC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26BA5-2CBD-4A4E-A2DA-EC7ED3DA9F1B}" type="datetimeFigureOut">
              <a:rPr lang="en-IN" smtClean="0"/>
              <a:t>03-08-2022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9DDF3-B237-EA56-4B1A-18C3BB02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6DAA1-6310-32FD-34F9-922E62CCF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79CA-0CEA-444C-AD29-F0EAA8B0E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905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7A6E3-4DF2-1FEF-275D-3848EC325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4B356-B2F1-763F-6B0A-796CED64B3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C4A88-DFE8-B8B5-753D-4A07ADB18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26BA5-2CBD-4A4E-A2DA-EC7ED3DA9F1B}" type="datetimeFigureOut">
              <a:rPr lang="en-IN" smtClean="0"/>
              <a:t>03-08-2022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80222-8AC8-2904-34D8-184DD4786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A5DE2-6AFC-F6D1-57ED-1F9B91C37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79CA-0CEA-444C-AD29-F0EAA8B0E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846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02CF9C-483C-D331-EC3B-3B14BF58D1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111819-1313-33F0-9312-70C5BF75F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89FF5-E097-9459-428B-CD146CF44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26BA5-2CBD-4A4E-A2DA-EC7ED3DA9F1B}" type="datetimeFigureOut">
              <a:rPr lang="en-IN" smtClean="0"/>
              <a:t>03-08-2022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DD965-C91F-318C-3325-1151057AE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BF225-83F2-F949-00B5-6E0791B74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79CA-0CEA-444C-AD29-F0EAA8B0E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028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903ED2-5D4D-FA8F-EEAE-571A01B47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E6066-B9AC-A4D8-A6AC-6656DE409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0216D-0EEB-AAF9-A6E9-F71F739BB0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326BA5-2CBD-4A4E-A2DA-EC7ED3DA9F1B}" type="datetimeFigureOut">
              <a:rPr lang="en-IN" smtClean="0"/>
              <a:t>03-08-2022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93FFF-5A0C-8A6F-5058-6D00F705B3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2191F-7631-9941-4C93-C1D30F605B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E79CA-0CEA-444C-AD29-F0EAA8B0E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197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est 100+ ) Marketing Management MCQ - Gk By Mr. Dj">
            <a:extLst>
              <a:ext uri="{FF2B5EF4-FFF2-40B4-BE49-F238E27FC236}">
                <a16:creationId xmlns:a16="http://schemas.microsoft.com/office/drawing/2014/main" id="{11E8D471-5D1A-0B17-3126-B7FD7979D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653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IT 1 - imm.2arodolfopz.juniorhighschool">
            <a:extLst>
              <a:ext uri="{FF2B5EF4-FFF2-40B4-BE49-F238E27FC236}">
                <a16:creationId xmlns:a16="http://schemas.microsoft.com/office/drawing/2014/main" id="{51F6026C-41CF-5B07-842D-F31B493BA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143000"/>
            <a:ext cx="4572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3568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ips on how to write a powerful introduction - Emareye">
            <a:extLst>
              <a:ext uri="{FF2B5EF4-FFF2-40B4-BE49-F238E27FC236}">
                <a16:creationId xmlns:a16="http://schemas.microsoft.com/office/drawing/2014/main" id="{EE5D0D44-485F-B9E3-8C1A-E2F654014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725" y="1457325"/>
            <a:ext cx="8210550" cy="394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2312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78D680-CD8F-CA13-48C1-7E7DD2F86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355" y="0"/>
            <a:ext cx="80592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772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AB39A5-7BF7-7337-0472-4E65A7C91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898" y="510287"/>
            <a:ext cx="9960203" cy="583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707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A6C8ED-13EE-2CBE-4446-5FEE3F117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41" y="549306"/>
            <a:ext cx="11310918" cy="575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021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CA05B0-821C-91E0-8C13-41A120168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223" y="0"/>
            <a:ext cx="92335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021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184DFC-04C4-C7B3-3CD7-F7A5B3B4A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91" y="0"/>
            <a:ext cx="91744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75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423B62-396A-6D7B-E39F-F47631D33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551" y="0"/>
            <a:ext cx="92048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666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BAB1D7-0385-4CB8-50A7-0F55E4B8E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495" y="0"/>
            <a:ext cx="91370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805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26CDF4-2C16-2935-E721-A15D535FC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481" y="0"/>
            <a:ext cx="91650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178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5FACDC-59D1-CB07-6B0A-7A2B6E347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833" y="0"/>
            <a:ext cx="91463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577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F54850-0749-98BF-90A7-58532051C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262" y="0"/>
            <a:ext cx="91954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589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628DAE-9077-123C-1C84-1F9772C58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242" y="0"/>
            <a:ext cx="92095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7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04C098-E468-97A8-4FCC-318D4ED7A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180" y="0"/>
            <a:ext cx="91556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066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62419E-E2E6-24C1-5CE4-04906634B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147" y="0"/>
            <a:ext cx="91277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952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18AF75-669D-B1FF-7D56-67B50208A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551" y="0"/>
            <a:ext cx="92048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198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C20F98-BF4E-0C38-C2CE-5B2F95F42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336" y="0"/>
            <a:ext cx="91673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825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846B0A-9AD3-90A8-6CFC-972DBE8CD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302" y="0"/>
            <a:ext cx="91253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936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26B186-7340-530D-D8C5-B21893B34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91" y="0"/>
            <a:ext cx="91744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4878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923EC1-E401-4EF5-0667-DFBDD1BFD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976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3F8F24-FB81-0D1A-959D-1EBFB021B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486" y="0"/>
            <a:ext cx="91230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8335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BE0B01-102D-3995-15D5-C13E4C605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339" y="0"/>
            <a:ext cx="91813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5293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3430C2-CC05-69FF-0859-A005CE4EB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501" y="544580"/>
            <a:ext cx="9662997" cy="576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165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80F3AB-DC65-E668-672C-03F01987D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333" y="117057"/>
            <a:ext cx="9685867" cy="653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6994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5DD895-8AF5-34E1-886D-762A87199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348" y="135466"/>
            <a:ext cx="10593492" cy="6620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1512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E523B0-440D-CAE0-485D-723EDBE6D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49" y="160867"/>
            <a:ext cx="11370523" cy="660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6767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2C2184-A986-5470-5EC7-8AA4F91B7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652" y="126999"/>
            <a:ext cx="9897369" cy="661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4445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B37427-2DB4-A14F-D8FD-DE6543A16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45" y="152400"/>
            <a:ext cx="11907654" cy="651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7509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3EA865-8EA6-1583-10FF-5F4391716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03" y="1481667"/>
            <a:ext cx="12020814" cy="392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9616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5616CF-211C-72C6-CA9B-2F439B5F8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5" y="516467"/>
            <a:ext cx="12025442" cy="585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348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68AD9F-D603-1605-83FA-6888E0958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86" y="541867"/>
            <a:ext cx="12071927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5543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2C85D3-F62E-99E1-6392-11D83C732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" y="523588"/>
            <a:ext cx="12088875" cy="5826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5383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6F6E21-B148-0896-9B39-91CBB04CA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67" y="59268"/>
            <a:ext cx="10406802" cy="6714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7798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EF59AF-6DEF-15F1-9E3D-8639D0482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668" y="44927"/>
            <a:ext cx="10197564" cy="677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5289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usiness Thank-You Letter Examples">
            <a:extLst>
              <a:ext uri="{FF2B5EF4-FFF2-40B4-BE49-F238E27FC236}">
                <a16:creationId xmlns:a16="http://schemas.microsoft.com/office/drawing/2014/main" id="{20AD3849-E23B-FEEF-D25B-1E85CA244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24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8184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Widescreen</PresentationFormat>
  <Paragraphs>0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Ashish Pandey</dc:creator>
  <cp:lastModifiedBy>Dr. Ashish Pandey</cp:lastModifiedBy>
  <cp:revision>7</cp:revision>
  <dcterms:created xsi:type="dcterms:W3CDTF">2022-07-28T10:55:16Z</dcterms:created>
  <dcterms:modified xsi:type="dcterms:W3CDTF">2022-08-03T14:51:18Z</dcterms:modified>
</cp:coreProperties>
</file>